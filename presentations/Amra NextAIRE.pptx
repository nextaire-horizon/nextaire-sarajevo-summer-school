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0"/>
  </p:notesMasterIdLst>
  <p:sldIdLst>
    <p:sldId id="256" r:id="rId2"/>
    <p:sldId id="294" r:id="rId3"/>
    <p:sldId id="257" r:id="rId4"/>
    <p:sldId id="265" r:id="rId5"/>
    <p:sldId id="295" r:id="rId6"/>
    <p:sldId id="259" r:id="rId7"/>
    <p:sldId id="298" r:id="rId8"/>
    <p:sldId id="261" r:id="rId9"/>
    <p:sldId id="305" r:id="rId10"/>
    <p:sldId id="307" r:id="rId11"/>
    <p:sldId id="306" r:id="rId12"/>
    <p:sldId id="299" r:id="rId13"/>
    <p:sldId id="300" r:id="rId14"/>
    <p:sldId id="303" r:id="rId15"/>
    <p:sldId id="301" r:id="rId16"/>
    <p:sldId id="267" r:id="rId17"/>
    <p:sldId id="293" r:id="rId18"/>
    <p:sldId id="308" r:id="rId19"/>
  </p:sldIdLst>
  <p:sldSz cx="9144000" cy="5143500" type="screen16x9"/>
  <p:notesSz cx="6858000" cy="9144000"/>
  <p:embeddedFontLst>
    <p:embeddedFont>
      <p:font typeface="Marcellus" panose="020B0604020202020204" charset="0"/>
      <p:regular r:id="rId21"/>
    </p:embeddedFont>
    <p:embeddedFont>
      <p:font typeface="Nunito Light" pitchFamily="2" charset="0"/>
      <p:regular r:id="rId22"/>
      <p:italic r:id="rId23"/>
    </p:embeddedFont>
    <p:embeddedFont>
      <p:font typeface="Palanquin" panose="020B0004020203020204" pitchFamily="34" charset="0"/>
      <p:regular r:id="rId24"/>
      <p:bold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BBA31B-96D0-4A85-9131-79E11961F802}">
  <a:tblStyle styleId="{B6BBA31B-96D0-4A85-9131-79E11961F8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EB0896F-58BD-44F4-8251-47140EC08F1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5" name="Google Shape;12965;g298a0598b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6" name="Google Shape;12966;g298a0598b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1" name="Google Shape;1297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2" name="Google Shape;1297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8" name="Google Shape;13098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9" name="Google Shape;13099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7" name="Google Shape;12997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8" name="Google Shape;12998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6">
          <a:extLst>
            <a:ext uri="{FF2B5EF4-FFF2-40B4-BE49-F238E27FC236}">
              <a16:creationId xmlns:a16="http://schemas.microsoft.com/office/drawing/2014/main" id="{FC711148-8B5E-EEE7-97D6-9B2AA3FC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7" name="Google Shape;12997;g54dda1946d_6_257:notes">
            <a:extLst>
              <a:ext uri="{FF2B5EF4-FFF2-40B4-BE49-F238E27FC236}">
                <a16:creationId xmlns:a16="http://schemas.microsoft.com/office/drawing/2014/main" id="{568D5E1B-A0B8-8057-368B-B12D0314E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8" name="Google Shape;12998;g54dda1946d_6_257:notes">
            <a:extLst>
              <a:ext uri="{FF2B5EF4-FFF2-40B4-BE49-F238E27FC236}">
                <a16:creationId xmlns:a16="http://schemas.microsoft.com/office/drawing/2014/main" id="{2DDD1EDB-CD44-1B13-618B-7E4F5EA1A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486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9" name="Google Shape;130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0" name="Google Shape;130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640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8" name="Google Shape;1312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9" name="Google Shape;1312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5" name="Google Shape;13975;g1ea8c2ae11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6" name="Google Shape;13976;g1ea8c2ae11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4">
          <a:extLst>
            <a:ext uri="{FF2B5EF4-FFF2-40B4-BE49-F238E27FC236}">
              <a16:creationId xmlns:a16="http://schemas.microsoft.com/office/drawing/2014/main" id="{8C3E2E7C-A045-AF87-92CF-23908987B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5" name="Google Shape;13975;g1ea8c2ae117_0_35:notes">
            <a:extLst>
              <a:ext uri="{FF2B5EF4-FFF2-40B4-BE49-F238E27FC236}">
                <a16:creationId xmlns:a16="http://schemas.microsoft.com/office/drawing/2014/main" id="{D0B5E418-1EBF-D337-6C3E-9E219C277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6" name="Google Shape;13976;g1ea8c2ae117_0_35:notes">
            <a:extLst>
              <a:ext uri="{FF2B5EF4-FFF2-40B4-BE49-F238E27FC236}">
                <a16:creationId xmlns:a16="http://schemas.microsoft.com/office/drawing/2014/main" id="{AD40CB50-7502-06A5-C4A4-204084FEA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343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10" name="Google Shape;10;p2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2"/>
          <p:cNvSpPr txBox="1">
            <a:spLocks noGrp="1"/>
          </p:cNvSpPr>
          <p:nvPr>
            <p:ph type="ctrTitle"/>
          </p:nvPr>
        </p:nvSpPr>
        <p:spPr>
          <a:xfrm>
            <a:off x="3145475" y="878500"/>
            <a:ext cx="5055000" cy="282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17" name="Google Shape;417;p2"/>
          <p:cNvSpPr txBox="1">
            <a:spLocks noGrp="1"/>
          </p:cNvSpPr>
          <p:nvPr>
            <p:ph type="subTitle" idx="1"/>
          </p:nvPr>
        </p:nvSpPr>
        <p:spPr>
          <a:xfrm>
            <a:off x="4281425" y="3789200"/>
            <a:ext cx="3796800" cy="475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418" name="Google Shape;418;p2"/>
          <p:cNvGrpSpPr/>
          <p:nvPr/>
        </p:nvGrpSpPr>
        <p:grpSpPr>
          <a:xfrm>
            <a:off x="-368176" y="305502"/>
            <a:ext cx="4772504" cy="5066784"/>
            <a:chOff x="-368176" y="305502"/>
            <a:chExt cx="4772504" cy="5066784"/>
          </a:xfrm>
        </p:grpSpPr>
        <p:grpSp>
          <p:nvGrpSpPr>
            <p:cNvPr id="419" name="Google Shape;419;p2"/>
            <p:cNvGrpSpPr/>
            <p:nvPr/>
          </p:nvGrpSpPr>
          <p:grpSpPr>
            <a:xfrm flipH="1">
              <a:off x="-368176" y="305502"/>
              <a:ext cx="4772504" cy="5066784"/>
              <a:chOff x="4737224" y="305502"/>
              <a:chExt cx="4772504" cy="5066784"/>
            </a:xfrm>
          </p:grpSpPr>
          <p:sp>
            <p:nvSpPr>
              <p:cNvPr id="420" name="Google Shape;420;p2"/>
              <p:cNvSpPr/>
              <p:nvPr/>
            </p:nvSpPr>
            <p:spPr>
              <a:xfrm>
                <a:off x="7928721" y="2397952"/>
                <a:ext cx="38221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30334" h="139095" extrusionOk="0">
                    <a:moveTo>
                      <a:pt x="15168" y="139095"/>
                    </a:moveTo>
                    <a:cubicBezTo>
                      <a:pt x="6796" y="139095"/>
                      <a:pt x="0" y="132299"/>
                      <a:pt x="0" y="123928"/>
                    </a:cubicBezTo>
                    <a:lnTo>
                      <a:pt x="0" y="15167"/>
                    </a:lnTo>
                    <a:cubicBezTo>
                      <a:pt x="0" y="6796"/>
                      <a:pt x="6796" y="0"/>
                      <a:pt x="15168" y="0"/>
                    </a:cubicBezTo>
                    <a:cubicBezTo>
                      <a:pt x="23538" y="0"/>
                      <a:pt x="30334" y="6796"/>
                      <a:pt x="30334" y="15167"/>
                    </a:cubicBezTo>
                    <a:lnTo>
                      <a:pt x="30334" y="123928"/>
                    </a:lnTo>
                    <a:cubicBezTo>
                      <a:pt x="30334" y="132299"/>
                      <a:pt x="23538" y="139095"/>
                      <a:pt x="15168" y="1390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2"/>
              <p:cNvSpPr/>
              <p:nvPr/>
            </p:nvSpPr>
            <p:spPr>
              <a:xfrm>
                <a:off x="7860203" y="2466469"/>
                <a:ext cx="175260" cy="38221"/>
              </a:xfrm>
              <a:custGeom>
                <a:avLst/>
                <a:gdLst/>
                <a:ahLst/>
                <a:cxnLst/>
                <a:rect l="l" t="t" r="r" b="b"/>
                <a:pathLst>
                  <a:path w="139095" h="30334" extrusionOk="0">
                    <a:moveTo>
                      <a:pt x="123929" y="30334"/>
                    </a:moveTo>
                    <a:lnTo>
                      <a:pt x="15168" y="30334"/>
                    </a:lnTo>
                    <a:cubicBezTo>
                      <a:pt x="6797" y="30334"/>
                      <a:pt x="0" y="23538"/>
                      <a:pt x="0" y="15167"/>
                    </a:cubicBezTo>
                    <a:cubicBezTo>
                      <a:pt x="0" y="6796"/>
                      <a:pt x="6797" y="0"/>
                      <a:pt x="15168" y="0"/>
                    </a:cubicBezTo>
                    <a:lnTo>
                      <a:pt x="123929" y="0"/>
                    </a:lnTo>
                    <a:cubicBezTo>
                      <a:pt x="132300" y="0"/>
                      <a:pt x="139096" y="6796"/>
                      <a:pt x="139096" y="15167"/>
                    </a:cubicBezTo>
                    <a:cubicBezTo>
                      <a:pt x="139096" y="23538"/>
                      <a:pt x="132300" y="30334"/>
                      <a:pt x="123929" y="30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2"/>
              <p:cNvSpPr/>
              <p:nvPr/>
            </p:nvSpPr>
            <p:spPr>
              <a:xfrm>
                <a:off x="6776973" y="305502"/>
                <a:ext cx="2555247" cy="3252861"/>
              </a:xfrm>
              <a:custGeom>
                <a:avLst/>
                <a:gdLst/>
                <a:ahLst/>
                <a:cxnLst/>
                <a:rect l="l" t="t" r="r" b="b"/>
                <a:pathLst>
                  <a:path w="2027974" h="2581636" extrusionOk="0">
                    <a:moveTo>
                      <a:pt x="1215831" y="2581636"/>
                    </a:moveTo>
                    <a:cubicBezTo>
                      <a:pt x="1192967" y="2581636"/>
                      <a:pt x="1168935" y="2580502"/>
                      <a:pt x="1143551" y="2578018"/>
                    </a:cubicBezTo>
                    <a:cubicBezTo>
                      <a:pt x="802343" y="2544731"/>
                      <a:pt x="539095" y="2421478"/>
                      <a:pt x="456536" y="2256351"/>
                    </a:cubicBezTo>
                    <a:cubicBezTo>
                      <a:pt x="419622" y="2182524"/>
                      <a:pt x="340655" y="2090856"/>
                      <a:pt x="264270" y="2002203"/>
                    </a:cubicBezTo>
                    <a:cubicBezTo>
                      <a:pt x="173278" y="1896565"/>
                      <a:pt x="94680" y="1805338"/>
                      <a:pt x="85498" y="1745669"/>
                    </a:cubicBezTo>
                    <a:cubicBezTo>
                      <a:pt x="77235" y="1691968"/>
                      <a:pt x="98190" y="1649555"/>
                      <a:pt x="124726" y="1595845"/>
                    </a:cubicBezTo>
                    <a:cubicBezTo>
                      <a:pt x="155177" y="1534196"/>
                      <a:pt x="193089" y="1457479"/>
                      <a:pt x="214062" y="1323208"/>
                    </a:cubicBezTo>
                    <a:cubicBezTo>
                      <a:pt x="243640" y="1133913"/>
                      <a:pt x="139514" y="977509"/>
                      <a:pt x="63490" y="863311"/>
                    </a:cubicBezTo>
                    <a:cubicBezTo>
                      <a:pt x="39340" y="827045"/>
                      <a:pt x="18493" y="795712"/>
                      <a:pt x="6378" y="769464"/>
                    </a:cubicBezTo>
                    <a:cubicBezTo>
                      <a:pt x="-5755" y="743181"/>
                      <a:pt x="-562" y="707149"/>
                      <a:pt x="21833" y="662377"/>
                    </a:cubicBezTo>
                    <a:cubicBezTo>
                      <a:pt x="93914" y="518214"/>
                      <a:pt x="326451" y="312924"/>
                      <a:pt x="507096" y="274219"/>
                    </a:cubicBezTo>
                    <a:cubicBezTo>
                      <a:pt x="604398" y="253364"/>
                      <a:pt x="660619" y="213362"/>
                      <a:pt x="720135" y="171012"/>
                    </a:cubicBezTo>
                    <a:cubicBezTo>
                      <a:pt x="795386" y="117464"/>
                      <a:pt x="880672" y="56778"/>
                      <a:pt x="1062091" y="25031"/>
                    </a:cubicBezTo>
                    <a:cubicBezTo>
                      <a:pt x="1381722" y="-30903"/>
                      <a:pt x="2007845" y="24292"/>
                      <a:pt x="2014146" y="24860"/>
                    </a:cubicBezTo>
                    <a:cubicBezTo>
                      <a:pt x="2022517" y="25616"/>
                      <a:pt x="2028637" y="32979"/>
                      <a:pt x="2027917" y="41323"/>
                    </a:cubicBezTo>
                    <a:cubicBezTo>
                      <a:pt x="2027107" y="49676"/>
                      <a:pt x="2019816" y="55743"/>
                      <a:pt x="2011445" y="55077"/>
                    </a:cubicBezTo>
                    <a:cubicBezTo>
                      <a:pt x="2005234" y="54518"/>
                      <a:pt x="1383072" y="-326"/>
                      <a:pt x="1067311" y="54905"/>
                    </a:cubicBezTo>
                    <a:cubicBezTo>
                      <a:pt x="892671" y="85456"/>
                      <a:pt x="813901" y="141515"/>
                      <a:pt x="737733" y="195720"/>
                    </a:cubicBezTo>
                    <a:cubicBezTo>
                      <a:pt x="675588" y="239943"/>
                      <a:pt x="616892" y="281717"/>
                      <a:pt x="513460" y="303878"/>
                    </a:cubicBezTo>
                    <a:cubicBezTo>
                      <a:pt x="345497" y="339865"/>
                      <a:pt x="117678" y="538539"/>
                      <a:pt x="48972" y="675942"/>
                    </a:cubicBezTo>
                    <a:cubicBezTo>
                      <a:pt x="31419" y="711047"/>
                      <a:pt x="26072" y="739742"/>
                      <a:pt x="33922" y="756746"/>
                    </a:cubicBezTo>
                    <a:cubicBezTo>
                      <a:pt x="45056" y="780860"/>
                      <a:pt x="65299" y="811275"/>
                      <a:pt x="88757" y="846496"/>
                    </a:cubicBezTo>
                    <a:cubicBezTo>
                      <a:pt x="163098" y="958174"/>
                      <a:pt x="275441" y="1126928"/>
                      <a:pt x="244045" y="1327888"/>
                    </a:cubicBezTo>
                    <a:cubicBezTo>
                      <a:pt x="222352" y="1466759"/>
                      <a:pt x="181648" y="1549138"/>
                      <a:pt x="151936" y="1609293"/>
                    </a:cubicBezTo>
                    <a:cubicBezTo>
                      <a:pt x="125896" y="1661994"/>
                      <a:pt x="108694" y="1696820"/>
                      <a:pt x="115499" y="1741061"/>
                    </a:cubicBezTo>
                    <a:cubicBezTo>
                      <a:pt x="123357" y="1792133"/>
                      <a:pt x="206690" y="1888860"/>
                      <a:pt x="287269" y="1982410"/>
                    </a:cubicBezTo>
                    <a:cubicBezTo>
                      <a:pt x="364859" y="2072457"/>
                      <a:pt x="445077" y="2165584"/>
                      <a:pt x="483674" y="2242787"/>
                    </a:cubicBezTo>
                    <a:cubicBezTo>
                      <a:pt x="560437" y="2396302"/>
                      <a:pt x="820607" y="2516044"/>
                      <a:pt x="1146522" y="2547828"/>
                    </a:cubicBezTo>
                    <a:cubicBezTo>
                      <a:pt x="1297741" y="2562599"/>
                      <a:pt x="1398555" y="2527224"/>
                      <a:pt x="1505399" y="2489770"/>
                    </a:cubicBezTo>
                    <a:cubicBezTo>
                      <a:pt x="1629435" y="2446285"/>
                      <a:pt x="1757702" y="2401333"/>
                      <a:pt x="1974450" y="2427338"/>
                    </a:cubicBezTo>
                    <a:cubicBezTo>
                      <a:pt x="1982731" y="2428337"/>
                      <a:pt x="1988672" y="2435889"/>
                      <a:pt x="1987682" y="2444206"/>
                    </a:cubicBezTo>
                    <a:cubicBezTo>
                      <a:pt x="1986692" y="2452523"/>
                      <a:pt x="1979131" y="2458473"/>
                      <a:pt x="1970850" y="2457456"/>
                    </a:cubicBezTo>
                    <a:cubicBezTo>
                      <a:pt x="1761032" y="2432262"/>
                      <a:pt x="1636186" y="2476052"/>
                      <a:pt x="1515390" y="2518394"/>
                    </a:cubicBezTo>
                    <a:cubicBezTo>
                      <a:pt x="1423128" y="2550762"/>
                      <a:pt x="1335007" y="2581627"/>
                      <a:pt x="1215831" y="25816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2"/>
              <p:cNvSpPr/>
              <p:nvPr/>
            </p:nvSpPr>
            <p:spPr>
              <a:xfrm>
                <a:off x="7683456" y="920849"/>
                <a:ext cx="1619811" cy="1049669"/>
              </a:xfrm>
              <a:custGeom>
                <a:avLst/>
                <a:gdLst/>
                <a:ahLst/>
                <a:cxnLst/>
                <a:rect l="l" t="t" r="r" b="b"/>
                <a:pathLst>
                  <a:path w="1285564" h="833071" extrusionOk="0">
                    <a:moveTo>
                      <a:pt x="1270358" y="833071"/>
                    </a:moveTo>
                    <a:cubicBezTo>
                      <a:pt x="1264327" y="833071"/>
                      <a:pt x="1258747" y="829462"/>
                      <a:pt x="1256316" y="823674"/>
                    </a:cubicBezTo>
                    <a:cubicBezTo>
                      <a:pt x="1237144" y="795959"/>
                      <a:pt x="980339" y="666685"/>
                      <a:pt x="923002" y="662265"/>
                    </a:cubicBezTo>
                    <a:cubicBezTo>
                      <a:pt x="860714" y="657476"/>
                      <a:pt x="833980" y="583352"/>
                      <a:pt x="814448" y="529228"/>
                    </a:cubicBezTo>
                    <a:cubicBezTo>
                      <a:pt x="811388" y="520658"/>
                      <a:pt x="808507" y="512683"/>
                      <a:pt x="805716" y="505743"/>
                    </a:cubicBezTo>
                    <a:cubicBezTo>
                      <a:pt x="792305" y="472169"/>
                      <a:pt x="722276" y="449162"/>
                      <a:pt x="666108" y="430674"/>
                    </a:cubicBezTo>
                    <a:cubicBezTo>
                      <a:pt x="654677" y="426911"/>
                      <a:pt x="643516" y="423248"/>
                      <a:pt x="632984" y="419566"/>
                    </a:cubicBezTo>
                    <a:cubicBezTo>
                      <a:pt x="585728" y="403094"/>
                      <a:pt x="482124" y="424238"/>
                      <a:pt x="356018" y="476183"/>
                    </a:cubicBezTo>
                    <a:cubicBezTo>
                      <a:pt x="268581" y="512170"/>
                      <a:pt x="101195" y="475553"/>
                      <a:pt x="43766" y="442060"/>
                    </a:cubicBezTo>
                    <a:cubicBezTo>
                      <a:pt x="22344" y="429566"/>
                      <a:pt x="8545" y="400556"/>
                      <a:pt x="2766" y="355847"/>
                    </a:cubicBezTo>
                    <a:cubicBezTo>
                      <a:pt x="-6253" y="286169"/>
                      <a:pt x="7294" y="176525"/>
                      <a:pt x="35945" y="147883"/>
                    </a:cubicBezTo>
                    <a:cubicBezTo>
                      <a:pt x="54172" y="129647"/>
                      <a:pt x="101104" y="108062"/>
                      <a:pt x="150791" y="85199"/>
                    </a:cubicBezTo>
                    <a:cubicBezTo>
                      <a:pt x="196094" y="64361"/>
                      <a:pt x="247437" y="40733"/>
                      <a:pt x="263611" y="24558"/>
                    </a:cubicBezTo>
                    <a:cubicBezTo>
                      <a:pt x="296259" y="-8089"/>
                      <a:pt x="420556" y="-2004"/>
                      <a:pt x="556114" y="7807"/>
                    </a:cubicBezTo>
                    <a:cubicBezTo>
                      <a:pt x="572046" y="8959"/>
                      <a:pt x="586178" y="9976"/>
                      <a:pt x="597789" y="10660"/>
                    </a:cubicBezTo>
                    <a:cubicBezTo>
                      <a:pt x="677270" y="15332"/>
                      <a:pt x="1223912" y="156975"/>
                      <a:pt x="1266217" y="172862"/>
                    </a:cubicBezTo>
                    <a:cubicBezTo>
                      <a:pt x="1274049" y="175796"/>
                      <a:pt x="1278009" y="184545"/>
                      <a:pt x="1275128" y="192385"/>
                    </a:cubicBezTo>
                    <a:cubicBezTo>
                      <a:pt x="1272158" y="200225"/>
                      <a:pt x="1263426" y="204213"/>
                      <a:pt x="1255596" y="201260"/>
                    </a:cubicBezTo>
                    <a:cubicBezTo>
                      <a:pt x="1213650" y="185553"/>
                      <a:pt x="674209" y="45540"/>
                      <a:pt x="595989" y="40931"/>
                    </a:cubicBezTo>
                    <a:cubicBezTo>
                      <a:pt x="584287" y="40247"/>
                      <a:pt x="569976" y="39212"/>
                      <a:pt x="553954" y="38060"/>
                    </a:cubicBezTo>
                    <a:cubicBezTo>
                      <a:pt x="481134" y="32794"/>
                      <a:pt x="310598" y="20463"/>
                      <a:pt x="285070" y="46008"/>
                    </a:cubicBezTo>
                    <a:cubicBezTo>
                      <a:pt x="265061" y="66018"/>
                      <a:pt x="215707" y="88719"/>
                      <a:pt x="163473" y="112761"/>
                    </a:cubicBezTo>
                    <a:cubicBezTo>
                      <a:pt x="120501" y="132527"/>
                      <a:pt x="71797" y="154931"/>
                      <a:pt x="57403" y="169333"/>
                    </a:cubicBezTo>
                    <a:cubicBezTo>
                      <a:pt x="41337" y="185400"/>
                      <a:pt x="23217" y="277401"/>
                      <a:pt x="32858" y="351958"/>
                    </a:cubicBezTo>
                    <a:cubicBezTo>
                      <a:pt x="37178" y="385380"/>
                      <a:pt x="46728" y="408675"/>
                      <a:pt x="59060" y="415867"/>
                    </a:cubicBezTo>
                    <a:cubicBezTo>
                      <a:pt x="110600" y="445931"/>
                      <a:pt x="266564" y="480225"/>
                      <a:pt x="344496" y="448145"/>
                    </a:cubicBezTo>
                    <a:cubicBezTo>
                      <a:pt x="423707" y="415525"/>
                      <a:pt x="567815" y="364704"/>
                      <a:pt x="642975" y="390933"/>
                    </a:cubicBezTo>
                    <a:cubicBezTo>
                      <a:pt x="653327" y="394552"/>
                      <a:pt x="664308" y="398161"/>
                      <a:pt x="675560" y="401861"/>
                    </a:cubicBezTo>
                    <a:cubicBezTo>
                      <a:pt x="740998" y="423383"/>
                      <a:pt x="815168" y="447767"/>
                      <a:pt x="833891" y="494474"/>
                    </a:cubicBezTo>
                    <a:cubicBezTo>
                      <a:pt x="836770" y="501711"/>
                      <a:pt x="839742" y="510010"/>
                      <a:pt x="842982" y="518930"/>
                    </a:cubicBezTo>
                    <a:cubicBezTo>
                      <a:pt x="859723" y="565268"/>
                      <a:pt x="882587" y="628736"/>
                      <a:pt x="925342" y="632030"/>
                    </a:cubicBezTo>
                    <a:cubicBezTo>
                      <a:pt x="985740" y="636684"/>
                      <a:pt x="1271618" y="773727"/>
                      <a:pt x="1284759" y="813107"/>
                    </a:cubicBezTo>
                    <a:cubicBezTo>
                      <a:pt x="1287460" y="821046"/>
                      <a:pt x="1283139" y="829642"/>
                      <a:pt x="1275219" y="832288"/>
                    </a:cubicBezTo>
                    <a:cubicBezTo>
                      <a:pt x="1273599" y="832819"/>
                      <a:pt x="1271978" y="833071"/>
                      <a:pt x="1270358" y="833071"/>
                    </a:cubicBezTo>
                    <a:close/>
                    <a:moveTo>
                      <a:pt x="1255956" y="822693"/>
                    </a:moveTo>
                    <a:cubicBezTo>
                      <a:pt x="1255956" y="822693"/>
                      <a:pt x="1255956" y="822702"/>
                      <a:pt x="1255956" y="822711"/>
                    </a:cubicBezTo>
                    <a:cubicBezTo>
                      <a:pt x="1255956" y="822711"/>
                      <a:pt x="1255956" y="822702"/>
                      <a:pt x="1255956" y="8226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2"/>
              <p:cNvSpPr/>
              <p:nvPr/>
            </p:nvSpPr>
            <p:spPr>
              <a:xfrm>
                <a:off x="7842975" y="1055245"/>
                <a:ext cx="699746" cy="354443"/>
              </a:xfrm>
              <a:custGeom>
                <a:avLst/>
                <a:gdLst/>
                <a:ahLst/>
                <a:cxnLst/>
                <a:rect l="l" t="t" r="r" b="b"/>
                <a:pathLst>
                  <a:path w="555354" h="281304" extrusionOk="0">
                    <a:moveTo>
                      <a:pt x="133911" y="281304"/>
                    </a:moveTo>
                    <a:cubicBezTo>
                      <a:pt x="103838" y="281304"/>
                      <a:pt x="68401" y="273446"/>
                      <a:pt x="43089" y="267839"/>
                    </a:cubicBezTo>
                    <a:cubicBezTo>
                      <a:pt x="36932" y="266470"/>
                      <a:pt x="31424" y="265246"/>
                      <a:pt x="26815" y="264328"/>
                    </a:cubicBezTo>
                    <a:cubicBezTo>
                      <a:pt x="-4986" y="257964"/>
                      <a:pt x="-900" y="195415"/>
                      <a:pt x="1801" y="154037"/>
                    </a:cubicBezTo>
                    <a:cubicBezTo>
                      <a:pt x="2368" y="145386"/>
                      <a:pt x="2854" y="137907"/>
                      <a:pt x="2854" y="132731"/>
                    </a:cubicBezTo>
                    <a:cubicBezTo>
                      <a:pt x="2854" y="110426"/>
                      <a:pt x="74908" y="63917"/>
                      <a:pt x="152759" y="16994"/>
                    </a:cubicBezTo>
                    <a:cubicBezTo>
                      <a:pt x="162291" y="11251"/>
                      <a:pt x="169168" y="7101"/>
                      <a:pt x="172004" y="5175"/>
                    </a:cubicBezTo>
                    <a:lnTo>
                      <a:pt x="172004" y="5175"/>
                    </a:lnTo>
                    <a:cubicBezTo>
                      <a:pt x="190312" y="-7247"/>
                      <a:pt x="272178" y="4518"/>
                      <a:pt x="377312" y="21179"/>
                    </a:cubicBezTo>
                    <a:cubicBezTo>
                      <a:pt x="411066" y="26535"/>
                      <a:pt x="440230" y="31162"/>
                      <a:pt x="459672" y="33205"/>
                    </a:cubicBezTo>
                    <a:cubicBezTo>
                      <a:pt x="529882" y="40586"/>
                      <a:pt x="555355" y="81820"/>
                      <a:pt x="555355" y="107735"/>
                    </a:cubicBezTo>
                    <a:cubicBezTo>
                      <a:pt x="555355" y="135314"/>
                      <a:pt x="452291" y="189510"/>
                      <a:pt x="413766" y="200024"/>
                    </a:cubicBezTo>
                    <a:cubicBezTo>
                      <a:pt x="404315" y="202607"/>
                      <a:pt x="388113" y="206118"/>
                      <a:pt x="367591" y="210555"/>
                    </a:cubicBezTo>
                    <a:cubicBezTo>
                      <a:pt x="306472" y="223796"/>
                      <a:pt x="204228" y="245957"/>
                      <a:pt x="183156" y="267028"/>
                    </a:cubicBezTo>
                    <a:cubicBezTo>
                      <a:pt x="172562" y="277623"/>
                      <a:pt x="154488" y="281304"/>
                      <a:pt x="133911" y="281304"/>
                    </a:cubicBezTo>
                    <a:close/>
                    <a:moveTo>
                      <a:pt x="202319" y="6273"/>
                    </a:moveTo>
                    <a:cubicBezTo>
                      <a:pt x="189322" y="6273"/>
                      <a:pt x="179853" y="7488"/>
                      <a:pt x="175551" y="10405"/>
                    </a:cubicBezTo>
                    <a:cubicBezTo>
                      <a:pt x="172580" y="12421"/>
                      <a:pt x="165631" y="16607"/>
                      <a:pt x="156027" y="22403"/>
                    </a:cubicBezTo>
                    <a:cubicBezTo>
                      <a:pt x="115863" y="46608"/>
                      <a:pt x="9172" y="110912"/>
                      <a:pt x="9172" y="132731"/>
                    </a:cubicBezTo>
                    <a:cubicBezTo>
                      <a:pt x="9172" y="138123"/>
                      <a:pt x="8677" y="145684"/>
                      <a:pt x="8101" y="154451"/>
                    </a:cubicBezTo>
                    <a:cubicBezTo>
                      <a:pt x="5698" y="191266"/>
                      <a:pt x="1675" y="252861"/>
                      <a:pt x="28038" y="258144"/>
                    </a:cubicBezTo>
                    <a:cubicBezTo>
                      <a:pt x="32683" y="259080"/>
                      <a:pt x="38237" y="260305"/>
                      <a:pt x="44439" y="261682"/>
                    </a:cubicBezTo>
                    <a:cubicBezTo>
                      <a:pt x="83090" y="270242"/>
                      <a:pt x="155046" y="286210"/>
                      <a:pt x="178674" y="262573"/>
                    </a:cubicBezTo>
                    <a:cubicBezTo>
                      <a:pt x="201060" y="240187"/>
                      <a:pt x="300442" y="218647"/>
                      <a:pt x="366240" y="204389"/>
                    </a:cubicBezTo>
                    <a:cubicBezTo>
                      <a:pt x="386673" y="199970"/>
                      <a:pt x="402785" y="196468"/>
                      <a:pt x="412146" y="193939"/>
                    </a:cubicBezTo>
                    <a:cubicBezTo>
                      <a:pt x="455082" y="182228"/>
                      <a:pt x="548964" y="128734"/>
                      <a:pt x="548964" y="107753"/>
                    </a:cubicBezTo>
                    <a:cubicBezTo>
                      <a:pt x="548964" y="84124"/>
                      <a:pt x="525022" y="46446"/>
                      <a:pt x="459042" y="39506"/>
                    </a:cubicBezTo>
                    <a:cubicBezTo>
                      <a:pt x="439420" y="37435"/>
                      <a:pt x="410166" y="32800"/>
                      <a:pt x="376322" y="27444"/>
                    </a:cubicBezTo>
                    <a:cubicBezTo>
                      <a:pt x="317814" y="18173"/>
                      <a:pt x="242924" y="6291"/>
                      <a:pt x="202311" y="6291"/>
                    </a:cubicBezTo>
                    <a:close/>
                    <a:moveTo>
                      <a:pt x="173786" y="7785"/>
                    </a:moveTo>
                    <a:lnTo>
                      <a:pt x="173867" y="7785"/>
                    </a:lnTo>
                    <a:lnTo>
                      <a:pt x="173786" y="77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2"/>
              <p:cNvSpPr/>
              <p:nvPr/>
            </p:nvSpPr>
            <p:spPr>
              <a:xfrm>
                <a:off x="8638767" y="1118958"/>
                <a:ext cx="870961" cy="642671"/>
              </a:xfrm>
              <a:custGeom>
                <a:avLst/>
                <a:gdLst/>
                <a:ahLst/>
                <a:cxnLst/>
                <a:rect l="l" t="t" r="r" b="b"/>
                <a:pathLst>
                  <a:path w="691239" h="510056" extrusionOk="0">
                    <a:moveTo>
                      <a:pt x="441734" y="510057"/>
                    </a:moveTo>
                    <a:cubicBezTo>
                      <a:pt x="433633" y="510057"/>
                      <a:pt x="426972" y="508833"/>
                      <a:pt x="422292" y="506105"/>
                    </a:cubicBezTo>
                    <a:cubicBezTo>
                      <a:pt x="411220" y="499615"/>
                      <a:pt x="393488" y="489939"/>
                      <a:pt x="372965" y="478733"/>
                    </a:cubicBezTo>
                    <a:cubicBezTo>
                      <a:pt x="313648" y="446392"/>
                      <a:pt x="232547" y="402106"/>
                      <a:pt x="211124" y="380674"/>
                    </a:cubicBezTo>
                    <a:cubicBezTo>
                      <a:pt x="194922" y="364517"/>
                      <a:pt x="175569" y="336181"/>
                      <a:pt x="158377" y="311176"/>
                    </a:cubicBezTo>
                    <a:cubicBezTo>
                      <a:pt x="145415" y="292120"/>
                      <a:pt x="133084" y="274127"/>
                      <a:pt x="125433" y="266449"/>
                    </a:cubicBezTo>
                    <a:cubicBezTo>
                      <a:pt x="120662" y="261687"/>
                      <a:pt x="110671" y="255350"/>
                      <a:pt x="99239" y="248023"/>
                    </a:cubicBezTo>
                    <a:cubicBezTo>
                      <a:pt x="68725" y="228617"/>
                      <a:pt x="26960" y="202036"/>
                      <a:pt x="35331" y="174070"/>
                    </a:cubicBezTo>
                    <a:cubicBezTo>
                      <a:pt x="45772" y="139496"/>
                      <a:pt x="20659" y="68513"/>
                      <a:pt x="3737" y="44741"/>
                    </a:cubicBezTo>
                    <a:cubicBezTo>
                      <a:pt x="-1663" y="37171"/>
                      <a:pt x="-224" y="30888"/>
                      <a:pt x="1937" y="26936"/>
                    </a:cubicBezTo>
                    <a:cubicBezTo>
                      <a:pt x="11928" y="8655"/>
                      <a:pt x="61795" y="-2506"/>
                      <a:pt x="120662" y="482"/>
                    </a:cubicBezTo>
                    <a:cubicBezTo>
                      <a:pt x="169179" y="2903"/>
                      <a:pt x="288804" y="42643"/>
                      <a:pt x="376115" y="71654"/>
                    </a:cubicBezTo>
                    <a:cubicBezTo>
                      <a:pt x="417071" y="85282"/>
                      <a:pt x="452536" y="97047"/>
                      <a:pt x="467477" y="100503"/>
                    </a:cubicBezTo>
                    <a:cubicBezTo>
                      <a:pt x="469188" y="100899"/>
                      <a:pt x="470268" y="102591"/>
                      <a:pt x="469818" y="104293"/>
                    </a:cubicBezTo>
                    <a:cubicBezTo>
                      <a:pt x="469458" y="105994"/>
                      <a:pt x="467748" y="107083"/>
                      <a:pt x="466038" y="106660"/>
                    </a:cubicBezTo>
                    <a:cubicBezTo>
                      <a:pt x="450736" y="103140"/>
                      <a:pt x="416981" y="91889"/>
                      <a:pt x="374136" y="77658"/>
                    </a:cubicBezTo>
                    <a:cubicBezTo>
                      <a:pt x="287094" y="48755"/>
                      <a:pt x="168009" y="9177"/>
                      <a:pt x="120392" y="6792"/>
                    </a:cubicBezTo>
                    <a:cubicBezTo>
                      <a:pt x="59364" y="3785"/>
                      <a:pt x="14989" y="16180"/>
                      <a:pt x="7427" y="29961"/>
                    </a:cubicBezTo>
                    <a:cubicBezTo>
                      <a:pt x="5537" y="33444"/>
                      <a:pt x="5988" y="37081"/>
                      <a:pt x="8867" y="41059"/>
                    </a:cubicBezTo>
                    <a:cubicBezTo>
                      <a:pt x="26960" y="66353"/>
                      <a:pt x="52523" y="138965"/>
                      <a:pt x="41452" y="175888"/>
                    </a:cubicBezTo>
                    <a:cubicBezTo>
                      <a:pt x="34431" y="199273"/>
                      <a:pt x="73856" y="224368"/>
                      <a:pt x="102570" y="242695"/>
                    </a:cubicBezTo>
                    <a:cubicBezTo>
                      <a:pt x="114452" y="250220"/>
                      <a:pt x="124623" y="256728"/>
                      <a:pt x="129843" y="261984"/>
                    </a:cubicBezTo>
                    <a:cubicBezTo>
                      <a:pt x="137945" y="270067"/>
                      <a:pt x="149916" y="287467"/>
                      <a:pt x="163598" y="307611"/>
                    </a:cubicBezTo>
                    <a:cubicBezTo>
                      <a:pt x="180610" y="332392"/>
                      <a:pt x="199783" y="360466"/>
                      <a:pt x="215535" y="376209"/>
                    </a:cubicBezTo>
                    <a:cubicBezTo>
                      <a:pt x="236327" y="397011"/>
                      <a:pt x="317068" y="441036"/>
                      <a:pt x="375936" y="473188"/>
                    </a:cubicBezTo>
                    <a:cubicBezTo>
                      <a:pt x="396548" y="484413"/>
                      <a:pt x="414281" y="494116"/>
                      <a:pt x="425532" y="500651"/>
                    </a:cubicBezTo>
                    <a:cubicBezTo>
                      <a:pt x="458206" y="519742"/>
                      <a:pt x="610596" y="452890"/>
                      <a:pt x="686656" y="414878"/>
                    </a:cubicBezTo>
                    <a:cubicBezTo>
                      <a:pt x="688187" y="414095"/>
                      <a:pt x="690077" y="414734"/>
                      <a:pt x="690887" y="416292"/>
                    </a:cubicBezTo>
                    <a:cubicBezTo>
                      <a:pt x="691697" y="417849"/>
                      <a:pt x="691067" y="419748"/>
                      <a:pt x="689447" y="420531"/>
                    </a:cubicBezTo>
                    <a:cubicBezTo>
                      <a:pt x="681346" y="424591"/>
                      <a:pt x="509513" y="510057"/>
                      <a:pt x="441734" y="5100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"/>
              <p:cNvSpPr/>
              <p:nvPr/>
            </p:nvSpPr>
            <p:spPr>
              <a:xfrm>
                <a:off x="8018346" y="1124438"/>
                <a:ext cx="370387" cy="160498"/>
              </a:xfrm>
              <a:custGeom>
                <a:avLst/>
                <a:gdLst/>
                <a:ahLst/>
                <a:cxnLst/>
                <a:rect l="l" t="t" r="r" b="b"/>
                <a:pathLst>
                  <a:path w="293958" h="127379" extrusionOk="0">
                    <a:moveTo>
                      <a:pt x="13196" y="127371"/>
                    </a:moveTo>
                    <a:cubicBezTo>
                      <a:pt x="9299" y="127371"/>
                      <a:pt x="6058" y="125472"/>
                      <a:pt x="3844" y="121880"/>
                    </a:cubicBezTo>
                    <a:cubicBezTo>
                      <a:pt x="-7183" y="104022"/>
                      <a:pt x="8074" y="41725"/>
                      <a:pt x="17517" y="22858"/>
                    </a:cubicBezTo>
                    <a:cubicBezTo>
                      <a:pt x="29516" y="-1139"/>
                      <a:pt x="108518" y="-3479"/>
                      <a:pt x="145873" y="3308"/>
                    </a:cubicBezTo>
                    <a:cubicBezTo>
                      <a:pt x="160366" y="5945"/>
                      <a:pt x="180888" y="6944"/>
                      <a:pt x="202581" y="7997"/>
                    </a:cubicBezTo>
                    <a:cubicBezTo>
                      <a:pt x="240476" y="9833"/>
                      <a:pt x="276301" y="11571"/>
                      <a:pt x="286742" y="22039"/>
                    </a:cubicBezTo>
                    <a:lnTo>
                      <a:pt x="286742" y="22039"/>
                    </a:lnTo>
                    <a:cubicBezTo>
                      <a:pt x="293223" y="28565"/>
                      <a:pt x="295384" y="35694"/>
                      <a:pt x="293043" y="43192"/>
                    </a:cubicBezTo>
                    <a:cubicBezTo>
                      <a:pt x="283591" y="73283"/>
                      <a:pt x="200421" y="99881"/>
                      <a:pt x="167296" y="105912"/>
                    </a:cubicBezTo>
                    <a:cubicBezTo>
                      <a:pt x="131202" y="112465"/>
                      <a:pt x="35609" y="127380"/>
                      <a:pt x="13205" y="127380"/>
                    </a:cubicBezTo>
                    <a:close/>
                    <a:moveTo>
                      <a:pt x="102578" y="6206"/>
                    </a:moveTo>
                    <a:cubicBezTo>
                      <a:pt x="67059" y="6206"/>
                      <a:pt x="29821" y="12372"/>
                      <a:pt x="23170" y="25684"/>
                    </a:cubicBezTo>
                    <a:cubicBezTo>
                      <a:pt x="13403" y="45208"/>
                      <a:pt x="468" y="104382"/>
                      <a:pt x="9227" y="118559"/>
                    </a:cubicBezTo>
                    <a:cubicBezTo>
                      <a:pt x="10595" y="120773"/>
                      <a:pt x="12062" y="121061"/>
                      <a:pt x="13205" y="121061"/>
                    </a:cubicBezTo>
                    <a:cubicBezTo>
                      <a:pt x="34025" y="121061"/>
                      <a:pt x="124901" y="107199"/>
                      <a:pt x="166126" y="99692"/>
                    </a:cubicBezTo>
                    <a:cubicBezTo>
                      <a:pt x="203031" y="92977"/>
                      <a:pt x="279181" y="66280"/>
                      <a:pt x="287012" y="41310"/>
                    </a:cubicBezTo>
                    <a:cubicBezTo>
                      <a:pt x="288633" y="36153"/>
                      <a:pt x="287102" y="31310"/>
                      <a:pt x="282241" y="26504"/>
                    </a:cubicBezTo>
                    <a:lnTo>
                      <a:pt x="282241" y="26504"/>
                    </a:lnTo>
                    <a:cubicBezTo>
                      <a:pt x="273510" y="17754"/>
                      <a:pt x="235705" y="15927"/>
                      <a:pt x="202311" y="14307"/>
                    </a:cubicBezTo>
                    <a:cubicBezTo>
                      <a:pt x="180348" y="13245"/>
                      <a:pt x="159645" y="12237"/>
                      <a:pt x="144703" y="9527"/>
                    </a:cubicBezTo>
                    <a:cubicBezTo>
                      <a:pt x="132641" y="7340"/>
                      <a:pt x="117790" y="6206"/>
                      <a:pt x="102578" y="62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"/>
              <p:cNvSpPr/>
              <p:nvPr/>
            </p:nvSpPr>
            <p:spPr>
              <a:xfrm>
                <a:off x="8766543" y="1214082"/>
                <a:ext cx="471681" cy="372349"/>
              </a:xfrm>
              <a:custGeom>
                <a:avLst/>
                <a:gdLst/>
                <a:ahLst/>
                <a:cxnLst/>
                <a:rect l="l" t="t" r="r" b="b"/>
                <a:pathLst>
                  <a:path w="374350" h="295515" extrusionOk="0">
                    <a:moveTo>
                      <a:pt x="310356" y="295506"/>
                    </a:moveTo>
                    <a:cubicBezTo>
                      <a:pt x="283802" y="295506"/>
                      <a:pt x="134383" y="237260"/>
                      <a:pt x="112780" y="203550"/>
                    </a:cubicBezTo>
                    <a:cubicBezTo>
                      <a:pt x="91627" y="170426"/>
                      <a:pt x="39960" y="121982"/>
                      <a:pt x="20518" y="103745"/>
                    </a:cubicBezTo>
                    <a:cubicBezTo>
                      <a:pt x="6025" y="90126"/>
                      <a:pt x="-5316" y="49639"/>
                      <a:pt x="2605" y="23509"/>
                    </a:cubicBezTo>
                    <a:cubicBezTo>
                      <a:pt x="6475" y="10799"/>
                      <a:pt x="14487" y="3085"/>
                      <a:pt x="25738" y="1195"/>
                    </a:cubicBezTo>
                    <a:lnTo>
                      <a:pt x="25738" y="1195"/>
                    </a:lnTo>
                    <a:cubicBezTo>
                      <a:pt x="51842" y="-3171"/>
                      <a:pt x="87757" y="5128"/>
                      <a:pt x="129341" y="14750"/>
                    </a:cubicBezTo>
                    <a:cubicBezTo>
                      <a:pt x="151485" y="19890"/>
                      <a:pt x="174438" y="25201"/>
                      <a:pt x="198111" y="29098"/>
                    </a:cubicBezTo>
                    <a:cubicBezTo>
                      <a:pt x="265800" y="40242"/>
                      <a:pt x="355542" y="84501"/>
                      <a:pt x="371114" y="99100"/>
                    </a:cubicBezTo>
                    <a:cubicBezTo>
                      <a:pt x="381195" y="108606"/>
                      <a:pt x="365172" y="168311"/>
                      <a:pt x="357792" y="193541"/>
                    </a:cubicBezTo>
                    <a:cubicBezTo>
                      <a:pt x="354821" y="203640"/>
                      <a:pt x="328538" y="292329"/>
                      <a:pt x="312426" y="295353"/>
                    </a:cubicBezTo>
                    <a:cubicBezTo>
                      <a:pt x="311796" y="295461"/>
                      <a:pt x="311165" y="295515"/>
                      <a:pt x="310356" y="295515"/>
                    </a:cubicBezTo>
                    <a:close/>
                    <a:moveTo>
                      <a:pt x="41580" y="6298"/>
                    </a:moveTo>
                    <a:cubicBezTo>
                      <a:pt x="36270" y="6298"/>
                      <a:pt x="31409" y="6649"/>
                      <a:pt x="26818" y="7423"/>
                    </a:cubicBezTo>
                    <a:lnTo>
                      <a:pt x="26818" y="7423"/>
                    </a:lnTo>
                    <a:cubicBezTo>
                      <a:pt x="17907" y="8909"/>
                      <a:pt x="11786" y="14939"/>
                      <a:pt x="8636" y="25336"/>
                    </a:cubicBezTo>
                    <a:cubicBezTo>
                      <a:pt x="1525" y="48838"/>
                      <a:pt x="11786" y="86814"/>
                      <a:pt x="24838" y="99100"/>
                    </a:cubicBezTo>
                    <a:cubicBezTo>
                      <a:pt x="44460" y="117526"/>
                      <a:pt x="96578" y="166357"/>
                      <a:pt x="118180" y="200148"/>
                    </a:cubicBezTo>
                    <a:cubicBezTo>
                      <a:pt x="138523" y="231994"/>
                      <a:pt x="295054" y="292185"/>
                      <a:pt x="311256" y="289142"/>
                    </a:cubicBezTo>
                    <a:cubicBezTo>
                      <a:pt x="317916" y="287747"/>
                      <a:pt x="337629" y="242354"/>
                      <a:pt x="354011" y="183712"/>
                    </a:cubicBezTo>
                    <a:cubicBezTo>
                      <a:pt x="369044" y="130308"/>
                      <a:pt x="369853" y="106608"/>
                      <a:pt x="366793" y="103709"/>
                    </a:cubicBezTo>
                    <a:cubicBezTo>
                      <a:pt x="354101" y="91864"/>
                      <a:pt x="265800" y="46651"/>
                      <a:pt x="197030" y="35336"/>
                    </a:cubicBezTo>
                    <a:cubicBezTo>
                      <a:pt x="173268" y="31412"/>
                      <a:pt x="150224" y="26074"/>
                      <a:pt x="127902" y="20916"/>
                    </a:cubicBezTo>
                    <a:cubicBezTo>
                      <a:pt x="94507" y="13184"/>
                      <a:pt x="64893" y="6307"/>
                      <a:pt x="41580" y="6307"/>
                    </a:cubicBezTo>
                    <a:close/>
                    <a:moveTo>
                      <a:pt x="26278" y="4309"/>
                    </a:moveTo>
                    <a:lnTo>
                      <a:pt x="26368" y="4309"/>
                    </a:lnTo>
                    <a:lnTo>
                      <a:pt x="26278" y="43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"/>
              <p:cNvSpPr/>
              <p:nvPr/>
            </p:nvSpPr>
            <p:spPr>
              <a:xfrm>
                <a:off x="7585385" y="809201"/>
                <a:ext cx="1753362" cy="1289810"/>
              </a:xfrm>
              <a:custGeom>
                <a:avLst/>
                <a:gdLst/>
                <a:ahLst/>
                <a:cxnLst/>
                <a:rect l="l" t="t" r="r" b="b"/>
                <a:pathLst>
                  <a:path w="1391557" h="1023659" extrusionOk="0">
                    <a:moveTo>
                      <a:pt x="1299131" y="1023650"/>
                    </a:moveTo>
                    <a:cubicBezTo>
                      <a:pt x="1298322" y="1023650"/>
                      <a:pt x="1297511" y="1023344"/>
                      <a:pt x="1296972" y="1022723"/>
                    </a:cubicBezTo>
                    <a:cubicBezTo>
                      <a:pt x="1253766" y="979545"/>
                      <a:pt x="1033327" y="855625"/>
                      <a:pt x="995161" y="848686"/>
                    </a:cubicBezTo>
                    <a:cubicBezTo>
                      <a:pt x="938184" y="838334"/>
                      <a:pt x="862484" y="820818"/>
                      <a:pt x="862484" y="788467"/>
                    </a:cubicBezTo>
                    <a:cubicBezTo>
                      <a:pt x="862484" y="756117"/>
                      <a:pt x="824949" y="623098"/>
                      <a:pt x="818559" y="615906"/>
                    </a:cubicBezTo>
                    <a:cubicBezTo>
                      <a:pt x="811448" y="609362"/>
                      <a:pt x="681381" y="566948"/>
                      <a:pt x="643215" y="577345"/>
                    </a:cubicBezTo>
                    <a:cubicBezTo>
                      <a:pt x="604601" y="587876"/>
                      <a:pt x="421607" y="651110"/>
                      <a:pt x="379283" y="666501"/>
                    </a:cubicBezTo>
                    <a:cubicBezTo>
                      <a:pt x="339353" y="681020"/>
                      <a:pt x="195794" y="656618"/>
                      <a:pt x="152750" y="648796"/>
                    </a:cubicBezTo>
                    <a:cubicBezTo>
                      <a:pt x="111848" y="641352"/>
                      <a:pt x="47589" y="562511"/>
                      <a:pt x="32773" y="536596"/>
                    </a:cubicBezTo>
                    <a:cubicBezTo>
                      <a:pt x="18102" y="510907"/>
                      <a:pt x="-10424" y="266687"/>
                      <a:pt x="3925" y="216469"/>
                    </a:cubicBezTo>
                    <a:cubicBezTo>
                      <a:pt x="13313" y="183615"/>
                      <a:pt x="78626" y="161058"/>
                      <a:pt x="136242" y="141156"/>
                    </a:cubicBezTo>
                    <a:cubicBezTo>
                      <a:pt x="167323" y="130427"/>
                      <a:pt x="196676" y="120283"/>
                      <a:pt x="205371" y="111588"/>
                    </a:cubicBezTo>
                    <a:cubicBezTo>
                      <a:pt x="230196" y="86762"/>
                      <a:pt x="330659" y="7264"/>
                      <a:pt x="359949" y="3591"/>
                    </a:cubicBezTo>
                    <a:cubicBezTo>
                      <a:pt x="386637" y="261"/>
                      <a:pt x="552753" y="0"/>
                      <a:pt x="603070" y="0"/>
                    </a:cubicBezTo>
                    <a:cubicBezTo>
                      <a:pt x="628184" y="0"/>
                      <a:pt x="1358089" y="187414"/>
                      <a:pt x="1389143" y="195389"/>
                    </a:cubicBezTo>
                    <a:cubicBezTo>
                      <a:pt x="1390854" y="195821"/>
                      <a:pt x="1391844" y="197540"/>
                      <a:pt x="1391484" y="199232"/>
                    </a:cubicBezTo>
                    <a:cubicBezTo>
                      <a:pt x="1391034" y="200915"/>
                      <a:pt x="1389234" y="201941"/>
                      <a:pt x="1387613" y="201509"/>
                    </a:cubicBezTo>
                    <a:cubicBezTo>
                      <a:pt x="1124778" y="133992"/>
                      <a:pt x="622512" y="6319"/>
                      <a:pt x="603070" y="6319"/>
                    </a:cubicBezTo>
                    <a:cubicBezTo>
                      <a:pt x="552844" y="6319"/>
                      <a:pt x="387051" y="6571"/>
                      <a:pt x="360731" y="9865"/>
                    </a:cubicBezTo>
                    <a:cubicBezTo>
                      <a:pt x="333197" y="13313"/>
                      <a:pt x="233563" y="92334"/>
                      <a:pt x="209835" y="116052"/>
                    </a:cubicBezTo>
                    <a:cubicBezTo>
                      <a:pt x="200106" y="125783"/>
                      <a:pt x="171464" y="135675"/>
                      <a:pt x="138295" y="147124"/>
                    </a:cubicBezTo>
                    <a:cubicBezTo>
                      <a:pt x="84908" y="165568"/>
                      <a:pt x="18471" y="188512"/>
                      <a:pt x="9982" y="218207"/>
                    </a:cubicBezTo>
                    <a:cubicBezTo>
                      <a:pt x="-4159" y="267704"/>
                      <a:pt x="23808" y="508189"/>
                      <a:pt x="38246" y="533464"/>
                    </a:cubicBezTo>
                    <a:cubicBezTo>
                      <a:pt x="52234" y="557929"/>
                      <a:pt x="115503" y="635609"/>
                      <a:pt x="153866" y="642576"/>
                    </a:cubicBezTo>
                    <a:cubicBezTo>
                      <a:pt x="184218" y="648103"/>
                      <a:pt x="337661" y="674882"/>
                      <a:pt x="377105" y="660570"/>
                    </a:cubicBezTo>
                    <a:cubicBezTo>
                      <a:pt x="419446" y="645160"/>
                      <a:pt x="602710" y="581827"/>
                      <a:pt x="641505" y="571251"/>
                    </a:cubicBezTo>
                    <a:cubicBezTo>
                      <a:pt x="680391" y="560630"/>
                      <a:pt x="813698" y="602080"/>
                      <a:pt x="823059" y="611468"/>
                    </a:cubicBezTo>
                    <a:cubicBezTo>
                      <a:pt x="831700" y="620136"/>
                      <a:pt x="868785" y="757071"/>
                      <a:pt x="868785" y="788476"/>
                    </a:cubicBezTo>
                    <a:cubicBezTo>
                      <a:pt x="868785" y="802536"/>
                      <a:pt x="890928" y="823320"/>
                      <a:pt x="996332" y="842475"/>
                    </a:cubicBezTo>
                    <a:cubicBezTo>
                      <a:pt x="1034947" y="849496"/>
                      <a:pt x="1257817" y="974675"/>
                      <a:pt x="1301382" y="1018268"/>
                    </a:cubicBezTo>
                    <a:cubicBezTo>
                      <a:pt x="1302642" y="1019501"/>
                      <a:pt x="1302642" y="1021499"/>
                      <a:pt x="1301382" y="1022732"/>
                    </a:cubicBezTo>
                    <a:cubicBezTo>
                      <a:pt x="1300751" y="1023353"/>
                      <a:pt x="1299942" y="1023659"/>
                      <a:pt x="1299131" y="102365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"/>
              <p:cNvSpPr/>
              <p:nvPr/>
            </p:nvSpPr>
            <p:spPr>
              <a:xfrm>
                <a:off x="6946845" y="449235"/>
                <a:ext cx="2328918" cy="2988394"/>
              </a:xfrm>
              <a:custGeom>
                <a:avLst/>
                <a:gdLst/>
                <a:ahLst/>
                <a:cxnLst/>
                <a:rect l="l" t="t" r="r" b="b"/>
                <a:pathLst>
                  <a:path w="1848348" h="2371741" extrusionOk="0">
                    <a:moveTo>
                      <a:pt x="1119904" y="2371715"/>
                    </a:moveTo>
                    <a:cubicBezTo>
                      <a:pt x="1043483" y="2371715"/>
                      <a:pt x="919366" y="2356197"/>
                      <a:pt x="798373" y="2319373"/>
                    </a:cubicBezTo>
                    <a:cubicBezTo>
                      <a:pt x="631284" y="2268525"/>
                      <a:pt x="454365" y="2165084"/>
                      <a:pt x="436525" y="2147252"/>
                    </a:cubicBezTo>
                    <a:cubicBezTo>
                      <a:pt x="426785" y="2137513"/>
                      <a:pt x="418846" y="2107845"/>
                      <a:pt x="409666" y="2073488"/>
                    </a:cubicBezTo>
                    <a:cubicBezTo>
                      <a:pt x="401340" y="2042370"/>
                      <a:pt x="392734" y="2010191"/>
                      <a:pt x="382509" y="1993152"/>
                    </a:cubicBezTo>
                    <a:cubicBezTo>
                      <a:pt x="360105" y="1955824"/>
                      <a:pt x="296583" y="1864525"/>
                      <a:pt x="275890" y="1843840"/>
                    </a:cubicBezTo>
                    <a:cubicBezTo>
                      <a:pt x="255088" y="1823039"/>
                      <a:pt x="100276" y="1647093"/>
                      <a:pt x="92950" y="1592158"/>
                    </a:cubicBezTo>
                    <a:cubicBezTo>
                      <a:pt x="88197" y="1556568"/>
                      <a:pt x="126902" y="1477132"/>
                      <a:pt x="161044" y="1407040"/>
                    </a:cubicBezTo>
                    <a:cubicBezTo>
                      <a:pt x="179145" y="1369892"/>
                      <a:pt x="196247" y="1334788"/>
                      <a:pt x="203736" y="1312303"/>
                    </a:cubicBezTo>
                    <a:cubicBezTo>
                      <a:pt x="218534" y="1267927"/>
                      <a:pt x="214232" y="1204603"/>
                      <a:pt x="210433" y="1148742"/>
                    </a:cubicBezTo>
                    <a:cubicBezTo>
                      <a:pt x="208750" y="1123890"/>
                      <a:pt x="207148" y="1100415"/>
                      <a:pt x="207148" y="1079388"/>
                    </a:cubicBezTo>
                    <a:cubicBezTo>
                      <a:pt x="207148" y="1016227"/>
                      <a:pt x="142024" y="838922"/>
                      <a:pt x="122059" y="786085"/>
                    </a:cubicBezTo>
                    <a:lnTo>
                      <a:pt x="121673" y="785076"/>
                    </a:lnTo>
                    <a:cubicBezTo>
                      <a:pt x="119062" y="778164"/>
                      <a:pt x="99647" y="753302"/>
                      <a:pt x="79097" y="727001"/>
                    </a:cubicBezTo>
                    <a:cubicBezTo>
                      <a:pt x="43155" y="680978"/>
                      <a:pt x="2416" y="628816"/>
                      <a:pt x="121" y="610553"/>
                    </a:cubicBezTo>
                    <a:cubicBezTo>
                      <a:pt x="-3021" y="585448"/>
                      <a:pt x="55739" y="509883"/>
                      <a:pt x="113625" y="439278"/>
                    </a:cubicBezTo>
                    <a:lnTo>
                      <a:pt x="118612" y="433202"/>
                    </a:lnTo>
                    <a:cubicBezTo>
                      <a:pt x="151502" y="393003"/>
                      <a:pt x="305252" y="300282"/>
                      <a:pt x="355595" y="282306"/>
                    </a:cubicBezTo>
                    <a:cubicBezTo>
                      <a:pt x="405030" y="264646"/>
                      <a:pt x="540650" y="204032"/>
                      <a:pt x="587025" y="175498"/>
                    </a:cubicBezTo>
                    <a:cubicBezTo>
                      <a:pt x="609762" y="161502"/>
                      <a:pt x="652823" y="133103"/>
                      <a:pt x="694454" y="105640"/>
                    </a:cubicBezTo>
                    <a:cubicBezTo>
                      <a:pt x="737299" y="77386"/>
                      <a:pt x="777768" y="50688"/>
                      <a:pt x="790569" y="43370"/>
                    </a:cubicBezTo>
                    <a:cubicBezTo>
                      <a:pt x="817104" y="28203"/>
                      <a:pt x="1054825" y="3594"/>
                      <a:pt x="1252581" y="119"/>
                    </a:cubicBezTo>
                    <a:cubicBezTo>
                      <a:pt x="1453937" y="-3535"/>
                      <a:pt x="1841888" y="77899"/>
                      <a:pt x="1845849" y="78718"/>
                    </a:cubicBezTo>
                    <a:cubicBezTo>
                      <a:pt x="1847559" y="79078"/>
                      <a:pt x="1848639" y="80752"/>
                      <a:pt x="1848279" y="82462"/>
                    </a:cubicBezTo>
                    <a:cubicBezTo>
                      <a:pt x="1847919" y="84181"/>
                      <a:pt x="1846209" y="85253"/>
                      <a:pt x="1844499" y="84901"/>
                    </a:cubicBezTo>
                    <a:cubicBezTo>
                      <a:pt x="1840628" y="84082"/>
                      <a:pt x="1453307" y="3018"/>
                      <a:pt x="1252671" y="6438"/>
                    </a:cubicBezTo>
                    <a:cubicBezTo>
                      <a:pt x="1041233" y="10138"/>
                      <a:pt x="817076" y="35503"/>
                      <a:pt x="793701" y="48861"/>
                    </a:cubicBezTo>
                    <a:cubicBezTo>
                      <a:pt x="781072" y="56071"/>
                      <a:pt x="740693" y="82714"/>
                      <a:pt x="697928" y="110915"/>
                    </a:cubicBezTo>
                    <a:cubicBezTo>
                      <a:pt x="656252" y="138405"/>
                      <a:pt x="613155" y="166830"/>
                      <a:pt x="590328" y="180881"/>
                    </a:cubicBezTo>
                    <a:cubicBezTo>
                      <a:pt x="543675" y="209586"/>
                      <a:pt x="407379" y="270515"/>
                      <a:pt x="357710" y="288256"/>
                    </a:cubicBezTo>
                    <a:cubicBezTo>
                      <a:pt x="309185" y="305584"/>
                      <a:pt x="155121" y="398557"/>
                      <a:pt x="123500" y="437199"/>
                    </a:cubicBezTo>
                    <a:lnTo>
                      <a:pt x="118513" y="443284"/>
                    </a:lnTo>
                    <a:cubicBezTo>
                      <a:pt x="86964" y="481764"/>
                      <a:pt x="3163" y="583972"/>
                      <a:pt x="6394" y="609769"/>
                    </a:cubicBezTo>
                    <a:cubicBezTo>
                      <a:pt x="8464" y="626305"/>
                      <a:pt x="52166" y="682256"/>
                      <a:pt x="84074" y="723112"/>
                    </a:cubicBezTo>
                    <a:cubicBezTo>
                      <a:pt x="106740" y="752123"/>
                      <a:pt x="124634" y="775040"/>
                      <a:pt x="127586" y="782853"/>
                    </a:cubicBezTo>
                    <a:lnTo>
                      <a:pt x="127973" y="783861"/>
                    </a:lnTo>
                    <a:cubicBezTo>
                      <a:pt x="148028" y="836950"/>
                      <a:pt x="213466" y="1015165"/>
                      <a:pt x="213466" y="1079397"/>
                    </a:cubicBezTo>
                    <a:cubicBezTo>
                      <a:pt x="213466" y="1100208"/>
                      <a:pt x="215051" y="1123575"/>
                      <a:pt x="216734" y="1148328"/>
                    </a:cubicBezTo>
                    <a:cubicBezTo>
                      <a:pt x="220569" y="1204775"/>
                      <a:pt x="224916" y="1268755"/>
                      <a:pt x="209731" y="1314319"/>
                    </a:cubicBezTo>
                    <a:cubicBezTo>
                      <a:pt x="202107" y="1337200"/>
                      <a:pt x="184915" y="1372475"/>
                      <a:pt x="166723" y="1409830"/>
                    </a:cubicBezTo>
                    <a:cubicBezTo>
                      <a:pt x="132969" y="1479113"/>
                      <a:pt x="94714" y="1557639"/>
                      <a:pt x="99206" y="1591339"/>
                    </a:cubicBezTo>
                    <a:cubicBezTo>
                      <a:pt x="106199" y="1643798"/>
                      <a:pt x="260552" y="1819591"/>
                      <a:pt x="280354" y="1839394"/>
                    </a:cubicBezTo>
                    <a:cubicBezTo>
                      <a:pt x="302624" y="1861663"/>
                      <a:pt x="367783" y="1956373"/>
                      <a:pt x="387919" y="1989930"/>
                    </a:cubicBezTo>
                    <a:cubicBezTo>
                      <a:pt x="398603" y="2007725"/>
                      <a:pt x="407325" y="2040345"/>
                      <a:pt x="415759" y="2071885"/>
                    </a:cubicBezTo>
                    <a:cubicBezTo>
                      <a:pt x="423968" y="2102552"/>
                      <a:pt x="432447" y="2134273"/>
                      <a:pt x="440990" y="2142815"/>
                    </a:cubicBezTo>
                    <a:cubicBezTo>
                      <a:pt x="458020" y="2159845"/>
                      <a:pt x="637251" y="2263773"/>
                      <a:pt x="800199" y="2313360"/>
                    </a:cubicBezTo>
                    <a:cubicBezTo>
                      <a:pt x="962833" y="2362876"/>
                      <a:pt x="1142137" y="2374784"/>
                      <a:pt x="1183632" y="2358654"/>
                    </a:cubicBezTo>
                    <a:cubicBezTo>
                      <a:pt x="1226027" y="2342173"/>
                      <a:pt x="1378147" y="2260928"/>
                      <a:pt x="1422343" y="2235131"/>
                    </a:cubicBezTo>
                    <a:cubicBezTo>
                      <a:pt x="1465549" y="2209919"/>
                      <a:pt x="1688778" y="2174076"/>
                      <a:pt x="1799402" y="2195490"/>
                    </a:cubicBezTo>
                    <a:cubicBezTo>
                      <a:pt x="1801113" y="2195823"/>
                      <a:pt x="1802193" y="2197479"/>
                      <a:pt x="1801833" y="2199189"/>
                    </a:cubicBezTo>
                    <a:cubicBezTo>
                      <a:pt x="1801563" y="2200908"/>
                      <a:pt x="1799852" y="2201979"/>
                      <a:pt x="1798143" y="2201691"/>
                    </a:cubicBezTo>
                    <a:cubicBezTo>
                      <a:pt x="1688598" y="2180467"/>
                      <a:pt x="1468159" y="2215733"/>
                      <a:pt x="1425583" y="2240577"/>
                    </a:cubicBezTo>
                    <a:cubicBezTo>
                      <a:pt x="1381208" y="2266446"/>
                      <a:pt x="1228548" y="2347961"/>
                      <a:pt x="1185972" y="2364532"/>
                    </a:cubicBezTo>
                    <a:cubicBezTo>
                      <a:pt x="1173911" y="2369212"/>
                      <a:pt x="1150778" y="2371742"/>
                      <a:pt x="1119904" y="23717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2"/>
              <p:cNvSpPr/>
              <p:nvPr/>
            </p:nvSpPr>
            <p:spPr>
              <a:xfrm>
                <a:off x="7067985" y="547651"/>
                <a:ext cx="2302178" cy="2813179"/>
              </a:xfrm>
              <a:custGeom>
                <a:avLst/>
                <a:gdLst/>
                <a:ahLst/>
                <a:cxnLst/>
                <a:rect l="l" t="t" r="r" b="b"/>
                <a:pathLst>
                  <a:path w="1827125" h="2232682" extrusionOk="0">
                    <a:moveTo>
                      <a:pt x="1013415" y="2232682"/>
                    </a:moveTo>
                    <a:cubicBezTo>
                      <a:pt x="950046" y="2232682"/>
                      <a:pt x="818638" y="2220485"/>
                      <a:pt x="748348" y="2191196"/>
                    </a:cubicBezTo>
                    <a:cubicBezTo>
                      <a:pt x="664601" y="2156289"/>
                      <a:pt x="430750" y="2041704"/>
                      <a:pt x="415358" y="2026303"/>
                    </a:cubicBezTo>
                    <a:cubicBezTo>
                      <a:pt x="399651" y="2010605"/>
                      <a:pt x="369938" y="1927416"/>
                      <a:pt x="369938" y="1899134"/>
                    </a:cubicBezTo>
                    <a:cubicBezTo>
                      <a:pt x="369938" y="1870853"/>
                      <a:pt x="340180" y="1804784"/>
                      <a:pt x="300710" y="1743792"/>
                    </a:cubicBezTo>
                    <a:cubicBezTo>
                      <a:pt x="283031" y="1716482"/>
                      <a:pt x="242931" y="1671773"/>
                      <a:pt x="204154" y="1628541"/>
                    </a:cubicBezTo>
                    <a:cubicBezTo>
                      <a:pt x="155764" y="1574588"/>
                      <a:pt x="110056" y="1523632"/>
                      <a:pt x="104007" y="1503010"/>
                    </a:cubicBezTo>
                    <a:cubicBezTo>
                      <a:pt x="95168" y="1472910"/>
                      <a:pt x="132937" y="1389127"/>
                      <a:pt x="157933" y="1333698"/>
                    </a:cubicBezTo>
                    <a:cubicBezTo>
                      <a:pt x="163883" y="1320502"/>
                      <a:pt x="169013" y="1309116"/>
                      <a:pt x="171930" y="1301843"/>
                    </a:cubicBezTo>
                    <a:cubicBezTo>
                      <a:pt x="183200" y="1273660"/>
                      <a:pt x="203254" y="1215422"/>
                      <a:pt x="210987" y="1142054"/>
                    </a:cubicBezTo>
                    <a:cubicBezTo>
                      <a:pt x="216099" y="1093511"/>
                      <a:pt x="202633" y="1035363"/>
                      <a:pt x="190760" y="984065"/>
                    </a:cubicBezTo>
                    <a:cubicBezTo>
                      <a:pt x="186188" y="964289"/>
                      <a:pt x="181859" y="945612"/>
                      <a:pt x="178888" y="928762"/>
                    </a:cubicBezTo>
                    <a:cubicBezTo>
                      <a:pt x="159464" y="818686"/>
                      <a:pt x="139166" y="744211"/>
                      <a:pt x="118553" y="707387"/>
                    </a:cubicBezTo>
                    <a:cubicBezTo>
                      <a:pt x="110290" y="692616"/>
                      <a:pt x="95906" y="670590"/>
                      <a:pt x="80685" y="647259"/>
                    </a:cubicBezTo>
                    <a:cubicBezTo>
                      <a:pt x="40567" y="585781"/>
                      <a:pt x="-4916" y="516103"/>
                      <a:pt x="430" y="492034"/>
                    </a:cubicBezTo>
                    <a:cubicBezTo>
                      <a:pt x="7983" y="458063"/>
                      <a:pt x="182948" y="308571"/>
                      <a:pt x="241005" y="272288"/>
                    </a:cubicBezTo>
                    <a:cubicBezTo>
                      <a:pt x="277919" y="249209"/>
                      <a:pt x="351665" y="218830"/>
                      <a:pt x="410920" y="194409"/>
                    </a:cubicBezTo>
                    <a:cubicBezTo>
                      <a:pt x="443883" y="180827"/>
                      <a:pt x="472353" y="169098"/>
                      <a:pt x="487566" y="161483"/>
                    </a:cubicBezTo>
                    <a:cubicBezTo>
                      <a:pt x="530249" y="140141"/>
                      <a:pt x="623592" y="82660"/>
                      <a:pt x="665699" y="54324"/>
                    </a:cubicBezTo>
                    <a:cubicBezTo>
                      <a:pt x="704494" y="28212"/>
                      <a:pt x="766224" y="12253"/>
                      <a:pt x="859945" y="4097"/>
                    </a:cubicBezTo>
                    <a:cubicBezTo>
                      <a:pt x="940775" y="-2941"/>
                      <a:pt x="1144922" y="470"/>
                      <a:pt x="1206670" y="4097"/>
                    </a:cubicBezTo>
                    <a:cubicBezTo>
                      <a:pt x="1266888" y="7644"/>
                      <a:pt x="1701555" y="103597"/>
                      <a:pt x="1720008" y="107683"/>
                    </a:cubicBezTo>
                    <a:cubicBezTo>
                      <a:pt x="1721717" y="108061"/>
                      <a:pt x="1722798" y="109744"/>
                      <a:pt x="1722438" y="111455"/>
                    </a:cubicBezTo>
                    <a:cubicBezTo>
                      <a:pt x="1721988" y="113156"/>
                      <a:pt x="1720277" y="114236"/>
                      <a:pt x="1718657" y="113858"/>
                    </a:cubicBezTo>
                    <a:cubicBezTo>
                      <a:pt x="1714157" y="112859"/>
                      <a:pt x="1265988" y="13927"/>
                      <a:pt x="1206310" y="10407"/>
                    </a:cubicBezTo>
                    <a:cubicBezTo>
                      <a:pt x="1144742" y="6780"/>
                      <a:pt x="941045" y="3386"/>
                      <a:pt x="860484" y="10407"/>
                    </a:cubicBezTo>
                    <a:cubicBezTo>
                      <a:pt x="767889" y="18463"/>
                      <a:pt x="707114" y="34089"/>
                      <a:pt x="669245" y="59581"/>
                    </a:cubicBezTo>
                    <a:cubicBezTo>
                      <a:pt x="627012" y="88016"/>
                      <a:pt x="533300" y="145704"/>
                      <a:pt x="490410" y="167145"/>
                    </a:cubicBezTo>
                    <a:cubicBezTo>
                      <a:pt x="474991" y="174859"/>
                      <a:pt x="446421" y="186623"/>
                      <a:pt x="413351" y="200260"/>
                    </a:cubicBezTo>
                    <a:cubicBezTo>
                      <a:pt x="354312" y="224590"/>
                      <a:pt x="280844" y="254861"/>
                      <a:pt x="244372" y="277652"/>
                    </a:cubicBezTo>
                    <a:cubicBezTo>
                      <a:pt x="184973" y="314782"/>
                      <a:pt x="13203" y="463761"/>
                      <a:pt x="6624" y="493411"/>
                    </a:cubicBezTo>
                    <a:cubicBezTo>
                      <a:pt x="1853" y="514879"/>
                      <a:pt x="50486" y="589399"/>
                      <a:pt x="85996" y="643811"/>
                    </a:cubicBezTo>
                    <a:cubicBezTo>
                      <a:pt x="101946" y="668241"/>
                      <a:pt x="115717" y="689348"/>
                      <a:pt x="124089" y="704299"/>
                    </a:cubicBezTo>
                    <a:cubicBezTo>
                      <a:pt x="145043" y="741744"/>
                      <a:pt x="165576" y="816895"/>
                      <a:pt x="185126" y="927664"/>
                    </a:cubicBezTo>
                    <a:cubicBezTo>
                      <a:pt x="188079" y="944361"/>
                      <a:pt x="192380" y="962948"/>
                      <a:pt x="196936" y="982643"/>
                    </a:cubicBezTo>
                    <a:cubicBezTo>
                      <a:pt x="208916" y="1034427"/>
                      <a:pt x="222498" y="1093115"/>
                      <a:pt x="217278" y="1142720"/>
                    </a:cubicBezTo>
                    <a:cubicBezTo>
                      <a:pt x="209474" y="1216845"/>
                      <a:pt x="189194" y="1275703"/>
                      <a:pt x="177808" y="1304183"/>
                    </a:cubicBezTo>
                    <a:cubicBezTo>
                      <a:pt x="174855" y="1311582"/>
                      <a:pt x="169689" y="1323032"/>
                      <a:pt x="163712" y="1336290"/>
                    </a:cubicBezTo>
                    <a:cubicBezTo>
                      <a:pt x="140597" y="1387561"/>
                      <a:pt x="101910" y="1473369"/>
                      <a:pt x="110083" y="1501228"/>
                    </a:cubicBezTo>
                    <a:cubicBezTo>
                      <a:pt x="115736" y="1520473"/>
                      <a:pt x="163082" y="1573264"/>
                      <a:pt x="208871" y="1624319"/>
                    </a:cubicBezTo>
                    <a:cubicBezTo>
                      <a:pt x="247820" y="1667732"/>
                      <a:pt x="288090" y="1712630"/>
                      <a:pt x="306030" y="1740362"/>
                    </a:cubicBezTo>
                    <a:cubicBezTo>
                      <a:pt x="346067" y="1802245"/>
                      <a:pt x="376266" y="1870510"/>
                      <a:pt x="376266" y="1899134"/>
                    </a:cubicBezTo>
                    <a:cubicBezTo>
                      <a:pt x="376266" y="1927758"/>
                      <a:pt x="406330" y="2008337"/>
                      <a:pt x="419832" y="2021829"/>
                    </a:cubicBezTo>
                    <a:cubicBezTo>
                      <a:pt x="433370" y="2035367"/>
                      <a:pt x="662252" y="2148458"/>
                      <a:pt x="750787" y="2185354"/>
                    </a:cubicBezTo>
                    <a:cubicBezTo>
                      <a:pt x="837081" y="2221314"/>
                      <a:pt x="1016025" y="2231332"/>
                      <a:pt x="1044289" y="2224464"/>
                    </a:cubicBezTo>
                    <a:cubicBezTo>
                      <a:pt x="1072373" y="2217632"/>
                      <a:pt x="1229983" y="2125055"/>
                      <a:pt x="1274449" y="2092903"/>
                    </a:cubicBezTo>
                    <a:cubicBezTo>
                      <a:pt x="1306223" y="2069896"/>
                      <a:pt x="1384083" y="2015097"/>
                      <a:pt x="1419638" y="2003224"/>
                    </a:cubicBezTo>
                    <a:cubicBezTo>
                      <a:pt x="1451862" y="1992503"/>
                      <a:pt x="1808669" y="1975239"/>
                      <a:pt x="1823881" y="1974519"/>
                    </a:cubicBezTo>
                    <a:cubicBezTo>
                      <a:pt x="1825861" y="1974393"/>
                      <a:pt x="1827122" y="1975770"/>
                      <a:pt x="1827122" y="1977517"/>
                    </a:cubicBezTo>
                    <a:cubicBezTo>
                      <a:pt x="1827211" y="1979263"/>
                      <a:pt x="1825861" y="1980748"/>
                      <a:pt x="1824151" y="1980820"/>
                    </a:cubicBezTo>
                    <a:cubicBezTo>
                      <a:pt x="1820460" y="1981000"/>
                      <a:pt x="1453032" y="1998768"/>
                      <a:pt x="1421618" y="2009219"/>
                    </a:cubicBezTo>
                    <a:cubicBezTo>
                      <a:pt x="1386873" y="2020812"/>
                      <a:pt x="1309734" y="2075188"/>
                      <a:pt x="1278139" y="2098024"/>
                    </a:cubicBezTo>
                    <a:cubicBezTo>
                      <a:pt x="1232233" y="2131257"/>
                      <a:pt x="1075163" y="2223456"/>
                      <a:pt x="1045729" y="2230612"/>
                    </a:cubicBezTo>
                    <a:cubicBezTo>
                      <a:pt x="1040149" y="2231962"/>
                      <a:pt x="1028807" y="2232682"/>
                      <a:pt x="1013415" y="22326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2"/>
              <p:cNvSpPr/>
              <p:nvPr/>
            </p:nvSpPr>
            <p:spPr>
              <a:xfrm>
                <a:off x="7477726" y="733698"/>
                <a:ext cx="1771057" cy="1477748"/>
              </a:xfrm>
              <a:custGeom>
                <a:avLst/>
                <a:gdLst/>
                <a:ahLst/>
                <a:cxnLst/>
                <a:rect l="l" t="t" r="r" b="b"/>
                <a:pathLst>
                  <a:path w="1405601" h="1172816" extrusionOk="0">
                    <a:moveTo>
                      <a:pt x="1323903" y="1172808"/>
                    </a:moveTo>
                    <a:cubicBezTo>
                      <a:pt x="1323273" y="1172808"/>
                      <a:pt x="1322553" y="1172583"/>
                      <a:pt x="1321923" y="1172115"/>
                    </a:cubicBezTo>
                    <a:cubicBezTo>
                      <a:pt x="1319582" y="1170198"/>
                      <a:pt x="1083031" y="980246"/>
                      <a:pt x="1025424" y="969543"/>
                    </a:cubicBezTo>
                    <a:cubicBezTo>
                      <a:pt x="995089" y="963908"/>
                      <a:pt x="895267" y="944016"/>
                      <a:pt x="885635" y="924762"/>
                    </a:cubicBezTo>
                    <a:cubicBezTo>
                      <a:pt x="882575" y="918705"/>
                      <a:pt x="882215" y="893888"/>
                      <a:pt x="881765" y="850530"/>
                    </a:cubicBezTo>
                    <a:cubicBezTo>
                      <a:pt x="881315" y="802877"/>
                      <a:pt x="880685" y="730868"/>
                      <a:pt x="871864" y="722119"/>
                    </a:cubicBezTo>
                    <a:cubicBezTo>
                      <a:pt x="857012" y="707240"/>
                      <a:pt x="748098" y="687266"/>
                      <a:pt x="720553" y="694386"/>
                    </a:cubicBezTo>
                    <a:cubicBezTo>
                      <a:pt x="711102" y="696825"/>
                      <a:pt x="678698" y="708608"/>
                      <a:pt x="641164" y="722263"/>
                    </a:cubicBezTo>
                    <a:cubicBezTo>
                      <a:pt x="565824" y="749644"/>
                      <a:pt x="472130" y="783732"/>
                      <a:pt x="452931" y="783732"/>
                    </a:cubicBezTo>
                    <a:cubicBezTo>
                      <a:pt x="449465" y="783732"/>
                      <a:pt x="443299" y="783840"/>
                      <a:pt x="435099" y="783975"/>
                    </a:cubicBezTo>
                    <a:cubicBezTo>
                      <a:pt x="330055" y="785775"/>
                      <a:pt x="206838" y="785244"/>
                      <a:pt x="186541" y="764955"/>
                    </a:cubicBezTo>
                    <a:cubicBezTo>
                      <a:pt x="181734" y="760149"/>
                      <a:pt x="173867" y="752552"/>
                      <a:pt x="164218" y="743226"/>
                    </a:cubicBezTo>
                    <a:cubicBezTo>
                      <a:pt x="122002" y="702442"/>
                      <a:pt x="51361" y="634177"/>
                      <a:pt x="39596" y="610639"/>
                    </a:cubicBezTo>
                    <a:cubicBezTo>
                      <a:pt x="24798" y="581034"/>
                      <a:pt x="0" y="452749"/>
                      <a:pt x="0" y="405754"/>
                    </a:cubicBezTo>
                    <a:cubicBezTo>
                      <a:pt x="0" y="358759"/>
                      <a:pt x="35716" y="254498"/>
                      <a:pt x="54466" y="235749"/>
                    </a:cubicBezTo>
                    <a:cubicBezTo>
                      <a:pt x="65574" y="224641"/>
                      <a:pt x="114423" y="196450"/>
                      <a:pt x="161652" y="169194"/>
                    </a:cubicBezTo>
                    <a:cubicBezTo>
                      <a:pt x="190645" y="152461"/>
                      <a:pt x="218026" y="136655"/>
                      <a:pt x="230377" y="128284"/>
                    </a:cubicBezTo>
                    <a:cubicBezTo>
                      <a:pt x="239926" y="121812"/>
                      <a:pt x="257632" y="110470"/>
                      <a:pt x="278128" y="97338"/>
                    </a:cubicBezTo>
                    <a:cubicBezTo>
                      <a:pt x="324700" y="67508"/>
                      <a:pt x="388473" y="26669"/>
                      <a:pt x="400706" y="14428"/>
                    </a:cubicBezTo>
                    <a:cubicBezTo>
                      <a:pt x="420463" y="-5357"/>
                      <a:pt x="623971" y="62"/>
                      <a:pt x="646024" y="2816"/>
                    </a:cubicBezTo>
                    <a:cubicBezTo>
                      <a:pt x="657005" y="4184"/>
                      <a:pt x="691840" y="6120"/>
                      <a:pt x="732255" y="8352"/>
                    </a:cubicBezTo>
                    <a:cubicBezTo>
                      <a:pt x="796074" y="11889"/>
                      <a:pt x="875464" y="16282"/>
                      <a:pt x="899677" y="20693"/>
                    </a:cubicBezTo>
                    <a:cubicBezTo>
                      <a:pt x="938653" y="27786"/>
                      <a:pt x="1384391" y="164883"/>
                      <a:pt x="1403384" y="170715"/>
                    </a:cubicBezTo>
                    <a:cubicBezTo>
                      <a:pt x="1405004" y="171228"/>
                      <a:pt x="1405993" y="172993"/>
                      <a:pt x="1405454" y="174667"/>
                    </a:cubicBezTo>
                    <a:cubicBezTo>
                      <a:pt x="1404914" y="176323"/>
                      <a:pt x="1403203" y="177277"/>
                      <a:pt x="1401493" y="176755"/>
                    </a:cubicBezTo>
                    <a:cubicBezTo>
                      <a:pt x="1396903" y="175333"/>
                      <a:pt x="937212" y="33942"/>
                      <a:pt x="898507" y="26921"/>
                    </a:cubicBezTo>
                    <a:cubicBezTo>
                      <a:pt x="874744" y="22583"/>
                      <a:pt x="795534" y="18199"/>
                      <a:pt x="731895" y="14671"/>
                    </a:cubicBezTo>
                    <a:cubicBezTo>
                      <a:pt x="691390" y="12430"/>
                      <a:pt x="656466" y="10503"/>
                      <a:pt x="645304" y="9099"/>
                    </a:cubicBezTo>
                    <a:cubicBezTo>
                      <a:pt x="616320" y="5472"/>
                      <a:pt x="421346" y="2726"/>
                      <a:pt x="405180" y="18901"/>
                    </a:cubicBezTo>
                    <a:cubicBezTo>
                      <a:pt x="392470" y="31620"/>
                      <a:pt x="330955" y="71009"/>
                      <a:pt x="281539" y="102657"/>
                    </a:cubicBezTo>
                    <a:cubicBezTo>
                      <a:pt x="261079" y="115763"/>
                      <a:pt x="243401" y="127087"/>
                      <a:pt x="233923" y="133513"/>
                    </a:cubicBezTo>
                    <a:cubicBezTo>
                      <a:pt x="221393" y="142011"/>
                      <a:pt x="193903" y="157871"/>
                      <a:pt x="164821" y="174667"/>
                    </a:cubicBezTo>
                    <a:cubicBezTo>
                      <a:pt x="120121" y="200464"/>
                      <a:pt x="69462" y="229700"/>
                      <a:pt x="58940" y="240223"/>
                    </a:cubicBezTo>
                    <a:cubicBezTo>
                      <a:pt x="41280" y="257883"/>
                      <a:pt x="6319" y="361468"/>
                      <a:pt x="6319" y="405763"/>
                    </a:cubicBezTo>
                    <a:cubicBezTo>
                      <a:pt x="6319" y="450058"/>
                      <a:pt x="31063" y="579441"/>
                      <a:pt x="45249" y="607822"/>
                    </a:cubicBezTo>
                    <a:cubicBezTo>
                      <a:pt x="56537" y="630388"/>
                      <a:pt x="129446" y="700840"/>
                      <a:pt x="168610" y="738690"/>
                    </a:cubicBezTo>
                    <a:cubicBezTo>
                      <a:pt x="178295" y="748042"/>
                      <a:pt x="186180" y="755666"/>
                      <a:pt x="191005" y="760491"/>
                    </a:cubicBezTo>
                    <a:cubicBezTo>
                      <a:pt x="211996" y="781481"/>
                      <a:pt x="379841" y="778619"/>
                      <a:pt x="434991" y="777656"/>
                    </a:cubicBezTo>
                    <a:cubicBezTo>
                      <a:pt x="443236" y="777512"/>
                      <a:pt x="449438" y="777413"/>
                      <a:pt x="452921" y="777413"/>
                    </a:cubicBezTo>
                    <a:cubicBezTo>
                      <a:pt x="471014" y="777413"/>
                      <a:pt x="568074" y="742110"/>
                      <a:pt x="639003" y="716322"/>
                    </a:cubicBezTo>
                    <a:cubicBezTo>
                      <a:pt x="678248" y="702055"/>
                      <a:pt x="709212" y="690786"/>
                      <a:pt x="719024" y="688265"/>
                    </a:cubicBezTo>
                    <a:cubicBezTo>
                      <a:pt x="745847" y="681361"/>
                      <a:pt x="858902" y="700147"/>
                      <a:pt x="876364" y="717654"/>
                    </a:cubicBezTo>
                    <a:cubicBezTo>
                      <a:pt x="886175" y="727466"/>
                      <a:pt x="887436" y="778889"/>
                      <a:pt x="888066" y="850476"/>
                    </a:cubicBezTo>
                    <a:cubicBezTo>
                      <a:pt x="888425" y="883132"/>
                      <a:pt x="888696" y="916895"/>
                      <a:pt x="891216" y="921936"/>
                    </a:cubicBezTo>
                    <a:cubicBezTo>
                      <a:pt x="896526" y="932503"/>
                      <a:pt x="952154" y="949525"/>
                      <a:pt x="1026594" y="963332"/>
                    </a:cubicBezTo>
                    <a:cubicBezTo>
                      <a:pt x="1085732" y="974314"/>
                      <a:pt x="1316162" y="1159324"/>
                      <a:pt x="1325883" y="1167191"/>
                    </a:cubicBezTo>
                    <a:cubicBezTo>
                      <a:pt x="1327233" y="1168280"/>
                      <a:pt x="1327504" y="1170279"/>
                      <a:pt x="1326333" y="1171638"/>
                    </a:cubicBezTo>
                    <a:cubicBezTo>
                      <a:pt x="1325793" y="1172412"/>
                      <a:pt x="1324803" y="1172817"/>
                      <a:pt x="1323903" y="11728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"/>
              <p:cNvSpPr/>
              <p:nvPr/>
            </p:nvSpPr>
            <p:spPr>
              <a:xfrm>
                <a:off x="7211846" y="629248"/>
                <a:ext cx="2126903" cy="2623819"/>
              </a:xfrm>
              <a:custGeom>
                <a:avLst/>
                <a:gdLst/>
                <a:ahLst/>
                <a:cxnLst/>
                <a:rect l="l" t="t" r="r" b="b"/>
                <a:pathLst>
                  <a:path w="1688018" h="2082396" extrusionOk="0">
                    <a:moveTo>
                      <a:pt x="883313" y="2082396"/>
                    </a:moveTo>
                    <a:cubicBezTo>
                      <a:pt x="817694" y="2082396"/>
                      <a:pt x="624034" y="2029118"/>
                      <a:pt x="594311" y="2008308"/>
                    </a:cubicBezTo>
                    <a:cubicBezTo>
                      <a:pt x="577317" y="1996408"/>
                      <a:pt x="526560" y="1972582"/>
                      <a:pt x="477476" y="1949539"/>
                    </a:cubicBezTo>
                    <a:cubicBezTo>
                      <a:pt x="422974" y="1923949"/>
                      <a:pt x="371496" y="1899789"/>
                      <a:pt x="361866" y="1890158"/>
                    </a:cubicBezTo>
                    <a:cubicBezTo>
                      <a:pt x="342711" y="1871004"/>
                      <a:pt x="314537" y="1763080"/>
                      <a:pt x="314537" y="1738002"/>
                    </a:cubicBezTo>
                    <a:cubicBezTo>
                      <a:pt x="314537" y="1710747"/>
                      <a:pt x="296174" y="1610293"/>
                      <a:pt x="269054" y="1583173"/>
                    </a:cubicBezTo>
                    <a:cubicBezTo>
                      <a:pt x="258163" y="1572291"/>
                      <a:pt x="231411" y="1548752"/>
                      <a:pt x="203076" y="1523828"/>
                    </a:cubicBezTo>
                    <a:cubicBezTo>
                      <a:pt x="156062" y="1482477"/>
                      <a:pt x="102775" y="1435598"/>
                      <a:pt x="93747" y="1422061"/>
                    </a:cubicBezTo>
                    <a:cubicBezTo>
                      <a:pt x="77932" y="1398343"/>
                      <a:pt x="120301" y="1301148"/>
                      <a:pt x="136386" y="1268969"/>
                    </a:cubicBezTo>
                    <a:cubicBezTo>
                      <a:pt x="153740" y="1234269"/>
                      <a:pt x="200303" y="1038097"/>
                      <a:pt x="200303" y="988384"/>
                    </a:cubicBezTo>
                    <a:cubicBezTo>
                      <a:pt x="200303" y="938670"/>
                      <a:pt x="111479" y="683055"/>
                      <a:pt x="93432" y="636132"/>
                    </a:cubicBezTo>
                    <a:cubicBezTo>
                      <a:pt x="86744" y="618750"/>
                      <a:pt x="70812" y="591009"/>
                      <a:pt x="53935" y="561647"/>
                    </a:cubicBezTo>
                    <a:cubicBezTo>
                      <a:pt x="25338" y="511879"/>
                      <a:pt x="-4240" y="460419"/>
                      <a:pt x="504" y="441463"/>
                    </a:cubicBezTo>
                    <a:cubicBezTo>
                      <a:pt x="8398" y="409905"/>
                      <a:pt x="129113" y="314276"/>
                      <a:pt x="166018" y="289676"/>
                    </a:cubicBezTo>
                    <a:cubicBezTo>
                      <a:pt x="208665" y="261241"/>
                      <a:pt x="305419" y="203886"/>
                      <a:pt x="337571" y="186018"/>
                    </a:cubicBezTo>
                    <a:cubicBezTo>
                      <a:pt x="368490" y="168844"/>
                      <a:pt x="553275" y="62954"/>
                      <a:pt x="572466" y="43764"/>
                    </a:cubicBezTo>
                    <a:cubicBezTo>
                      <a:pt x="593799" y="22431"/>
                      <a:pt x="716160" y="0"/>
                      <a:pt x="760266" y="0"/>
                    </a:cubicBezTo>
                    <a:cubicBezTo>
                      <a:pt x="808333" y="0"/>
                      <a:pt x="964773" y="3646"/>
                      <a:pt x="1049745" y="10720"/>
                    </a:cubicBezTo>
                    <a:cubicBezTo>
                      <a:pt x="1134626" y="17795"/>
                      <a:pt x="1612858" y="123946"/>
                      <a:pt x="1617719" y="125017"/>
                    </a:cubicBezTo>
                    <a:cubicBezTo>
                      <a:pt x="1619429" y="125405"/>
                      <a:pt x="1620509" y="127088"/>
                      <a:pt x="1620059" y="128789"/>
                    </a:cubicBezTo>
                    <a:cubicBezTo>
                      <a:pt x="1619699" y="130490"/>
                      <a:pt x="1618079" y="131570"/>
                      <a:pt x="1616369" y="131192"/>
                    </a:cubicBezTo>
                    <a:cubicBezTo>
                      <a:pt x="1611508" y="130121"/>
                      <a:pt x="1133635" y="24060"/>
                      <a:pt x="1049204" y="17021"/>
                    </a:cubicBezTo>
                    <a:cubicBezTo>
                      <a:pt x="964413" y="9964"/>
                      <a:pt x="808333" y="6328"/>
                      <a:pt x="760266" y="6328"/>
                    </a:cubicBezTo>
                    <a:cubicBezTo>
                      <a:pt x="712335" y="6328"/>
                      <a:pt x="595788" y="29380"/>
                      <a:pt x="576930" y="48237"/>
                    </a:cubicBezTo>
                    <a:cubicBezTo>
                      <a:pt x="556075" y="69093"/>
                      <a:pt x="361001" y="180240"/>
                      <a:pt x="340641" y="191554"/>
                    </a:cubicBezTo>
                    <a:cubicBezTo>
                      <a:pt x="308551" y="209376"/>
                      <a:pt x="212049" y="266588"/>
                      <a:pt x="169519" y="294933"/>
                    </a:cubicBezTo>
                    <a:cubicBezTo>
                      <a:pt x="125719" y="324133"/>
                      <a:pt x="13348" y="416125"/>
                      <a:pt x="6634" y="442993"/>
                    </a:cubicBezTo>
                    <a:cubicBezTo>
                      <a:pt x="2511" y="459474"/>
                      <a:pt x="34060" y="514382"/>
                      <a:pt x="59407" y="558496"/>
                    </a:cubicBezTo>
                    <a:cubicBezTo>
                      <a:pt x="76401" y="588074"/>
                      <a:pt x="92459" y="616014"/>
                      <a:pt x="99327" y="633854"/>
                    </a:cubicBezTo>
                    <a:cubicBezTo>
                      <a:pt x="117447" y="680966"/>
                      <a:pt x="206622" y="938184"/>
                      <a:pt x="206622" y="988375"/>
                    </a:cubicBezTo>
                    <a:cubicBezTo>
                      <a:pt x="206622" y="1038565"/>
                      <a:pt x="160284" y="1235304"/>
                      <a:pt x="142038" y="1271786"/>
                    </a:cubicBezTo>
                    <a:cubicBezTo>
                      <a:pt x="120985" y="1313894"/>
                      <a:pt x="86753" y="1400161"/>
                      <a:pt x="99004" y="1418550"/>
                    </a:cubicBezTo>
                    <a:cubicBezTo>
                      <a:pt x="107572" y="1431395"/>
                      <a:pt x="162840" y="1480019"/>
                      <a:pt x="207252" y="1519075"/>
                    </a:cubicBezTo>
                    <a:cubicBezTo>
                      <a:pt x="236892" y="1545152"/>
                      <a:pt x="262483" y="1567664"/>
                      <a:pt x="273519" y="1578699"/>
                    </a:cubicBezTo>
                    <a:cubicBezTo>
                      <a:pt x="303619" y="1608808"/>
                      <a:pt x="320856" y="1714032"/>
                      <a:pt x="320856" y="1738002"/>
                    </a:cubicBezTo>
                    <a:cubicBezTo>
                      <a:pt x="320856" y="1761972"/>
                      <a:pt x="349056" y="1868411"/>
                      <a:pt x="366330" y="1885685"/>
                    </a:cubicBezTo>
                    <a:cubicBezTo>
                      <a:pt x="375169" y="1894524"/>
                      <a:pt x="428545" y="1919583"/>
                      <a:pt x="480159" y="1943814"/>
                    </a:cubicBezTo>
                    <a:cubicBezTo>
                      <a:pt x="529477" y="1966974"/>
                      <a:pt x="580486" y="1990917"/>
                      <a:pt x="597930" y="2003132"/>
                    </a:cubicBezTo>
                    <a:cubicBezTo>
                      <a:pt x="633133" y="2027768"/>
                      <a:pt x="867921" y="2087734"/>
                      <a:pt x="898254" y="2074223"/>
                    </a:cubicBezTo>
                    <a:cubicBezTo>
                      <a:pt x="902395" y="2072369"/>
                      <a:pt x="907526" y="2070218"/>
                      <a:pt x="913197" y="2067797"/>
                    </a:cubicBezTo>
                    <a:cubicBezTo>
                      <a:pt x="950011" y="2052179"/>
                      <a:pt x="1018420" y="2023106"/>
                      <a:pt x="1039663" y="1989747"/>
                    </a:cubicBezTo>
                    <a:cubicBezTo>
                      <a:pt x="1064956" y="1949935"/>
                      <a:pt x="1263162" y="1838293"/>
                      <a:pt x="1294486" y="1824359"/>
                    </a:cubicBezTo>
                    <a:cubicBezTo>
                      <a:pt x="1326891" y="1809967"/>
                      <a:pt x="1670286" y="1813216"/>
                      <a:pt x="1684868" y="1813378"/>
                    </a:cubicBezTo>
                    <a:cubicBezTo>
                      <a:pt x="1686668" y="1813396"/>
                      <a:pt x="1688018" y="1814818"/>
                      <a:pt x="1688018" y="1816564"/>
                    </a:cubicBezTo>
                    <a:cubicBezTo>
                      <a:pt x="1688018" y="1818302"/>
                      <a:pt x="1686578" y="1819697"/>
                      <a:pt x="1684868" y="1819697"/>
                    </a:cubicBezTo>
                    <a:lnTo>
                      <a:pt x="1684868" y="1819697"/>
                    </a:lnTo>
                    <a:cubicBezTo>
                      <a:pt x="1561641" y="1818491"/>
                      <a:pt x="1321940" y="1819058"/>
                      <a:pt x="1297097" y="1830129"/>
                    </a:cubicBezTo>
                    <a:cubicBezTo>
                      <a:pt x="1265953" y="1843946"/>
                      <a:pt x="1069817" y="1954201"/>
                      <a:pt x="1044973" y="1993141"/>
                    </a:cubicBezTo>
                    <a:cubicBezTo>
                      <a:pt x="1022741" y="2028155"/>
                      <a:pt x="955682" y="2056617"/>
                      <a:pt x="915717" y="2073611"/>
                    </a:cubicBezTo>
                    <a:cubicBezTo>
                      <a:pt x="910046" y="2076024"/>
                      <a:pt x="905005" y="2078166"/>
                      <a:pt x="900865" y="2080002"/>
                    </a:cubicBezTo>
                    <a:cubicBezTo>
                      <a:pt x="897084" y="2081640"/>
                      <a:pt x="891144" y="2082396"/>
                      <a:pt x="883313" y="208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"/>
              <p:cNvSpPr/>
              <p:nvPr/>
            </p:nvSpPr>
            <p:spPr>
              <a:xfrm>
                <a:off x="7466687" y="1943304"/>
                <a:ext cx="1329156" cy="1205691"/>
              </a:xfrm>
              <a:custGeom>
                <a:avLst/>
                <a:gdLst/>
                <a:ahLst/>
                <a:cxnLst/>
                <a:rect l="l" t="t" r="r" b="b"/>
                <a:pathLst>
                  <a:path w="1054886" h="956898" extrusionOk="0">
                    <a:moveTo>
                      <a:pt x="665677" y="956899"/>
                    </a:moveTo>
                    <a:cubicBezTo>
                      <a:pt x="633992" y="956899"/>
                      <a:pt x="531738" y="911127"/>
                      <a:pt x="372535" y="834888"/>
                    </a:cubicBezTo>
                    <a:cubicBezTo>
                      <a:pt x="331903" y="815427"/>
                      <a:pt x="299815" y="800062"/>
                      <a:pt x="293054" y="798127"/>
                    </a:cubicBezTo>
                    <a:cubicBezTo>
                      <a:pt x="266870" y="790656"/>
                      <a:pt x="191098" y="678609"/>
                      <a:pt x="184113" y="660589"/>
                    </a:cubicBezTo>
                    <a:cubicBezTo>
                      <a:pt x="181431" y="653685"/>
                      <a:pt x="180278" y="633756"/>
                      <a:pt x="178802" y="608517"/>
                    </a:cubicBezTo>
                    <a:cubicBezTo>
                      <a:pt x="176399" y="567345"/>
                      <a:pt x="173105" y="510962"/>
                      <a:pt x="161403" y="499261"/>
                    </a:cubicBezTo>
                    <a:cubicBezTo>
                      <a:pt x="156219" y="494076"/>
                      <a:pt x="147766" y="484211"/>
                      <a:pt x="137073" y="471708"/>
                    </a:cubicBezTo>
                    <a:cubicBezTo>
                      <a:pt x="107360" y="436990"/>
                      <a:pt x="62445" y="384523"/>
                      <a:pt x="39482" y="376872"/>
                    </a:cubicBezTo>
                    <a:cubicBezTo>
                      <a:pt x="4377" y="365170"/>
                      <a:pt x="-5497" y="280676"/>
                      <a:pt x="2721" y="241161"/>
                    </a:cubicBezTo>
                    <a:cubicBezTo>
                      <a:pt x="10894" y="201834"/>
                      <a:pt x="122266" y="12873"/>
                      <a:pt x="127001" y="4853"/>
                    </a:cubicBezTo>
                    <a:cubicBezTo>
                      <a:pt x="127288" y="4358"/>
                      <a:pt x="127703" y="3962"/>
                      <a:pt x="128207" y="3682"/>
                    </a:cubicBezTo>
                    <a:cubicBezTo>
                      <a:pt x="146551" y="-6354"/>
                      <a:pt x="165993" y="6032"/>
                      <a:pt x="184806" y="18021"/>
                    </a:cubicBezTo>
                    <a:cubicBezTo>
                      <a:pt x="200919" y="28292"/>
                      <a:pt x="216166" y="37986"/>
                      <a:pt x="228255" y="31937"/>
                    </a:cubicBezTo>
                    <a:cubicBezTo>
                      <a:pt x="258085" y="17031"/>
                      <a:pt x="330553" y="20524"/>
                      <a:pt x="365766" y="55727"/>
                    </a:cubicBezTo>
                    <a:cubicBezTo>
                      <a:pt x="400979" y="90931"/>
                      <a:pt x="436101" y="126062"/>
                      <a:pt x="444059" y="177054"/>
                    </a:cubicBezTo>
                    <a:cubicBezTo>
                      <a:pt x="448874" y="207937"/>
                      <a:pt x="554062" y="263808"/>
                      <a:pt x="630842" y="304601"/>
                    </a:cubicBezTo>
                    <a:cubicBezTo>
                      <a:pt x="675398" y="328256"/>
                      <a:pt x="710592" y="346943"/>
                      <a:pt x="720943" y="357276"/>
                    </a:cubicBezTo>
                    <a:cubicBezTo>
                      <a:pt x="749117" y="385476"/>
                      <a:pt x="867213" y="428223"/>
                      <a:pt x="930041" y="442175"/>
                    </a:cubicBezTo>
                    <a:cubicBezTo>
                      <a:pt x="996830" y="457009"/>
                      <a:pt x="1043366" y="520449"/>
                      <a:pt x="1053717" y="558650"/>
                    </a:cubicBezTo>
                    <a:cubicBezTo>
                      <a:pt x="1060558" y="583602"/>
                      <a:pt x="1036165" y="617491"/>
                      <a:pt x="1012582" y="650255"/>
                    </a:cubicBezTo>
                    <a:cubicBezTo>
                      <a:pt x="997280" y="671444"/>
                      <a:pt x="982878" y="691445"/>
                      <a:pt x="978738" y="706675"/>
                    </a:cubicBezTo>
                    <a:cubicBezTo>
                      <a:pt x="972526" y="729538"/>
                      <a:pt x="937242" y="757387"/>
                      <a:pt x="903128" y="784319"/>
                    </a:cubicBezTo>
                    <a:cubicBezTo>
                      <a:pt x="876934" y="804923"/>
                      <a:pt x="850021" y="826219"/>
                      <a:pt x="839219" y="843178"/>
                    </a:cubicBezTo>
                    <a:cubicBezTo>
                      <a:pt x="823287" y="868201"/>
                      <a:pt x="771350" y="897086"/>
                      <a:pt x="729585" y="920291"/>
                    </a:cubicBezTo>
                    <a:cubicBezTo>
                      <a:pt x="704291" y="934378"/>
                      <a:pt x="682419" y="946547"/>
                      <a:pt x="674587" y="954378"/>
                    </a:cubicBezTo>
                    <a:cubicBezTo>
                      <a:pt x="672878" y="956053"/>
                      <a:pt x="669907" y="956881"/>
                      <a:pt x="665677" y="956881"/>
                    </a:cubicBezTo>
                    <a:close/>
                    <a:moveTo>
                      <a:pt x="131987" y="8849"/>
                    </a:moveTo>
                    <a:cubicBezTo>
                      <a:pt x="124039" y="22360"/>
                      <a:pt x="16619" y="205381"/>
                      <a:pt x="8905" y="242457"/>
                    </a:cubicBezTo>
                    <a:cubicBezTo>
                      <a:pt x="1182" y="279614"/>
                      <a:pt x="11138" y="360777"/>
                      <a:pt x="41481" y="370886"/>
                    </a:cubicBezTo>
                    <a:cubicBezTo>
                      <a:pt x="66099" y="379104"/>
                      <a:pt x="111699" y="432364"/>
                      <a:pt x="141870" y="467612"/>
                    </a:cubicBezTo>
                    <a:cubicBezTo>
                      <a:pt x="152060" y="479521"/>
                      <a:pt x="160854" y="489791"/>
                      <a:pt x="165868" y="494805"/>
                    </a:cubicBezTo>
                    <a:cubicBezTo>
                      <a:pt x="179270" y="508208"/>
                      <a:pt x="182502" y="563628"/>
                      <a:pt x="185103" y="608157"/>
                    </a:cubicBezTo>
                    <a:cubicBezTo>
                      <a:pt x="186426" y="630876"/>
                      <a:pt x="187687" y="652335"/>
                      <a:pt x="190000" y="658311"/>
                    </a:cubicBezTo>
                    <a:cubicBezTo>
                      <a:pt x="196607" y="675324"/>
                      <a:pt x="271614" y="785435"/>
                      <a:pt x="294792" y="792060"/>
                    </a:cubicBezTo>
                    <a:cubicBezTo>
                      <a:pt x="302065" y="794130"/>
                      <a:pt x="332767" y="808838"/>
                      <a:pt x="375262" y="829190"/>
                    </a:cubicBezTo>
                    <a:cubicBezTo>
                      <a:pt x="466462" y="872872"/>
                      <a:pt x="656225" y="963784"/>
                      <a:pt x="670087" y="949932"/>
                    </a:cubicBezTo>
                    <a:cubicBezTo>
                      <a:pt x="678548" y="941480"/>
                      <a:pt x="700781" y="929112"/>
                      <a:pt x="726524" y="914791"/>
                    </a:cubicBezTo>
                    <a:cubicBezTo>
                      <a:pt x="767660" y="891928"/>
                      <a:pt x="818786" y="863484"/>
                      <a:pt x="833819" y="839811"/>
                    </a:cubicBezTo>
                    <a:cubicBezTo>
                      <a:pt x="845160" y="821953"/>
                      <a:pt x="871443" y="801268"/>
                      <a:pt x="899167" y="779377"/>
                    </a:cubicBezTo>
                    <a:cubicBezTo>
                      <a:pt x="932471" y="753076"/>
                      <a:pt x="966946" y="725874"/>
                      <a:pt x="972707" y="705027"/>
                    </a:cubicBezTo>
                    <a:cubicBezTo>
                      <a:pt x="977118" y="688708"/>
                      <a:pt x="991879" y="668249"/>
                      <a:pt x="1007451" y="646583"/>
                    </a:cubicBezTo>
                    <a:cubicBezTo>
                      <a:pt x="1029054" y="616492"/>
                      <a:pt x="1053628" y="582386"/>
                      <a:pt x="1047597" y="560342"/>
                    </a:cubicBezTo>
                    <a:cubicBezTo>
                      <a:pt x="1037605" y="523627"/>
                      <a:pt x="992870" y="462644"/>
                      <a:pt x="928601" y="448368"/>
                    </a:cubicBezTo>
                    <a:cubicBezTo>
                      <a:pt x="863612" y="433921"/>
                      <a:pt x="745877" y="391192"/>
                      <a:pt x="716443" y="361768"/>
                    </a:cubicBezTo>
                    <a:cubicBezTo>
                      <a:pt x="706811" y="352100"/>
                      <a:pt x="670267" y="332685"/>
                      <a:pt x="627872" y="310200"/>
                    </a:cubicBezTo>
                    <a:cubicBezTo>
                      <a:pt x="545601" y="266472"/>
                      <a:pt x="443104" y="212060"/>
                      <a:pt x="437794" y="178044"/>
                    </a:cubicBezTo>
                    <a:cubicBezTo>
                      <a:pt x="430160" y="129087"/>
                      <a:pt x="395145" y="94072"/>
                      <a:pt x="361284" y="60210"/>
                    </a:cubicBezTo>
                    <a:cubicBezTo>
                      <a:pt x="328996" y="27932"/>
                      <a:pt x="259381" y="23431"/>
                      <a:pt x="231073" y="37608"/>
                    </a:cubicBezTo>
                    <a:cubicBezTo>
                      <a:pt x="215761" y="45241"/>
                      <a:pt x="198290" y="34134"/>
                      <a:pt x="181403" y="23368"/>
                    </a:cubicBezTo>
                    <a:cubicBezTo>
                      <a:pt x="164428" y="12558"/>
                      <a:pt x="146884" y="1369"/>
                      <a:pt x="131979" y="88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"/>
              <p:cNvSpPr/>
              <p:nvPr/>
            </p:nvSpPr>
            <p:spPr>
              <a:xfrm>
                <a:off x="7608899" y="2129065"/>
                <a:ext cx="574973" cy="586151"/>
              </a:xfrm>
              <a:custGeom>
                <a:avLst/>
                <a:gdLst/>
                <a:ahLst/>
                <a:cxnLst/>
                <a:rect l="l" t="t" r="r" b="b"/>
                <a:pathLst>
                  <a:path w="456328" h="465199" extrusionOk="0">
                    <a:moveTo>
                      <a:pt x="264760" y="465200"/>
                    </a:moveTo>
                    <a:cubicBezTo>
                      <a:pt x="260412" y="465200"/>
                      <a:pt x="256227" y="465020"/>
                      <a:pt x="252275" y="464660"/>
                    </a:cubicBezTo>
                    <a:cubicBezTo>
                      <a:pt x="215397" y="461311"/>
                      <a:pt x="171453" y="425154"/>
                      <a:pt x="156170" y="400715"/>
                    </a:cubicBezTo>
                    <a:cubicBezTo>
                      <a:pt x="148680" y="388735"/>
                      <a:pt x="145377" y="366961"/>
                      <a:pt x="141876" y="343909"/>
                    </a:cubicBezTo>
                    <a:cubicBezTo>
                      <a:pt x="137870" y="317535"/>
                      <a:pt x="133334" y="287633"/>
                      <a:pt x="121821" y="269550"/>
                    </a:cubicBezTo>
                    <a:cubicBezTo>
                      <a:pt x="107320" y="246759"/>
                      <a:pt x="70694" y="215912"/>
                      <a:pt x="41269" y="191123"/>
                    </a:cubicBezTo>
                    <a:cubicBezTo>
                      <a:pt x="26840" y="178962"/>
                      <a:pt x="14383" y="168467"/>
                      <a:pt x="6669" y="160762"/>
                    </a:cubicBezTo>
                    <a:cubicBezTo>
                      <a:pt x="-7571" y="146522"/>
                      <a:pt x="3653" y="111597"/>
                      <a:pt x="15580" y="84810"/>
                    </a:cubicBezTo>
                    <a:cubicBezTo>
                      <a:pt x="29658" y="53198"/>
                      <a:pt x="49100" y="23278"/>
                      <a:pt x="59776" y="12602"/>
                    </a:cubicBezTo>
                    <a:lnTo>
                      <a:pt x="59776" y="12602"/>
                    </a:lnTo>
                    <a:cubicBezTo>
                      <a:pt x="79974" y="-7587"/>
                      <a:pt x="190932" y="-1268"/>
                      <a:pt x="207935" y="15735"/>
                    </a:cubicBezTo>
                    <a:cubicBezTo>
                      <a:pt x="223039" y="30839"/>
                      <a:pt x="240159" y="88257"/>
                      <a:pt x="250385" y="122570"/>
                    </a:cubicBezTo>
                    <a:lnTo>
                      <a:pt x="252455" y="129510"/>
                    </a:lnTo>
                    <a:cubicBezTo>
                      <a:pt x="259809" y="154002"/>
                      <a:pt x="360703" y="174561"/>
                      <a:pt x="409156" y="184444"/>
                    </a:cubicBezTo>
                    <a:cubicBezTo>
                      <a:pt x="419508" y="186532"/>
                      <a:pt x="428239" y="188332"/>
                      <a:pt x="434720" y="189809"/>
                    </a:cubicBezTo>
                    <a:cubicBezTo>
                      <a:pt x="444081" y="191951"/>
                      <a:pt x="450562" y="197072"/>
                      <a:pt x="453803" y="205039"/>
                    </a:cubicBezTo>
                    <a:cubicBezTo>
                      <a:pt x="465864" y="234076"/>
                      <a:pt x="431029" y="291225"/>
                      <a:pt x="427069" y="297643"/>
                    </a:cubicBezTo>
                    <a:cubicBezTo>
                      <a:pt x="420858" y="307472"/>
                      <a:pt x="410777" y="329426"/>
                      <a:pt x="400155" y="352658"/>
                    </a:cubicBezTo>
                    <a:cubicBezTo>
                      <a:pt x="383071" y="389725"/>
                      <a:pt x="365447" y="428061"/>
                      <a:pt x="354744" y="438763"/>
                    </a:cubicBezTo>
                    <a:cubicBezTo>
                      <a:pt x="337975" y="455524"/>
                      <a:pt x="296975" y="465200"/>
                      <a:pt x="264751" y="465200"/>
                    </a:cubicBezTo>
                    <a:close/>
                    <a:moveTo>
                      <a:pt x="62017" y="14835"/>
                    </a:moveTo>
                    <a:lnTo>
                      <a:pt x="64249" y="17067"/>
                    </a:lnTo>
                    <a:cubicBezTo>
                      <a:pt x="53988" y="27328"/>
                      <a:pt x="35140" y="56438"/>
                      <a:pt x="21368" y="87375"/>
                    </a:cubicBezTo>
                    <a:cubicBezTo>
                      <a:pt x="5876" y="122165"/>
                      <a:pt x="2150" y="147287"/>
                      <a:pt x="11151" y="156288"/>
                    </a:cubicBezTo>
                    <a:cubicBezTo>
                      <a:pt x="18668" y="163804"/>
                      <a:pt x="31035" y="174219"/>
                      <a:pt x="45356" y="186280"/>
                    </a:cubicBezTo>
                    <a:cubicBezTo>
                      <a:pt x="75105" y="211348"/>
                      <a:pt x="112145" y="242546"/>
                      <a:pt x="127158" y="266157"/>
                    </a:cubicBezTo>
                    <a:cubicBezTo>
                      <a:pt x="139382" y="285365"/>
                      <a:pt x="144027" y="315969"/>
                      <a:pt x="148131" y="342955"/>
                    </a:cubicBezTo>
                    <a:cubicBezTo>
                      <a:pt x="151525" y="365341"/>
                      <a:pt x="154739" y="386494"/>
                      <a:pt x="161526" y="397367"/>
                    </a:cubicBezTo>
                    <a:cubicBezTo>
                      <a:pt x="177673" y="423209"/>
                      <a:pt x="221086" y="455478"/>
                      <a:pt x="252842" y="458368"/>
                    </a:cubicBezTo>
                    <a:cubicBezTo>
                      <a:pt x="288127" y="461572"/>
                      <a:pt x="334483" y="450096"/>
                      <a:pt x="350280" y="434290"/>
                    </a:cubicBezTo>
                    <a:cubicBezTo>
                      <a:pt x="360181" y="424388"/>
                      <a:pt x="378346" y="384873"/>
                      <a:pt x="394377" y="350012"/>
                    </a:cubicBezTo>
                    <a:cubicBezTo>
                      <a:pt x="405106" y="326582"/>
                      <a:pt x="415277" y="304457"/>
                      <a:pt x="421668" y="294285"/>
                    </a:cubicBezTo>
                    <a:cubicBezTo>
                      <a:pt x="435620" y="272016"/>
                      <a:pt x="456773" y="228658"/>
                      <a:pt x="448042" y="207451"/>
                    </a:cubicBezTo>
                    <a:cubicBezTo>
                      <a:pt x="445522" y="201402"/>
                      <a:pt x="440661" y="197649"/>
                      <a:pt x="433370" y="195956"/>
                    </a:cubicBezTo>
                    <a:cubicBezTo>
                      <a:pt x="426889" y="194480"/>
                      <a:pt x="418158" y="192698"/>
                      <a:pt x="407986" y="190619"/>
                    </a:cubicBezTo>
                    <a:cubicBezTo>
                      <a:pt x="333871" y="175533"/>
                      <a:pt x="254192" y="157260"/>
                      <a:pt x="246415" y="131310"/>
                    </a:cubicBezTo>
                    <a:lnTo>
                      <a:pt x="244336" y="124361"/>
                    </a:lnTo>
                    <a:cubicBezTo>
                      <a:pt x="234939" y="92830"/>
                      <a:pt x="217440" y="34151"/>
                      <a:pt x="203479" y="20190"/>
                    </a:cubicBezTo>
                    <a:cubicBezTo>
                      <a:pt x="188619" y="5330"/>
                      <a:pt x="81757" y="-422"/>
                      <a:pt x="64258" y="17058"/>
                    </a:cubicBezTo>
                    <a:lnTo>
                      <a:pt x="62026" y="1482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"/>
              <p:cNvSpPr/>
              <p:nvPr/>
            </p:nvSpPr>
            <p:spPr>
              <a:xfrm>
                <a:off x="8097367" y="2656485"/>
                <a:ext cx="468464" cy="387660"/>
              </a:xfrm>
              <a:custGeom>
                <a:avLst/>
                <a:gdLst/>
                <a:ahLst/>
                <a:cxnLst/>
                <a:rect l="l" t="t" r="r" b="b"/>
                <a:pathLst>
                  <a:path w="371797" h="307667" extrusionOk="0">
                    <a:moveTo>
                      <a:pt x="188116" y="307667"/>
                    </a:moveTo>
                    <a:cubicBezTo>
                      <a:pt x="159941" y="307667"/>
                      <a:pt x="123397" y="278216"/>
                      <a:pt x="108725" y="263472"/>
                    </a:cubicBezTo>
                    <a:cubicBezTo>
                      <a:pt x="100984" y="255767"/>
                      <a:pt x="78661" y="248359"/>
                      <a:pt x="57058" y="241194"/>
                    </a:cubicBezTo>
                    <a:cubicBezTo>
                      <a:pt x="23574" y="230086"/>
                      <a:pt x="3060" y="222570"/>
                      <a:pt x="918" y="211877"/>
                    </a:cubicBezTo>
                    <a:cubicBezTo>
                      <a:pt x="-2845" y="193064"/>
                      <a:pt x="5040" y="120047"/>
                      <a:pt x="23123" y="101936"/>
                    </a:cubicBezTo>
                    <a:cubicBezTo>
                      <a:pt x="62729" y="62349"/>
                      <a:pt x="161202" y="-9696"/>
                      <a:pt x="250674" y="1087"/>
                    </a:cubicBezTo>
                    <a:cubicBezTo>
                      <a:pt x="307021" y="7847"/>
                      <a:pt x="320973" y="38712"/>
                      <a:pt x="331144" y="61251"/>
                    </a:cubicBezTo>
                    <a:cubicBezTo>
                      <a:pt x="337535" y="75356"/>
                      <a:pt x="342126" y="85545"/>
                      <a:pt x="354188" y="86751"/>
                    </a:cubicBezTo>
                    <a:cubicBezTo>
                      <a:pt x="363009" y="87634"/>
                      <a:pt x="368590" y="91216"/>
                      <a:pt x="370840" y="97382"/>
                    </a:cubicBezTo>
                    <a:cubicBezTo>
                      <a:pt x="379211" y="120911"/>
                      <a:pt x="330244" y="171470"/>
                      <a:pt x="320343" y="181372"/>
                    </a:cubicBezTo>
                    <a:cubicBezTo>
                      <a:pt x="300990" y="200760"/>
                      <a:pt x="276957" y="226909"/>
                      <a:pt x="255804" y="249988"/>
                    </a:cubicBezTo>
                    <a:cubicBezTo>
                      <a:pt x="237982" y="269394"/>
                      <a:pt x="221149" y="287739"/>
                      <a:pt x="209719" y="299170"/>
                    </a:cubicBezTo>
                    <a:cubicBezTo>
                      <a:pt x="203688" y="305192"/>
                      <a:pt x="196217" y="307667"/>
                      <a:pt x="188116" y="307667"/>
                    </a:cubicBezTo>
                    <a:close/>
                    <a:moveTo>
                      <a:pt x="232222" y="6326"/>
                    </a:moveTo>
                    <a:cubicBezTo>
                      <a:pt x="150131" y="6326"/>
                      <a:pt x="63809" y="70207"/>
                      <a:pt x="27624" y="106410"/>
                    </a:cubicBezTo>
                    <a:cubicBezTo>
                      <a:pt x="11485" y="122549"/>
                      <a:pt x="3726" y="193659"/>
                      <a:pt x="7120" y="210644"/>
                    </a:cubicBezTo>
                    <a:cubicBezTo>
                      <a:pt x="8686" y="218502"/>
                      <a:pt x="36625" y="227755"/>
                      <a:pt x="59039" y="235190"/>
                    </a:cubicBezTo>
                    <a:cubicBezTo>
                      <a:pt x="82352" y="242931"/>
                      <a:pt x="104405" y="250240"/>
                      <a:pt x="113135" y="258998"/>
                    </a:cubicBezTo>
                    <a:cubicBezTo>
                      <a:pt x="122767" y="268602"/>
                      <a:pt x="140319" y="283112"/>
                      <a:pt x="158052" y="292374"/>
                    </a:cubicBezTo>
                    <a:cubicBezTo>
                      <a:pt x="179654" y="303653"/>
                      <a:pt x="195496" y="304418"/>
                      <a:pt x="205308" y="294688"/>
                    </a:cubicBezTo>
                    <a:cubicBezTo>
                      <a:pt x="216559" y="283355"/>
                      <a:pt x="233392" y="265065"/>
                      <a:pt x="251124" y="245703"/>
                    </a:cubicBezTo>
                    <a:cubicBezTo>
                      <a:pt x="272367" y="222588"/>
                      <a:pt x="296400" y="196386"/>
                      <a:pt x="315933" y="176898"/>
                    </a:cubicBezTo>
                    <a:cubicBezTo>
                      <a:pt x="349146" y="143675"/>
                      <a:pt x="369309" y="111847"/>
                      <a:pt x="364899" y="99506"/>
                    </a:cubicBezTo>
                    <a:cubicBezTo>
                      <a:pt x="363548" y="95789"/>
                      <a:pt x="359858" y="93664"/>
                      <a:pt x="353557" y="93034"/>
                    </a:cubicBezTo>
                    <a:cubicBezTo>
                      <a:pt x="337895" y="91468"/>
                      <a:pt x="332044" y="78677"/>
                      <a:pt x="325384" y="63852"/>
                    </a:cubicBezTo>
                    <a:cubicBezTo>
                      <a:pt x="315302" y="41503"/>
                      <a:pt x="302790" y="13698"/>
                      <a:pt x="249953" y="7361"/>
                    </a:cubicBezTo>
                    <a:cubicBezTo>
                      <a:pt x="244103" y="6659"/>
                      <a:pt x="238162" y="6326"/>
                      <a:pt x="232222" y="63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2"/>
              <p:cNvSpPr/>
              <p:nvPr/>
            </p:nvSpPr>
            <p:spPr>
              <a:xfrm>
                <a:off x="7838341" y="1727403"/>
                <a:ext cx="1383483" cy="1082266"/>
              </a:xfrm>
              <a:custGeom>
                <a:avLst/>
                <a:gdLst/>
                <a:ahLst/>
                <a:cxnLst/>
                <a:rect l="l" t="t" r="r" b="b"/>
                <a:pathLst>
                  <a:path w="1098002" h="858941" extrusionOk="0">
                    <a:moveTo>
                      <a:pt x="1094873" y="858942"/>
                    </a:moveTo>
                    <a:cubicBezTo>
                      <a:pt x="1094603" y="858942"/>
                      <a:pt x="1094423" y="858915"/>
                      <a:pt x="1094152" y="858870"/>
                    </a:cubicBezTo>
                    <a:cubicBezTo>
                      <a:pt x="1086592" y="857259"/>
                      <a:pt x="907738" y="819283"/>
                      <a:pt x="879024" y="801343"/>
                    </a:cubicBezTo>
                    <a:cubicBezTo>
                      <a:pt x="850311" y="783431"/>
                      <a:pt x="817096" y="722304"/>
                      <a:pt x="813316" y="695589"/>
                    </a:cubicBezTo>
                    <a:cubicBezTo>
                      <a:pt x="809895" y="672050"/>
                      <a:pt x="778482" y="608169"/>
                      <a:pt x="754268" y="575657"/>
                    </a:cubicBezTo>
                    <a:cubicBezTo>
                      <a:pt x="731945" y="545719"/>
                      <a:pt x="637433" y="507941"/>
                      <a:pt x="590536" y="492144"/>
                    </a:cubicBezTo>
                    <a:cubicBezTo>
                      <a:pt x="574245" y="486635"/>
                      <a:pt x="545530" y="471432"/>
                      <a:pt x="512317" y="453826"/>
                    </a:cubicBezTo>
                    <a:cubicBezTo>
                      <a:pt x="465780" y="429082"/>
                      <a:pt x="412943" y="401052"/>
                      <a:pt x="383870" y="394814"/>
                    </a:cubicBezTo>
                    <a:cubicBezTo>
                      <a:pt x="337603" y="384904"/>
                      <a:pt x="213505" y="313434"/>
                      <a:pt x="213505" y="291777"/>
                    </a:cubicBezTo>
                    <a:cubicBezTo>
                      <a:pt x="213505" y="275224"/>
                      <a:pt x="179849" y="200199"/>
                      <a:pt x="169434" y="189785"/>
                    </a:cubicBezTo>
                    <a:cubicBezTo>
                      <a:pt x="159992" y="180343"/>
                      <a:pt x="44597" y="142367"/>
                      <a:pt x="15946" y="134185"/>
                    </a:cubicBezTo>
                    <a:cubicBezTo>
                      <a:pt x="8529" y="132070"/>
                      <a:pt x="3453" y="126498"/>
                      <a:pt x="1275" y="118091"/>
                    </a:cubicBezTo>
                    <a:cubicBezTo>
                      <a:pt x="-3721" y="98828"/>
                      <a:pt x="7071" y="70285"/>
                      <a:pt x="14587" y="62760"/>
                    </a:cubicBezTo>
                    <a:cubicBezTo>
                      <a:pt x="22580" y="54767"/>
                      <a:pt x="74679" y="54948"/>
                      <a:pt x="153278" y="56108"/>
                    </a:cubicBezTo>
                    <a:cubicBezTo>
                      <a:pt x="170172" y="56361"/>
                      <a:pt x="185997" y="56595"/>
                      <a:pt x="198868" y="56595"/>
                    </a:cubicBezTo>
                    <a:cubicBezTo>
                      <a:pt x="240931" y="56595"/>
                      <a:pt x="314380" y="32436"/>
                      <a:pt x="362987" y="16440"/>
                    </a:cubicBezTo>
                    <a:cubicBezTo>
                      <a:pt x="380089" y="10788"/>
                      <a:pt x="394941" y="5909"/>
                      <a:pt x="405022" y="3155"/>
                    </a:cubicBezTo>
                    <a:cubicBezTo>
                      <a:pt x="444447" y="-7575"/>
                      <a:pt x="490714" y="11679"/>
                      <a:pt x="500975" y="21922"/>
                    </a:cubicBezTo>
                    <a:cubicBezTo>
                      <a:pt x="511326" y="32336"/>
                      <a:pt x="526899" y="163187"/>
                      <a:pt x="526899" y="191828"/>
                    </a:cubicBezTo>
                    <a:cubicBezTo>
                      <a:pt x="526899" y="216087"/>
                      <a:pt x="598998" y="230965"/>
                      <a:pt x="633652" y="238122"/>
                    </a:cubicBezTo>
                    <a:cubicBezTo>
                      <a:pt x="641573" y="239742"/>
                      <a:pt x="648234" y="241119"/>
                      <a:pt x="653005" y="242307"/>
                    </a:cubicBezTo>
                    <a:cubicBezTo>
                      <a:pt x="681628" y="249481"/>
                      <a:pt x="806835" y="306566"/>
                      <a:pt x="833929" y="324857"/>
                    </a:cubicBezTo>
                    <a:cubicBezTo>
                      <a:pt x="860392" y="342670"/>
                      <a:pt x="1053197" y="534809"/>
                      <a:pt x="1061389" y="542983"/>
                    </a:cubicBezTo>
                    <a:cubicBezTo>
                      <a:pt x="1062559" y="544216"/>
                      <a:pt x="1062559" y="546214"/>
                      <a:pt x="1061389" y="547456"/>
                    </a:cubicBezTo>
                    <a:cubicBezTo>
                      <a:pt x="1060128" y="548689"/>
                      <a:pt x="1058148" y="548680"/>
                      <a:pt x="1056888" y="547456"/>
                    </a:cubicBezTo>
                    <a:cubicBezTo>
                      <a:pt x="1054908" y="545458"/>
                      <a:pt x="856342" y="347567"/>
                      <a:pt x="830418" y="330096"/>
                    </a:cubicBezTo>
                    <a:cubicBezTo>
                      <a:pt x="804405" y="312543"/>
                      <a:pt x="678928" y="255314"/>
                      <a:pt x="651475" y="248437"/>
                    </a:cubicBezTo>
                    <a:cubicBezTo>
                      <a:pt x="646794" y="247267"/>
                      <a:pt x="640133" y="245907"/>
                      <a:pt x="632392" y="244305"/>
                    </a:cubicBezTo>
                    <a:cubicBezTo>
                      <a:pt x="590536" y="235682"/>
                      <a:pt x="520507" y="221226"/>
                      <a:pt x="520507" y="191828"/>
                    </a:cubicBezTo>
                    <a:cubicBezTo>
                      <a:pt x="520507" y="155797"/>
                      <a:pt x="503765" y="33822"/>
                      <a:pt x="496474" y="26396"/>
                    </a:cubicBezTo>
                    <a:cubicBezTo>
                      <a:pt x="488823" y="18790"/>
                      <a:pt x="445978" y="-1481"/>
                      <a:pt x="406733" y="9258"/>
                    </a:cubicBezTo>
                    <a:cubicBezTo>
                      <a:pt x="396832" y="11976"/>
                      <a:pt x="382069" y="16827"/>
                      <a:pt x="364967" y="22453"/>
                    </a:cubicBezTo>
                    <a:cubicBezTo>
                      <a:pt x="313030" y="39528"/>
                      <a:pt x="241921" y="62922"/>
                      <a:pt x="198868" y="62922"/>
                    </a:cubicBezTo>
                    <a:cubicBezTo>
                      <a:pt x="185960" y="62922"/>
                      <a:pt x="170109" y="62688"/>
                      <a:pt x="153178" y="62436"/>
                    </a:cubicBezTo>
                    <a:cubicBezTo>
                      <a:pt x="105508" y="61725"/>
                      <a:pt x="25739" y="60546"/>
                      <a:pt x="19043" y="67234"/>
                    </a:cubicBezTo>
                    <a:cubicBezTo>
                      <a:pt x="12490" y="73796"/>
                      <a:pt x="3147" y="100160"/>
                      <a:pt x="7378" y="116506"/>
                    </a:cubicBezTo>
                    <a:cubicBezTo>
                      <a:pt x="9006" y="122798"/>
                      <a:pt x="12373" y="126597"/>
                      <a:pt x="17674" y="128118"/>
                    </a:cubicBezTo>
                    <a:cubicBezTo>
                      <a:pt x="40241" y="134563"/>
                      <a:pt x="162423" y="173853"/>
                      <a:pt x="173890" y="185329"/>
                    </a:cubicBezTo>
                    <a:cubicBezTo>
                      <a:pt x="185105" y="196545"/>
                      <a:pt x="219778" y="273847"/>
                      <a:pt x="219778" y="291795"/>
                    </a:cubicBezTo>
                    <a:cubicBezTo>
                      <a:pt x="219778" y="305090"/>
                      <a:pt x="332113" y="377289"/>
                      <a:pt x="385130" y="388648"/>
                    </a:cubicBezTo>
                    <a:cubicBezTo>
                      <a:pt x="415104" y="395066"/>
                      <a:pt x="468300" y="423321"/>
                      <a:pt x="515287" y="448254"/>
                    </a:cubicBezTo>
                    <a:cubicBezTo>
                      <a:pt x="546881" y="465005"/>
                      <a:pt x="576675" y="480829"/>
                      <a:pt x="592517" y="486167"/>
                    </a:cubicBezTo>
                    <a:cubicBezTo>
                      <a:pt x="640043" y="502171"/>
                      <a:pt x="736086" y="540705"/>
                      <a:pt x="759309" y="571894"/>
                    </a:cubicBezTo>
                    <a:cubicBezTo>
                      <a:pt x="782352" y="602831"/>
                      <a:pt x="815746" y="667946"/>
                      <a:pt x="819527" y="694706"/>
                    </a:cubicBezTo>
                    <a:cubicBezTo>
                      <a:pt x="823127" y="719721"/>
                      <a:pt x="855531" y="779209"/>
                      <a:pt x="882355" y="795988"/>
                    </a:cubicBezTo>
                    <a:cubicBezTo>
                      <a:pt x="910078" y="813333"/>
                      <a:pt x="1093613" y="852299"/>
                      <a:pt x="1095503" y="852686"/>
                    </a:cubicBezTo>
                    <a:cubicBezTo>
                      <a:pt x="1097213" y="853046"/>
                      <a:pt x="1098294" y="854721"/>
                      <a:pt x="1097933" y="856431"/>
                    </a:cubicBezTo>
                    <a:cubicBezTo>
                      <a:pt x="1097574" y="857916"/>
                      <a:pt x="1096313" y="858933"/>
                      <a:pt x="1094873" y="85893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2"/>
              <p:cNvSpPr/>
              <p:nvPr/>
            </p:nvSpPr>
            <p:spPr>
              <a:xfrm>
                <a:off x="8094130" y="1834128"/>
                <a:ext cx="1136708" cy="859139"/>
              </a:xfrm>
              <a:custGeom>
                <a:avLst/>
                <a:gdLst/>
                <a:ahLst/>
                <a:cxnLst/>
                <a:rect l="l" t="t" r="r" b="b"/>
                <a:pathLst>
                  <a:path w="902149" h="681856" extrusionOk="0">
                    <a:moveTo>
                      <a:pt x="749298" y="681856"/>
                    </a:moveTo>
                    <a:cubicBezTo>
                      <a:pt x="722655" y="681856"/>
                      <a:pt x="701141" y="679201"/>
                      <a:pt x="697721" y="671046"/>
                    </a:cubicBezTo>
                    <a:cubicBezTo>
                      <a:pt x="695471" y="665843"/>
                      <a:pt x="690610" y="651018"/>
                      <a:pt x="683859" y="630487"/>
                    </a:cubicBezTo>
                    <a:cubicBezTo>
                      <a:pt x="665226" y="573653"/>
                      <a:pt x="630662" y="467853"/>
                      <a:pt x="611219" y="448411"/>
                    </a:cubicBezTo>
                    <a:cubicBezTo>
                      <a:pt x="586106" y="423297"/>
                      <a:pt x="470801" y="353394"/>
                      <a:pt x="412293" y="327777"/>
                    </a:cubicBezTo>
                    <a:cubicBezTo>
                      <a:pt x="396182" y="320720"/>
                      <a:pt x="364227" y="308388"/>
                      <a:pt x="327232" y="294103"/>
                    </a:cubicBezTo>
                    <a:cubicBezTo>
                      <a:pt x="199415" y="244741"/>
                      <a:pt x="101213" y="205757"/>
                      <a:pt x="96172" y="190212"/>
                    </a:cubicBezTo>
                    <a:cubicBezTo>
                      <a:pt x="89601" y="169824"/>
                      <a:pt x="21642" y="70370"/>
                      <a:pt x="3523" y="52251"/>
                    </a:cubicBezTo>
                    <a:cubicBezTo>
                      <a:pt x="-293" y="48434"/>
                      <a:pt x="-1040" y="43790"/>
                      <a:pt x="1435" y="39172"/>
                    </a:cubicBezTo>
                    <a:cubicBezTo>
                      <a:pt x="10661" y="21917"/>
                      <a:pt x="69528" y="5228"/>
                      <a:pt x="99862" y="11232"/>
                    </a:cubicBezTo>
                    <a:cubicBezTo>
                      <a:pt x="116334" y="14491"/>
                      <a:pt x="140007" y="9774"/>
                      <a:pt x="160890" y="5589"/>
                    </a:cubicBezTo>
                    <a:cubicBezTo>
                      <a:pt x="185734" y="611"/>
                      <a:pt x="207246" y="-3701"/>
                      <a:pt x="215888" y="4958"/>
                    </a:cubicBezTo>
                    <a:cubicBezTo>
                      <a:pt x="223268" y="12384"/>
                      <a:pt x="228309" y="38965"/>
                      <a:pt x="234070" y="69749"/>
                    </a:cubicBezTo>
                    <a:cubicBezTo>
                      <a:pt x="239831" y="100542"/>
                      <a:pt x="246402" y="135440"/>
                      <a:pt x="255133" y="144171"/>
                    </a:cubicBezTo>
                    <a:cubicBezTo>
                      <a:pt x="271335" y="160427"/>
                      <a:pt x="402572" y="225154"/>
                      <a:pt x="453699" y="239754"/>
                    </a:cubicBezTo>
                    <a:cubicBezTo>
                      <a:pt x="503026" y="253850"/>
                      <a:pt x="633633" y="340252"/>
                      <a:pt x="648484" y="373584"/>
                    </a:cubicBezTo>
                    <a:cubicBezTo>
                      <a:pt x="659736" y="399111"/>
                      <a:pt x="834179" y="494524"/>
                      <a:pt x="900428" y="529133"/>
                    </a:cubicBezTo>
                    <a:cubicBezTo>
                      <a:pt x="902048" y="529943"/>
                      <a:pt x="902588" y="531852"/>
                      <a:pt x="901778" y="533400"/>
                    </a:cubicBezTo>
                    <a:cubicBezTo>
                      <a:pt x="900968" y="534957"/>
                      <a:pt x="899078" y="535533"/>
                      <a:pt x="897547" y="534741"/>
                    </a:cubicBezTo>
                    <a:cubicBezTo>
                      <a:pt x="887736" y="529619"/>
                      <a:pt x="657216" y="408913"/>
                      <a:pt x="642634" y="376158"/>
                    </a:cubicBezTo>
                    <a:cubicBezTo>
                      <a:pt x="628682" y="344717"/>
                      <a:pt x="499065" y="259314"/>
                      <a:pt x="451898" y="245839"/>
                    </a:cubicBezTo>
                    <a:cubicBezTo>
                      <a:pt x="402932" y="231833"/>
                      <a:pt x="269355" y="167340"/>
                      <a:pt x="250632" y="148653"/>
                    </a:cubicBezTo>
                    <a:cubicBezTo>
                      <a:pt x="240551" y="138545"/>
                      <a:pt x="234070" y="104161"/>
                      <a:pt x="227859" y="70928"/>
                    </a:cubicBezTo>
                    <a:cubicBezTo>
                      <a:pt x="222729" y="43672"/>
                      <a:pt x="217418" y="15499"/>
                      <a:pt x="211387" y="9441"/>
                    </a:cubicBezTo>
                    <a:cubicBezTo>
                      <a:pt x="205176" y="3167"/>
                      <a:pt x="183304" y="7569"/>
                      <a:pt x="162151" y="11799"/>
                    </a:cubicBezTo>
                    <a:cubicBezTo>
                      <a:pt x="140728" y="16102"/>
                      <a:pt x="116334" y="20980"/>
                      <a:pt x="98602" y="17443"/>
                    </a:cubicBezTo>
                    <a:cubicBezTo>
                      <a:pt x="69439" y="11637"/>
                      <a:pt x="14342" y="28461"/>
                      <a:pt x="7015" y="42169"/>
                    </a:cubicBezTo>
                    <a:cubicBezTo>
                      <a:pt x="5863" y="44320"/>
                      <a:pt x="6142" y="45950"/>
                      <a:pt x="7997" y="47804"/>
                    </a:cubicBezTo>
                    <a:cubicBezTo>
                      <a:pt x="24522" y="64330"/>
                      <a:pt x="94912" y="165891"/>
                      <a:pt x="102202" y="188286"/>
                    </a:cubicBezTo>
                    <a:cubicBezTo>
                      <a:pt x="106703" y="202201"/>
                      <a:pt x="246221" y="256055"/>
                      <a:pt x="329482" y="288226"/>
                    </a:cubicBezTo>
                    <a:cubicBezTo>
                      <a:pt x="366567" y="302538"/>
                      <a:pt x="398521" y="314896"/>
                      <a:pt x="414814" y="321998"/>
                    </a:cubicBezTo>
                    <a:cubicBezTo>
                      <a:pt x="470171" y="346229"/>
                      <a:pt x="587546" y="415871"/>
                      <a:pt x="615630" y="443946"/>
                    </a:cubicBezTo>
                    <a:cubicBezTo>
                      <a:pt x="636153" y="464451"/>
                      <a:pt x="669817" y="567154"/>
                      <a:pt x="689890" y="628524"/>
                    </a:cubicBezTo>
                    <a:cubicBezTo>
                      <a:pt x="696280" y="648129"/>
                      <a:pt x="701322" y="663611"/>
                      <a:pt x="703481" y="668552"/>
                    </a:cubicBezTo>
                    <a:cubicBezTo>
                      <a:pt x="708253" y="679741"/>
                      <a:pt x="788273" y="676384"/>
                      <a:pt x="862893" y="666662"/>
                    </a:cubicBezTo>
                    <a:cubicBezTo>
                      <a:pt x="864603" y="666383"/>
                      <a:pt x="866223" y="667652"/>
                      <a:pt x="866403" y="669390"/>
                    </a:cubicBezTo>
                    <a:cubicBezTo>
                      <a:pt x="866673" y="671118"/>
                      <a:pt x="865413" y="672702"/>
                      <a:pt x="863702" y="672936"/>
                    </a:cubicBezTo>
                    <a:cubicBezTo>
                      <a:pt x="847591" y="675024"/>
                      <a:pt x="791873" y="681856"/>
                      <a:pt x="749298" y="6818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2"/>
              <p:cNvSpPr/>
              <p:nvPr/>
            </p:nvSpPr>
            <p:spPr>
              <a:xfrm>
                <a:off x="4737224" y="4290922"/>
                <a:ext cx="4319564" cy="1081365"/>
              </a:xfrm>
              <a:custGeom>
                <a:avLst/>
                <a:gdLst/>
                <a:ahLst/>
                <a:cxnLst/>
                <a:rect l="l" t="t" r="r" b="b"/>
                <a:pathLst>
                  <a:path w="3187870" h="798055" extrusionOk="0">
                    <a:moveTo>
                      <a:pt x="3148764" y="798020"/>
                    </a:moveTo>
                    <a:cubicBezTo>
                      <a:pt x="3140393" y="798020"/>
                      <a:pt x="3133597" y="791233"/>
                      <a:pt x="3133597" y="782853"/>
                    </a:cubicBezTo>
                    <a:cubicBezTo>
                      <a:pt x="3133597" y="778056"/>
                      <a:pt x="3135829" y="773771"/>
                      <a:pt x="3139312" y="770990"/>
                    </a:cubicBezTo>
                    <a:cubicBezTo>
                      <a:pt x="3141248" y="759153"/>
                      <a:pt x="3138457" y="723382"/>
                      <a:pt x="3135973" y="691527"/>
                    </a:cubicBezTo>
                    <a:cubicBezTo>
                      <a:pt x="3129348" y="606349"/>
                      <a:pt x="3120257" y="489703"/>
                      <a:pt x="3151068" y="422968"/>
                    </a:cubicBezTo>
                    <a:cubicBezTo>
                      <a:pt x="3158476" y="406919"/>
                      <a:pt x="3159502" y="392922"/>
                      <a:pt x="3154191" y="380176"/>
                    </a:cubicBezTo>
                    <a:cubicBezTo>
                      <a:pt x="3137854" y="340940"/>
                      <a:pt x="3063190" y="313730"/>
                      <a:pt x="2997319" y="289732"/>
                    </a:cubicBezTo>
                    <a:cubicBezTo>
                      <a:pt x="2968560" y="279255"/>
                      <a:pt x="2941395" y="269354"/>
                      <a:pt x="2917433" y="258291"/>
                    </a:cubicBezTo>
                    <a:cubicBezTo>
                      <a:pt x="2814325" y="210702"/>
                      <a:pt x="2430091" y="180431"/>
                      <a:pt x="2324354" y="203105"/>
                    </a:cubicBezTo>
                    <a:cubicBezTo>
                      <a:pt x="2273741" y="213951"/>
                      <a:pt x="2213550" y="242161"/>
                      <a:pt x="2143854" y="274817"/>
                    </a:cubicBezTo>
                    <a:cubicBezTo>
                      <a:pt x="2061394" y="313460"/>
                      <a:pt x="1967935" y="357250"/>
                      <a:pt x="1859254" y="387683"/>
                    </a:cubicBezTo>
                    <a:cubicBezTo>
                      <a:pt x="1688574" y="435462"/>
                      <a:pt x="1494608" y="350409"/>
                      <a:pt x="1378699" y="299598"/>
                    </a:cubicBezTo>
                    <a:cubicBezTo>
                      <a:pt x="1355143" y="289264"/>
                      <a:pt x="1334801" y="280353"/>
                      <a:pt x="1319679" y="274854"/>
                    </a:cubicBezTo>
                    <a:cubicBezTo>
                      <a:pt x="1230009" y="242242"/>
                      <a:pt x="1194409" y="163464"/>
                      <a:pt x="1156721" y="80059"/>
                    </a:cubicBezTo>
                    <a:lnTo>
                      <a:pt x="1150357" y="65999"/>
                    </a:lnTo>
                    <a:cubicBezTo>
                      <a:pt x="1118583" y="-3895"/>
                      <a:pt x="842049" y="25710"/>
                      <a:pt x="519537" y="169990"/>
                    </a:cubicBezTo>
                    <a:cubicBezTo>
                      <a:pt x="222975" y="302667"/>
                      <a:pt x="30799" y="704930"/>
                      <a:pt x="28891" y="708980"/>
                    </a:cubicBezTo>
                    <a:cubicBezTo>
                      <a:pt x="25327" y="716559"/>
                      <a:pt x="16307" y="719791"/>
                      <a:pt x="8710" y="716253"/>
                    </a:cubicBezTo>
                    <a:cubicBezTo>
                      <a:pt x="1132" y="712689"/>
                      <a:pt x="-2118" y="703652"/>
                      <a:pt x="1446" y="696073"/>
                    </a:cubicBezTo>
                    <a:cubicBezTo>
                      <a:pt x="9422" y="679123"/>
                      <a:pt x="200211" y="279615"/>
                      <a:pt x="507142" y="142311"/>
                    </a:cubicBezTo>
                    <a:cubicBezTo>
                      <a:pt x="791390" y="15160"/>
                      <a:pt x="1128692" y="-54977"/>
                      <a:pt x="1177964" y="53460"/>
                    </a:cubicBezTo>
                    <a:lnTo>
                      <a:pt x="1184355" y="67583"/>
                    </a:lnTo>
                    <a:cubicBezTo>
                      <a:pt x="1220855" y="148360"/>
                      <a:pt x="1252386" y="218128"/>
                      <a:pt x="1330039" y="246365"/>
                    </a:cubicBezTo>
                    <a:cubicBezTo>
                      <a:pt x="1346079" y="252206"/>
                      <a:pt x="1366836" y="261306"/>
                      <a:pt x="1390878" y="271838"/>
                    </a:cubicBezTo>
                    <a:cubicBezTo>
                      <a:pt x="1503069" y="321029"/>
                      <a:pt x="1690806" y="403372"/>
                      <a:pt x="1851063" y="358492"/>
                    </a:cubicBezTo>
                    <a:cubicBezTo>
                      <a:pt x="1957331" y="328744"/>
                      <a:pt x="2049584" y="285520"/>
                      <a:pt x="2130973" y="247373"/>
                    </a:cubicBezTo>
                    <a:cubicBezTo>
                      <a:pt x="2202352" y="213933"/>
                      <a:pt x="2264002" y="185039"/>
                      <a:pt x="2317991" y="173473"/>
                    </a:cubicBezTo>
                    <a:cubicBezTo>
                      <a:pt x="2429848" y="149494"/>
                      <a:pt x="2820733" y="180287"/>
                      <a:pt x="2930143" y="230784"/>
                    </a:cubicBezTo>
                    <a:cubicBezTo>
                      <a:pt x="2952952" y="241315"/>
                      <a:pt x="2979541" y="251000"/>
                      <a:pt x="3007697" y="261262"/>
                    </a:cubicBezTo>
                    <a:cubicBezTo>
                      <a:pt x="3082938" y="288670"/>
                      <a:pt x="3160744" y="317024"/>
                      <a:pt x="3182194" y="368547"/>
                    </a:cubicBezTo>
                    <a:cubicBezTo>
                      <a:pt x="3190817" y="389267"/>
                      <a:pt x="3189611" y="411860"/>
                      <a:pt x="3178603" y="435714"/>
                    </a:cubicBezTo>
                    <a:cubicBezTo>
                      <a:pt x="3151113" y="495274"/>
                      <a:pt x="3160204" y="611975"/>
                      <a:pt x="3166217" y="689205"/>
                    </a:cubicBezTo>
                    <a:cubicBezTo>
                      <a:pt x="3171482" y="756858"/>
                      <a:pt x="3172779" y="780810"/>
                      <a:pt x="3162428" y="792007"/>
                    </a:cubicBezTo>
                    <a:cubicBezTo>
                      <a:pt x="3158818" y="795905"/>
                      <a:pt x="3153966" y="798056"/>
                      <a:pt x="3148764" y="7980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"/>
              <p:cNvSpPr/>
              <p:nvPr/>
            </p:nvSpPr>
            <p:spPr>
              <a:xfrm>
                <a:off x="4988615" y="4505927"/>
                <a:ext cx="3766716" cy="682921"/>
              </a:xfrm>
              <a:custGeom>
                <a:avLst/>
                <a:gdLst/>
                <a:ahLst/>
                <a:cxnLst/>
                <a:rect l="l" t="t" r="r" b="b"/>
                <a:pathLst>
                  <a:path w="2779864" h="504001" extrusionOk="0">
                    <a:moveTo>
                      <a:pt x="3156" y="503992"/>
                    </a:moveTo>
                    <a:cubicBezTo>
                      <a:pt x="2436" y="503992"/>
                      <a:pt x="1716" y="503750"/>
                      <a:pt x="1122" y="503254"/>
                    </a:cubicBezTo>
                    <a:cubicBezTo>
                      <a:pt x="-210" y="502120"/>
                      <a:pt x="-381" y="500131"/>
                      <a:pt x="744" y="498799"/>
                    </a:cubicBezTo>
                    <a:cubicBezTo>
                      <a:pt x="7585" y="490689"/>
                      <a:pt x="169318" y="299594"/>
                      <a:pt x="248447" y="251203"/>
                    </a:cubicBezTo>
                    <a:cubicBezTo>
                      <a:pt x="278583" y="232778"/>
                      <a:pt x="310447" y="208241"/>
                      <a:pt x="344193" y="182272"/>
                    </a:cubicBezTo>
                    <a:cubicBezTo>
                      <a:pt x="399595" y="139625"/>
                      <a:pt x="456897" y="95519"/>
                      <a:pt x="515098" y="71575"/>
                    </a:cubicBezTo>
                    <a:cubicBezTo>
                      <a:pt x="592770" y="39621"/>
                      <a:pt x="803253" y="-25448"/>
                      <a:pt x="839240" y="10556"/>
                    </a:cubicBezTo>
                    <a:cubicBezTo>
                      <a:pt x="845253" y="16569"/>
                      <a:pt x="853183" y="24815"/>
                      <a:pt x="862472" y="34464"/>
                    </a:cubicBezTo>
                    <a:cubicBezTo>
                      <a:pt x="901879" y="75437"/>
                      <a:pt x="967831" y="144008"/>
                      <a:pt x="1009020" y="167483"/>
                    </a:cubicBezTo>
                    <a:cubicBezTo>
                      <a:pt x="1037338" y="183631"/>
                      <a:pt x="1100769" y="196305"/>
                      <a:pt x="1162121" y="208564"/>
                    </a:cubicBezTo>
                    <a:cubicBezTo>
                      <a:pt x="1210170" y="218169"/>
                      <a:pt x="1255554" y="227242"/>
                      <a:pt x="1281342" y="237468"/>
                    </a:cubicBezTo>
                    <a:cubicBezTo>
                      <a:pt x="1298804" y="244389"/>
                      <a:pt x="1318139" y="253318"/>
                      <a:pt x="1338607" y="262779"/>
                    </a:cubicBezTo>
                    <a:cubicBezTo>
                      <a:pt x="1385360" y="284363"/>
                      <a:pt x="1438341" y="308829"/>
                      <a:pt x="1478747" y="312870"/>
                    </a:cubicBezTo>
                    <a:cubicBezTo>
                      <a:pt x="1526084" y="317596"/>
                      <a:pt x="1673433" y="325670"/>
                      <a:pt x="1727882" y="301457"/>
                    </a:cubicBezTo>
                    <a:cubicBezTo>
                      <a:pt x="1747639" y="292672"/>
                      <a:pt x="1790476" y="284796"/>
                      <a:pt x="1840072" y="275677"/>
                    </a:cubicBezTo>
                    <a:cubicBezTo>
                      <a:pt x="1923720" y="260294"/>
                      <a:pt x="2027819" y="241140"/>
                      <a:pt x="2071304" y="208520"/>
                    </a:cubicBezTo>
                    <a:cubicBezTo>
                      <a:pt x="2148723" y="150462"/>
                      <a:pt x="2282516" y="143747"/>
                      <a:pt x="2376417" y="143747"/>
                    </a:cubicBezTo>
                    <a:cubicBezTo>
                      <a:pt x="2492955" y="143747"/>
                      <a:pt x="2718930" y="191021"/>
                      <a:pt x="2766996" y="220005"/>
                    </a:cubicBezTo>
                    <a:cubicBezTo>
                      <a:pt x="2801912" y="241041"/>
                      <a:pt x="2759642" y="336282"/>
                      <a:pt x="2713358" y="432019"/>
                    </a:cubicBezTo>
                    <a:cubicBezTo>
                      <a:pt x="2702602" y="454270"/>
                      <a:pt x="2692439" y="475297"/>
                      <a:pt x="2692439" y="479275"/>
                    </a:cubicBezTo>
                    <a:cubicBezTo>
                      <a:pt x="2692439" y="481012"/>
                      <a:pt x="2691026" y="482435"/>
                      <a:pt x="2689280" y="482435"/>
                    </a:cubicBezTo>
                    <a:cubicBezTo>
                      <a:pt x="2687533" y="482435"/>
                      <a:pt x="2686120" y="481012"/>
                      <a:pt x="2686120" y="479275"/>
                    </a:cubicBezTo>
                    <a:cubicBezTo>
                      <a:pt x="2686120" y="474081"/>
                      <a:pt x="2693114" y="459383"/>
                      <a:pt x="2707660" y="429274"/>
                    </a:cubicBezTo>
                    <a:cubicBezTo>
                      <a:pt x="2738751" y="364951"/>
                      <a:pt x="2796619" y="245235"/>
                      <a:pt x="2763729" y="225406"/>
                    </a:cubicBezTo>
                    <a:cubicBezTo>
                      <a:pt x="2716220" y="196773"/>
                      <a:pt x="2492172" y="150057"/>
                      <a:pt x="2376408" y="150057"/>
                    </a:cubicBezTo>
                    <a:cubicBezTo>
                      <a:pt x="2283408" y="150057"/>
                      <a:pt x="2150991" y="156646"/>
                      <a:pt x="2075084" y="213569"/>
                    </a:cubicBezTo>
                    <a:cubicBezTo>
                      <a:pt x="2030411" y="247072"/>
                      <a:pt x="1925503" y="266370"/>
                      <a:pt x="1841207" y="281879"/>
                    </a:cubicBezTo>
                    <a:cubicBezTo>
                      <a:pt x="1792006" y="290934"/>
                      <a:pt x="1749521" y="298748"/>
                      <a:pt x="1730447" y="307227"/>
                    </a:cubicBezTo>
                    <a:cubicBezTo>
                      <a:pt x="1674748" y="331998"/>
                      <a:pt x="1525877" y="323924"/>
                      <a:pt x="1478117" y="319144"/>
                    </a:cubicBezTo>
                    <a:cubicBezTo>
                      <a:pt x="1436648" y="315003"/>
                      <a:pt x="1383155" y="290295"/>
                      <a:pt x="1335961" y="268512"/>
                    </a:cubicBezTo>
                    <a:cubicBezTo>
                      <a:pt x="1315564" y="259097"/>
                      <a:pt x="1296302" y="250195"/>
                      <a:pt x="1279002" y="243336"/>
                    </a:cubicBezTo>
                    <a:cubicBezTo>
                      <a:pt x="1253745" y="233318"/>
                      <a:pt x="1208639" y="224308"/>
                      <a:pt x="1160879" y="214766"/>
                    </a:cubicBezTo>
                    <a:cubicBezTo>
                      <a:pt x="1099041" y="202408"/>
                      <a:pt x="1035097" y="189626"/>
                      <a:pt x="1005888" y="172974"/>
                    </a:cubicBezTo>
                    <a:cubicBezTo>
                      <a:pt x="963915" y="149049"/>
                      <a:pt x="897559" y="80055"/>
                      <a:pt x="857918" y="38847"/>
                    </a:cubicBezTo>
                    <a:cubicBezTo>
                      <a:pt x="848673" y="29243"/>
                      <a:pt x="840761" y="21016"/>
                      <a:pt x="834776" y="15030"/>
                    </a:cubicBezTo>
                    <a:cubicBezTo>
                      <a:pt x="804819" y="-14926"/>
                      <a:pt x="612338" y="38406"/>
                      <a:pt x="517511" y="77417"/>
                    </a:cubicBezTo>
                    <a:cubicBezTo>
                      <a:pt x="460083" y="101046"/>
                      <a:pt x="403142" y="144881"/>
                      <a:pt x="348054" y="187286"/>
                    </a:cubicBezTo>
                    <a:cubicBezTo>
                      <a:pt x="314174" y="213362"/>
                      <a:pt x="282175" y="237998"/>
                      <a:pt x="251751" y="256604"/>
                    </a:cubicBezTo>
                    <a:cubicBezTo>
                      <a:pt x="173495" y="304454"/>
                      <a:pt x="7252" y="500905"/>
                      <a:pt x="5577" y="502876"/>
                    </a:cubicBezTo>
                    <a:cubicBezTo>
                      <a:pt x="4956" y="503614"/>
                      <a:pt x="4056" y="504001"/>
                      <a:pt x="3165" y="5040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2"/>
              <p:cNvSpPr/>
              <p:nvPr/>
            </p:nvSpPr>
            <p:spPr>
              <a:xfrm>
                <a:off x="7353045" y="4872918"/>
                <a:ext cx="1148865" cy="294932"/>
              </a:xfrm>
              <a:custGeom>
                <a:avLst/>
                <a:gdLst/>
                <a:ahLst/>
                <a:cxnLst/>
                <a:rect l="l" t="t" r="r" b="b"/>
                <a:pathLst>
                  <a:path w="847871" h="217662" extrusionOk="0">
                    <a:moveTo>
                      <a:pt x="807860" y="217653"/>
                    </a:moveTo>
                    <a:cubicBezTo>
                      <a:pt x="807527" y="217653"/>
                      <a:pt x="807194" y="217609"/>
                      <a:pt x="806861" y="217491"/>
                    </a:cubicBezTo>
                    <a:cubicBezTo>
                      <a:pt x="805205" y="216933"/>
                      <a:pt x="804314" y="215142"/>
                      <a:pt x="804863" y="213495"/>
                    </a:cubicBezTo>
                    <a:cubicBezTo>
                      <a:pt x="805385" y="211929"/>
                      <a:pt x="856773" y="56649"/>
                      <a:pt x="837303" y="19744"/>
                    </a:cubicBezTo>
                    <a:cubicBezTo>
                      <a:pt x="835503" y="16342"/>
                      <a:pt x="833217" y="14281"/>
                      <a:pt x="830309" y="13443"/>
                    </a:cubicBezTo>
                    <a:cubicBezTo>
                      <a:pt x="791982" y="2498"/>
                      <a:pt x="500218" y="1805"/>
                      <a:pt x="477715" y="24308"/>
                    </a:cubicBezTo>
                    <a:cubicBezTo>
                      <a:pt x="463358" y="38665"/>
                      <a:pt x="406192" y="50213"/>
                      <a:pt x="350898" y="61375"/>
                    </a:cubicBezTo>
                    <a:cubicBezTo>
                      <a:pt x="313183" y="68990"/>
                      <a:pt x="277547" y="76182"/>
                      <a:pt x="260976" y="83293"/>
                    </a:cubicBezTo>
                    <a:cubicBezTo>
                      <a:pt x="220696" y="100557"/>
                      <a:pt x="6701" y="204629"/>
                      <a:pt x="4541" y="205673"/>
                    </a:cubicBezTo>
                    <a:cubicBezTo>
                      <a:pt x="2984" y="206447"/>
                      <a:pt x="1076" y="205799"/>
                      <a:pt x="320" y="204214"/>
                    </a:cubicBezTo>
                    <a:cubicBezTo>
                      <a:pt x="-446" y="202649"/>
                      <a:pt x="211" y="200758"/>
                      <a:pt x="1778" y="199993"/>
                    </a:cubicBezTo>
                    <a:cubicBezTo>
                      <a:pt x="3938" y="198940"/>
                      <a:pt x="218067" y="94805"/>
                      <a:pt x="258482" y="77478"/>
                    </a:cubicBezTo>
                    <a:cubicBezTo>
                      <a:pt x="275657" y="70124"/>
                      <a:pt x="311598" y="62860"/>
                      <a:pt x="349656" y="55182"/>
                    </a:cubicBezTo>
                    <a:cubicBezTo>
                      <a:pt x="401484" y="44714"/>
                      <a:pt x="460244" y="32850"/>
                      <a:pt x="473250" y="19843"/>
                    </a:cubicBezTo>
                    <a:cubicBezTo>
                      <a:pt x="498715" y="-5630"/>
                      <a:pt x="796501" y="-2777"/>
                      <a:pt x="832056" y="7377"/>
                    </a:cubicBezTo>
                    <a:cubicBezTo>
                      <a:pt x="836637" y="8682"/>
                      <a:pt x="840292" y="11860"/>
                      <a:pt x="842902" y="16801"/>
                    </a:cubicBezTo>
                    <a:cubicBezTo>
                      <a:pt x="863614" y="56073"/>
                      <a:pt x="813027" y="209003"/>
                      <a:pt x="810867" y="215502"/>
                    </a:cubicBezTo>
                    <a:cubicBezTo>
                      <a:pt x="810426" y="216825"/>
                      <a:pt x="809193" y="217662"/>
                      <a:pt x="807869" y="2176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" name="Google Shape;441;p2"/>
            <p:cNvSpPr/>
            <p:nvPr/>
          </p:nvSpPr>
          <p:spPr>
            <a:xfrm flipH="1">
              <a:off x="2325955" y="4709903"/>
              <a:ext cx="1507378" cy="479105"/>
            </a:xfrm>
            <a:custGeom>
              <a:avLst/>
              <a:gdLst/>
              <a:ahLst/>
              <a:cxnLst/>
              <a:rect l="l" t="t" r="r" b="b"/>
              <a:pathLst>
                <a:path w="1112456" h="353583" extrusionOk="0">
                  <a:moveTo>
                    <a:pt x="3162" y="353584"/>
                  </a:moveTo>
                  <a:cubicBezTo>
                    <a:pt x="2442" y="353584"/>
                    <a:pt x="1731" y="353350"/>
                    <a:pt x="1137" y="352855"/>
                  </a:cubicBezTo>
                  <a:cubicBezTo>
                    <a:pt x="-204" y="351730"/>
                    <a:pt x="-384" y="349741"/>
                    <a:pt x="732" y="348399"/>
                  </a:cubicBezTo>
                  <a:cubicBezTo>
                    <a:pt x="1812" y="347103"/>
                    <a:pt x="109061" y="218494"/>
                    <a:pt x="140871" y="186684"/>
                  </a:cubicBezTo>
                  <a:cubicBezTo>
                    <a:pt x="156390" y="171166"/>
                    <a:pt x="193681" y="141786"/>
                    <a:pt x="233170" y="110687"/>
                  </a:cubicBezTo>
                  <a:cubicBezTo>
                    <a:pt x="275673" y="77212"/>
                    <a:pt x="319617" y="42584"/>
                    <a:pt x="339123" y="23087"/>
                  </a:cubicBezTo>
                  <a:cubicBezTo>
                    <a:pt x="378368" y="-16157"/>
                    <a:pt x="540515" y="576"/>
                    <a:pt x="569193" y="29253"/>
                  </a:cubicBezTo>
                  <a:cubicBezTo>
                    <a:pt x="587087" y="47147"/>
                    <a:pt x="650869" y="73314"/>
                    <a:pt x="697442" y="92424"/>
                  </a:cubicBezTo>
                  <a:cubicBezTo>
                    <a:pt x="720970" y="102073"/>
                    <a:pt x="741295" y="110417"/>
                    <a:pt x="752331" y="116151"/>
                  </a:cubicBezTo>
                  <a:cubicBezTo>
                    <a:pt x="765608" y="123054"/>
                    <a:pt x="798921" y="134414"/>
                    <a:pt x="834188" y="146449"/>
                  </a:cubicBezTo>
                  <a:cubicBezTo>
                    <a:pt x="890607" y="165693"/>
                    <a:pt x="948935" y="185604"/>
                    <a:pt x="961689" y="198349"/>
                  </a:cubicBezTo>
                  <a:lnTo>
                    <a:pt x="1111532" y="348192"/>
                  </a:lnTo>
                  <a:cubicBezTo>
                    <a:pt x="1112765" y="349425"/>
                    <a:pt x="1112765" y="351423"/>
                    <a:pt x="1111532" y="352657"/>
                  </a:cubicBezTo>
                  <a:cubicBezTo>
                    <a:pt x="1110299" y="353890"/>
                    <a:pt x="1108300" y="353890"/>
                    <a:pt x="1107068" y="352657"/>
                  </a:cubicBezTo>
                  <a:lnTo>
                    <a:pt x="957225" y="202814"/>
                  </a:lnTo>
                  <a:cubicBezTo>
                    <a:pt x="945514" y="191104"/>
                    <a:pt x="882659" y="169654"/>
                    <a:pt x="832153" y="152425"/>
                  </a:cubicBezTo>
                  <a:cubicBezTo>
                    <a:pt x="796652" y="140310"/>
                    <a:pt x="763123" y="128869"/>
                    <a:pt x="749423" y="121750"/>
                  </a:cubicBezTo>
                  <a:cubicBezTo>
                    <a:pt x="738640" y="116142"/>
                    <a:pt x="718441" y="107861"/>
                    <a:pt x="695056" y="98265"/>
                  </a:cubicBezTo>
                  <a:cubicBezTo>
                    <a:pt x="645360" y="77878"/>
                    <a:pt x="583531" y="52512"/>
                    <a:pt x="564737" y="33718"/>
                  </a:cubicBezTo>
                  <a:cubicBezTo>
                    <a:pt x="537895" y="6876"/>
                    <a:pt x="380024" y="-8885"/>
                    <a:pt x="343596" y="27552"/>
                  </a:cubicBezTo>
                  <a:cubicBezTo>
                    <a:pt x="323830" y="47318"/>
                    <a:pt x="279733" y="82054"/>
                    <a:pt x="237085" y="115656"/>
                  </a:cubicBezTo>
                  <a:cubicBezTo>
                    <a:pt x="197750" y="146638"/>
                    <a:pt x="160593" y="175910"/>
                    <a:pt x="145345" y="191158"/>
                  </a:cubicBezTo>
                  <a:cubicBezTo>
                    <a:pt x="113742" y="222761"/>
                    <a:pt x="6673" y="351154"/>
                    <a:pt x="5593" y="352450"/>
                  </a:cubicBezTo>
                  <a:cubicBezTo>
                    <a:pt x="4972" y="353206"/>
                    <a:pt x="4072" y="353584"/>
                    <a:pt x="3171" y="353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4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888" name="Google Shape;888;p4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4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4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4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4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4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4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4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4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4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4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4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4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4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4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4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4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4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4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4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4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4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4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4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4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4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4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4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4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4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4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4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4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4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4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4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4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4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4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4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4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4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4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4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4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4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4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4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4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4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4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4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4" name="Google Shape;1294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5" name="Google Shape;1295;p4"/>
          <p:cNvSpPr txBox="1">
            <a:spLocks noGrp="1"/>
          </p:cNvSpPr>
          <p:nvPr>
            <p:ph type="body" idx="1"/>
          </p:nvPr>
        </p:nvSpPr>
        <p:spPr>
          <a:xfrm>
            <a:off x="720000" y="1560300"/>
            <a:ext cx="4225500" cy="20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96" name="Google Shape;1296;p4"/>
          <p:cNvGrpSpPr/>
          <p:nvPr/>
        </p:nvGrpSpPr>
        <p:grpSpPr>
          <a:xfrm>
            <a:off x="4881989" y="-1378701"/>
            <a:ext cx="7251619" cy="9686519"/>
            <a:chOff x="4881989" y="-1378701"/>
            <a:chExt cx="7251619" cy="9686519"/>
          </a:xfrm>
        </p:grpSpPr>
        <p:sp>
          <p:nvSpPr>
            <p:cNvPr id="1297" name="Google Shape;1297;p4"/>
            <p:cNvSpPr/>
            <p:nvPr/>
          </p:nvSpPr>
          <p:spPr>
            <a:xfrm rot="-3598236">
              <a:off x="3742070" y="2031350"/>
              <a:ext cx="9531456" cy="2866419"/>
            </a:xfrm>
            <a:custGeom>
              <a:avLst/>
              <a:gdLst/>
              <a:ahLst/>
              <a:cxnLst/>
              <a:rect l="l" t="t" r="r" b="b"/>
              <a:pathLst>
                <a:path w="9539926" h="2868966" extrusionOk="0">
                  <a:moveTo>
                    <a:pt x="9311511" y="2868948"/>
                  </a:moveTo>
                  <a:cubicBezTo>
                    <a:pt x="9304670" y="2868948"/>
                    <a:pt x="9298369" y="2864205"/>
                    <a:pt x="9296749" y="2857184"/>
                  </a:cubicBezTo>
                  <a:cubicBezTo>
                    <a:pt x="9275236" y="2764129"/>
                    <a:pt x="9351206" y="2608940"/>
                    <a:pt x="9412144" y="2484247"/>
                  </a:cubicBezTo>
                  <a:cubicBezTo>
                    <a:pt x="9423125" y="2461780"/>
                    <a:pt x="9433477" y="2440627"/>
                    <a:pt x="9442388" y="2421509"/>
                  </a:cubicBezTo>
                  <a:cubicBezTo>
                    <a:pt x="9450759" y="2403614"/>
                    <a:pt x="9459130" y="2387034"/>
                    <a:pt x="9467321" y="2371003"/>
                  </a:cubicBezTo>
                  <a:cubicBezTo>
                    <a:pt x="9513767" y="2279083"/>
                    <a:pt x="9539421" y="2228460"/>
                    <a:pt x="9447789" y="2167351"/>
                  </a:cubicBezTo>
                  <a:cubicBezTo>
                    <a:pt x="9423936" y="2151473"/>
                    <a:pt x="9400172" y="2136900"/>
                    <a:pt x="9377219" y="2122813"/>
                  </a:cubicBezTo>
                  <a:cubicBezTo>
                    <a:pt x="9283337" y="2065233"/>
                    <a:pt x="9202326" y="2015510"/>
                    <a:pt x="9224559" y="1933797"/>
                  </a:cubicBezTo>
                  <a:cubicBezTo>
                    <a:pt x="9225640" y="1929918"/>
                    <a:pt x="9223929" y="1925021"/>
                    <a:pt x="9219519" y="1919243"/>
                  </a:cubicBezTo>
                  <a:cubicBezTo>
                    <a:pt x="9161551" y="1843372"/>
                    <a:pt x="8762727" y="1744052"/>
                    <a:pt x="8644641" y="1744052"/>
                  </a:cubicBezTo>
                  <a:cubicBezTo>
                    <a:pt x="8518867" y="1744052"/>
                    <a:pt x="8400979" y="1683438"/>
                    <a:pt x="8344658" y="1627127"/>
                  </a:cubicBezTo>
                  <a:cubicBezTo>
                    <a:pt x="8328546" y="1611006"/>
                    <a:pt x="8322875" y="1588953"/>
                    <a:pt x="8328700" y="1565028"/>
                  </a:cubicBezTo>
                  <a:cubicBezTo>
                    <a:pt x="8344469" y="1500174"/>
                    <a:pt x="8435147" y="1432665"/>
                    <a:pt x="8559687" y="1393042"/>
                  </a:cubicBezTo>
                  <a:cubicBezTo>
                    <a:pt x="8765697" y="1327496"/>
                    <a:pt x="9045076" y="1247250"/>
                    <a:pt x="9206107" y="1237196"/>
                  </a:cubicBezTo>
                  <a:cubicBezTo>
                    <a:pt x="9319432" y="1230121"/>
                    <a:pt x="9345536" y="1108290"/>
                    <a:pt x="9370829" y="990464"/>
                  </a:cubicBezTo>
                  <a:cubicBezTo>
                    <a:pt x="9380100" y="947241"/>
                    <a:pt x="9388831" y="906403"/>
                    <a:pt x="9401793" y="871874"/>
                  </a:cubicBezTo>
                  <a:cubicBezTo>
                    <a:pt x="9415204" y="835959"/>
                    <a:pt x="9412954" y="798721"/>
                    <a:pt x="9395132" y="761205"/>
                  </a:cubicBezTo>
                  <a:cubicBezTo>
                    <a:pt x="9362278" y="692408"/>
                    <a:pt x="9286037" y="640985"/>
                    <a:pt x="9242472" y="626439"/>
                  </a:cubicBezTo>
                  <a:cubicBezTo>
                    <a:pt x="9159391" y="598751"/>
                    <a:pt x="9119515" y="499585"/>
                    <a:pt x="9135808" y="361201"/>
                  </a:cubicBezTo>
                  <a:cubicBezTo>
                    <a:pt x="9150570" y="235725"/>
                    <a:pt x="8949951" y="71120"/>
                    <a:pt x="8841343" y="40093"/>
                  </a:cubicBezTo>
                  <a:cubicBezTo>
                    <a:pt x="8730520" y="8417"/>
                    <a:pt x="8452789" y="59148"/>
                    <a:pt x="8387900" y="102408"/>
                  </a:cubicBezTo>
                  <a:cubicBezTo>
                    <a:pt x="8383399" y="105405"/>
                    <a:pt x="8378629" y="108691"/>
                    <a:pt x="8373507" y="112201"/>
                  </a:cubicBezTo>
                  <a:cubicBezTo>
                    <a:pt x="8297726" y="164210"/>
                    <a:pt x="8140043" y="272395"/>
                    <a:pt x="7735836" y="249559"/>
                  </a:cubicBezTo>
                  <a:cubicBezTo>
                    <a:pt x="7457052" y="233780"/>
                    <a:pt x="7221014" y="149061"/>
                    <a:pt x="7064816" y="93011"/>
                  </a:cubicBezTo>
                  <a:cubicBezTo>
                    <a:pt x="6983328" y="63766"/>
                    <a:pt x="6918970" y="40669"/>
                    <a:pt x="6885000" y="40669"/>
                  </a:cubicBezTo>
                  <a:cubicBezTo>
                    <a:pt x="6785077" y="40669"/>
                    <a:pt x="6511136" y="197424"/>
                    <a:pt x="6461143" y="320471"/>
                  </a:cubicBezTo>
                  <a:cubicBezTo>
                    <a:pt x="6419621" y="422688"/>
                    <a:pt x="6442132" y="509315"/>
                    <a:pt x="6534151" y="601325"/>
                  </a:cubicBezTo>
                  <a:cubicBezTo>
                    <a:pt x="6560444" y="627618"/>
                    <a:pt x="6571678" y="664910"/>
                    <a:pt x="6566646" y="709159"/>
                  </a:cubicBezTo>
                  <a:cubicBezTo>
                    <a:pt x="6555403" y="807849"/>
                    <a:pt x="6465905" y="923010"/>
                    <a:pt x="6338628" y="1002553"/>
                  </a:cubicBezTo>
                  <a:cubicBezTo>
                    <a:pt x="6105083" y="1148516"/>
                    <a:pt x="5801770" y="1178076"/>
                    <a:pt x="5411380" y="1092898"/>
                  </a:cubicBezTo>
                  <a:cubicBezTo>
                    <a:pt x="4973455" y="997359"/>
                    <a:pt x="4174150" y="1054418"/>
                    <a:pt x="3987096" y="1241462"/>
                  </a:cubicBezTo>
                  <a:cubicBezTo>
                    <a:pt x="3874968" y="1353581"/>
                    <a:pt x="3680057" y="1408776"/>
                    <a:pt x="3508098" y="1457464"/>
                  </a:cubicBezTo>
                  <a:cubicBezTo>
                    <a:pt x="3385502" y="1492181"/>
                    <a:pt x="3269702" y="1524973"/>
                    <a:pt x="3223778" y="1570897"/>
                  </a:cubicBezTo>
                  <a:cubicBezTo>
                    <a:pt x="3174370" y="1620304"/>
                    <a:pt x="3191158" y="1689271"/>
                    <a:pt x="3208935" y="1762298"/>
                  </a:cubicBezTo>
                  <a:cubicBezTo>
                    <a:pt x="3227829" y="1839924"/>
                    <a:pt x="3247370" y="1920188"/>
                    <a:pt x="3172885" y="1966742"/>
                  </a:cubicBezTo>
                  <a:cubicBezTo>
                    <a:pt x="3098292" y="2013359"/>
                    <a:pt x="3027903" y="2069175"/>
                    <a:pt x="2971349" y="2114019"/>
                  </a:cubicBezTo>
                  <a:cubicBezTo>
                    <a:pt x="2930330" y="2146541"/>
                    <a:pt x="2894902" y="2174633"/>
                    <a:pt x="2867556" y="2191726"/>
                  </a:cubicBezTo>
                  <a:cubicBezTo>
                    <a:pt x="2796672" y="2236039"/>
                    <a:pt x="2604119" y="2249118"/>
                    <a:pt x="2486005" y="2217632"/>
                  </a:cubicBezTo>
                  <a:cubicBezTo>
                    <a:pt x="2425517" y="2201501"/>
                    <a:pt x="2371852" y="2204670"/>
                    <a:pt x="2332643" y="2206965"/>
                  </a:cubicBezTo>
                  <a:cubicBezTo>
                    <a:pt x="2290859" y="2209431"/>
                    <a:pt x="2260634" y="2211214"/>
                    <a:pt x="2248752" y="2186703"/>
                  </a:cubicBezTo>
                  <a:cubicBezTo>
                    <a:pt x="2239373" y="2167360"/>
                    <a:pt x="2242109" y="2120266"/>
                    <a:pt x="2265647" y="2071092"/>
                  </a:cubicBezTo>
                  <a:cubicBezTo>
                    <a:pt x="2287556" y="2025303"/>
                    <a:pt x="2344570" y="1943834"/>
                    <a:pt x="2480244" y="1912528"/>
                  </a:cubicBezTo>
                  <a:cubicBezTo>
                    <a:pt x="2651366" y="1873039"/>
                    <a:pt x="2738119" y="1787618"/>
                    <a:pt x="2738119" y="1658622"/>
                  </a:cubicBezTo>
                  <a:cubicBezTo>
                    <a:pt x="2738119" y="1649171"/>
                    <a:pt x="2732691" y="1639927"/>
                    <a:pt x="2721521" y="1630350"/>
                  </a:cubicBezTo>
                  <a:cubicBezTo>
                    <a:pt x="2632355" y="1553902"/>
                    <a:pt x="2265431" y="1529725"/>
                    <a:pt x="2179353" y="1543029"/>
                  </a:cubicBezTo>
                  <a:cubicBezTo>
                    <a:pt x="2079116" y="1558529"/>
                    <a:pt x="1985728" y="1637595"/>
                    <a:pt x="1948761" y="1704141"/>
                  </a:cubicBezTo>
                  <a:cubicBezTo>
                    <a:pt x="1904727" y="1783396"/>
                    <a:pt x="1578209" y="1960414"/>
                    <a:pt x="1304627" y="2032828"/>
                  </a:cubicBezTo>
                  <a:cubicBezTo>
                    <a:pt x="1141418" y="2076025"/>
                    <a:pt x="1010306" y="2195300"/>
                    <a:pt x="894623" y="2300532"/>
                  </a:cubicBezTo>
                  <a:cubicBezTo>
                    <a:pt x="818563" y="2369725"/>
                    <a:pt x="746725" y="2435082"/>
                    <a:pt x="673014" y="2473535"/>
                  </a:cubicBezTo>
                  <a:cubicBezTo>
                    <a:pt x="480137" y="2574115"/>
                    <a:pt x="56820" y="2398015"/>
                    <a:pt x="9195" y="2377610"/>
                  </a:cubicBezTo>
                  <a:cubicBezTo>
                    <a:pt x="1490" y="2374306"/>
                    <a:pt x="-2066" y="2365386"/>
                    <a:pt x="1229" y="2357699"/>
                  </a:cubicBezTo>
                  <a:cubicBezTo>
                    <a:pt x="4523" y="2349994"/>
                    <a:pt x="13425" y="2346438"/>
                    <a:pt x="21139" y="2349733"/>
                  </a:cubicBezTo>
                  <a:cubicBezTo>
                    <a:pt x="67424" y="2369572"/>
                    <a:pt x="478489" y="2540810"/>
                    <a:pt x="658981" y="2446649"/>
                  </a:cubicBezTo>
                  <a:cubicBezTo>
                    <a:pt x="729208" y="2410005"/>
                    <a:pt x="799643" y="2345935"/>
                    <a:pt x="874208" y="2278101"/>
                  </a:cubicBezTo>
                  <a:cubicBezTo>
                    <a:pt x="992466" y="2170529"/>
                    <a:pt x="1126485" y="2048607"/>
                    <a:pt x="1296868" y="2003511"/>
                  </a:cubicBezTo>
                  <a:cubicBezTo>
                    <a:pt x="1569451" y="1931358"/>
                    <a:pt x="1885851" y="1754935"/>
                    <a:pt x="1922252" y="1689415"/>
                  </a:cubicBezTo>
                  <a:cubicBezTo>
                    <a:pt x="1963729" y="1614760"/>
                    <a:pt x="2063769" y="1530211"/>
                    <a:pt x="2174726" y="1513055"/>
                  </a:cubicBezTo>
                  <a:cubicBezTo>
                    <a:pt x="2269491" y="1498410"/>
                    <a:pt x="2642419" y="1522578"/>
                    <a:pt x="2741270" y="1607324"/>
                  </a:cubicBezTo>
                  <a:cubicBezTo>
                    <a:pt x="2759317" y="1622789"/>
                    <a:pt x="2768462" y="1640044"/>
                    <a:pt x="2768462" y="1658622"/>
                  </a:cubicBezTo>
                  <a:cubicBezTo>
                    <a:pt x="2768462" y="1803631"/>
                    <a:pt x="2673788" y="1898999"/>
                    <a:pt x="2487076" y="1942087"/>
                  </a:cubicBezTo>
                  <a:cubicBezTo>
                    <a:pt x="2369953" y="1969109"/>
                    <a:pt x="2316900" y="2034278"/>
                    <a:pt x="2293011" y="2084180"/>
                  </a:cubicBezTo>
                  <a:cubicBezTo>
                    <a:pt x="2270454" y="2131319"/>
                    <a:pt x="2272731" y="2166613"/>
                    <a:pt x="2276062" y="2173463"/>
                  </a:cubicBezTo>
                  <a:cubicBezTo>
                    <a:pt x="2279095" y="2179728"/>
                    <a:pt x="2307800" y="2178027"/>
                    <a:pt x="2330879" y="2176676"/>
                  </a:cubicBezTo>
                  <a:cubicBezTo>
                    <a:pt x="2372113" y="2174246"/>
                    <a:pt x="2428632" y="2170915"/>
                    <a:pt x="2493836" y="2188306"/>
                  </a:cubicBezTo>
                  <a:cubicBezTo>
                    <a:pt x="2613291" y="2220152"/>
                    <a:pt x="2793332" y="2202366"/>
                    <a:pt x="2851498" y="2166001"/>
                  </a:cubicBezTo>
                  <a:cubicBezTo>
                    <a:pt x="2877404" y="2149808"/>
                    <a:pt x="2912211" y="2122210"/>
                    <a:pt x="2952518" y="2090247"/>
                  </a:cubicBezTo>
                  <a:cubicBezTo>
                    <a:pt x="3009667" y="2044935"/>
                    <a:pt x="3080794" y="1988534"/>
                    <a:pt x="3156827" y="1941016"/>
                  </a:cubicBezTo>
                  <a:cubicBezTo>
                    <a:pt x="3212734" y="1906074"/>
                    <a:pt x="3197323" y="1842769"/>
                    <a:pt x="3179474" y="1769472"/>
                  </a:cubicBezTo>
                  <a:cubicBezTo>
                    <a:pt x="3161382" y="1695149"/>
                    <a:pt x="3140868" y="1610916"/>
                    <a:pt x="3202337" y="1549447"/>
                  </a:cubicBezTo>
                  <a:cubicBezTo>
                    <a:pt x="3253842" y="1497942"/>
                    <a:pt x="3367842" y="1465664"/>
                    <a:pt x="3499844" y="1428282"/>
                  </a:cubicBezTo>
                  <a:cubicBezTo>
                    <a:pt x="3668247" y="1380594"/>
                    <a:pt x="3859117" y="1326551"/>
                    <a:pt x="3965655" y="1220013"/>
                  </a:cubicBezTo>
                  <a:cubicBezTo>
                    <a:pt x="4162232" y="1023454"/>
                    <a:pt x="4963364" y="964109"/>
                    <a:pt x="5417852" y="1063257"/>
                  </a:cubicBezTo>
                  <a:cubicBezTo>
                    <a:pt x="5800141" y="1146653"/>
                    <a:pt x="6096064" y="1118389"/>
                    <a:pt x="6322552" y="976828"/>
                  </a:cubicBezTo>
                  <a:cubicBezTo>
                    <a:pt x="6442295" y="901992"/>
                    <a:pt x="6526275" y="795580"/>
                    <a:pt x="6536510" y="705721"/>
                  </a:cubicBezTo>
                  <a:cubicBezTo>
                    <a:pt x="6540461" y="670986"/>
                    <a:pt x="6532243" y="642299"/>
                    <a:pt x="6512711" y="622775"/>
                  </a:cubicBezTo>
                  <a:cubicBezTo>
                    <a:pt x="6449487" y="559560"/>
                    <a:pt x="6372445" y="458252"/>
                    <a:pt x="6433050" y="309057"/>
                  </a:cubicBezTo>
                  <a:cubicBezTo>
                    <a:pt x="6487660" y="174625"/>
                    <a:pt x="6775734" y="10335"/>
                    <a:pt x="6885008" y="10335"/>
                  </a:cubicBezTo>
                  <a:cubicBezTo>
                    <a:pt x="6924254" y="10335"/>
                    <a:pt x="6987523" y="33036"/>
                    <a:pt x="7075078" y="64468"/>
                  </a:cubicBezTo>
                  <a:cubicBezTo>
                    <a:pt x="7229619" y="119933"/>
                    <a:pt x="7463164" y="203743"/>
                    <a:pt x="7737565" y="219279"/>
                  </a:cubicBezTo>
                  <a:cubicBezTo>
                    <a:pt x="8131411" y="241593"/>
                    <a:pt x="8277744" y="141149"/>
                    <a:pt x="8356351" y="87196"/>
                  </a:cubicBezTo>
                  <a:cubicBezTo>
                    <a:pt x="8361589" y="83605"/>
                    <a:pt x="8366486" y="80247"/>
                    <a:pt x="8371086" y="77178"/>
                  </a:cubicBezTo>
                  <a:cubicBezTo>
                    <a:pt x="8450152" y="24467"/>
                    <a:pt x="8735093" y="-21808"/>
                    <a:pt x="8849687" y="10938"/>
                  </a:cubicBezTo>
                  <a:cubicBezTo>
                    <a:pt x="8968206" y="44801"/>
                    <a:pt x="9183244" y="217506"/>
                    <a:pt x="9165872" y="364757"/>
                  </a:cubicBezTo>
                  <a:cubicBezTo>
                    <a:pt x="9151470" y="487794"/>
                    <a:pt x="9183604" y="574871"/>
                    <a:pt x="9252013" y="597680"/>
                  </a:cubicBezTo>
                  <a:cubicBezTo>
                    <a:pt x="9297379" y="612793"/>
                    <a:pt x="9383791" y="667016"/>
                    <a:pt x="9422496" y="748162"/>
                  </a:cubicBezTo>
                  <a:cubicBezTo>
                    <a:pt x="9444099" y="793402"/>
                    <a:pt x="9446708" y="838615"/>
                    <a:pt x="9430236" y="882540"/>
                  </a:cubicBezTo>
                  <a:cubicBezTo>
                    <a:pt x="9417995" y="914981"/>
                    <a:pt x="9409534" y="954748"/>
                    <a:pt x="9400443" y="996847"/>
                  </a:cubicBezTo>
                  <a:cubicBezTo>
                    <a:pt x="9374159" y="1119713"/>
                    <a:pt x="9344275" y="1258979"/>
                    <a:pt x="9207997" y="1267494"/>
                  </a:cubicBezTo>
                  <a:cubicBezTo>
                    <a:pt x="9050117" y="1277359"/>
                    <a:pt x="8773286" y="1356948"/>
                    <a:pt x="8568895" y="1421972"/>
                  </a:cubicBezTo>
                  <a:cubicBezTo>
                    <a:pt x="8439198" y="1463243"/>
                    <a:pt x="8368745" y="1528789"/>
                    <a:pt x="8358178" y="1572229"/>
                  </a:cubicBezTo>
                  <a:cubicBezTo>
                    <a:pt x="8354821" y="1586055"/>
                    <a:pt x="8357413" y="1597009"/>
                    <a:pt x="8366117" y="1605704"/>
                  </a:cubicBezTo>
                  <a:cubicBezTo>
                    <a:pt x="8403480" y="1643077"/>
                    <a:pt x="8509794" y="1713745"/>
                    <a:pt x="8644650" y="1713745"/>
                  </a:cubicBezTo>
                  <a:cubicBezTo>
                    <a:pt x="8758802" y="1713745"/>
                    <a:pt x="9175053" y="1811021"/>
                    <a:pt x="9243642" y="1900862"/>
                  </a:cubicBezTo>
                  <a:cubicBezTo>
                    <a:pt x="9256694" y="1917919"/>
                    <a:pt x="9256424" y="1932546"/>
                    <a:pt x="9253813" y="1941817"/>
                  </a:cubicBezTo>
                  <a:cubicBezTo>
                    <a:pt x="9238331" y="1998696"/>
                    <a:pt x="9296659" y="2037833"/>
                    <a:pt x="9393062" y="2096989"/>
                  </a:cubicBezTo>
                  <a:cubicBezTo>
                    <a:pt x="9416285" y="2111229"/>
                    <a:pt x="9440318" y="2125955"/>
                    <a:pt x="9464621" y="2142148"/>
                  </a:cubicBezTo>
                  <a:cubicBezTo>
                    <a:pt x="9578666" y="2218181"/>
                    <a:pt x="9541401" y="2291675"/>
                    <a:pt x="9494325" y="2384729"/>
                  </a:cubicBezTo>
                  <a:cubicBezTo>
                    <a:pt x="9486314" y="2400563"/>
                    <a:pt x="9478032" y="2416918"/>
                    <a:pt x="9469931" y="2434362"/>
                  </a:cubicBezTo>
                  <a:cubicBezTo>
                    <a:pt x="9460930" y="2453634"/>
                    <a:pt x="9450489" y="2474957"/>
                    <a:pt x="9439418" y="2497595"/>
                  </a:cubicBezTo>
                  <a:cubicBezTo>
                    <a:pt x="9383700" y="2611631"/>
                    <a:pt x="9307281" y="2767811"/>
                    <a:pt x="9326362" y="2850388"/>
                  </a:cubicBezTo>
                  <a:cubicBezTo>
                    <a:pt x="9328253" y="2858543"/>
                    <a:pt x="9323122" y="2866689"/>
                    <a:pt x="9314932" y="2868570"/>
                  </a:cubicBezTo>
                  <a:cubicBezTo>
                    <a:pt x="9313851" y="2868840"/>
                    <a:pt x="9312681" y="2868966"/>
                    <a:pt x="9311511" y="2868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4"/>
            <p:cNvSpPr/>
            <p:nvPr/>
          </p:nvSpPr>
          <p:spPr>
            <a:xfrm rot="-3598236">
              <a:off x="8234036" y="389644"/>
              <a:ext cx="2495209" cy="1242245"/>
            </a:xfrm>
            <a:custGeom>
              <a:avLst/>
              <a:gdLst/>
              <a:ahLst/>
              <a:cxnLst/>
              <a:rect l="l" t="t" r="r" b="b"/>
              <a:pathLst>
                <a:path w="2497426" h="1243349" extrusionOk="0">
                  <a:moveTo>
                    <a:pt x="465164" y="1243331"/>
                  </a:moveTo>
                  <a:cubicBezTo>
                    <a:pt x="396719" y="1243331"/>
                    <a:pt x="368968" y="1224456"/>
                    <a:pt x="337941" y="1203348"/>
                  </a:cubicBezTo>
                  <a:cubicBezTo>
                    <a:pt x="322072" y="1192556"/>
                    <a:pt x="305671" y="1181394"/>
                    <a:pt x="281575" y="1171358"/>
                  </a:cubicBezTo>
                  <a:cubicBezTo>
                    <a:pt x="247704" y="1157244"/>
                    <a:pt x="201014" y="1152266"/>
                    <a:pt x="155865" y="1147451"/>
                  </a:cubicBezTo>
                  <a:cubicBezTo>
                    <a:pt x="85799" y="1139980"/>
                    <a:pt x="19623" y="1132923"/>
                    <a:pt x="3439" y="1089771"/>
                  </a:cubicBezTo>
                  <a:cubicBezTo>
                    <a:pt x="-15256" y="1039923"/>
                    <a:pt x="44871" y="1016582"/>
                    <a:pt x="120985" y="987041"/>
                  </a:cubicBezTo>
                  <a:cubicBezTo>
                    <a:pt x="165127" y="969902"/>
                    <a:pt x="220043" y="948579"/>
                    <a:pt x="272520" y="918209"/>
                  </a:cubicBezTo>
                  <a:cubicBezTo>
                    <a:pt x="386214" y="852383"/>
                    <a:pt x="443668" y="752056"/>
                    <a:pt x="481690" y="685654"/>
                  </a:cubicBezTo>
                  <a:cubicBezTo>
                    <a:pt x="488648" y="673503"/>
                    <a:pt x="494867" y="662638"/>
                    <a:pt x="500565" y="653529"/>
                  </a:cubicBezTo>
                  <a:cubicBezTo>
                    <a:pt x="541377" y="588234"/>
                    <a:pt x="745019" y="471237"/>
                    <a:pt x="835634" y="442946"/>
                  </a:cubicBezTo>
                  <a:cubicBezTo>
                    <a:pt x="852502" y="437680"/>
                    <a:pt x="863223" y="430119"/>
                    <a:pt x="868407" y="419813"/>
                  </a:cubicBezTo>
                  <a:cubicBezTo>
                    <a:pt x="879524" y="397742"/>
                    <a:pt x="866949" y="361630"/>
                    <a:pt x="853636" y="323393"/>
                  </a:cubicBezTo>
                  <a:cubicBezTo>
                    <a:pt x="845922" y="301240"/>
                    <a:pt x="837938" y="278333"/>
                    <a:pt x="833879" y="255992"/>
                  </a:cubicBezTo>
                  <a:cubicBezTo>
                    <a:pt x="820116" y="180292"/>
                    <a:pt x="819990" y="98822"/>
                    <a:pt x="911532" y="16011"/>
                  </a:cubicBezTo>
                  <a:cubicBezTo>
                    <a:pt x="977637" y="-43802"/>
                    <a:pt x="1287943" y="76769"/>
                    <a:pt x="1468021" y="166808"/>
                  </a:cubicBezTo>
                  <a:cubicBezTo>
                    <a:pt x="1635650" y="250636"/>
                    <a:pt x="1770623" y="187214"/>
                    <a:pt x="1913544" y="120101"/>
                  </a:cubicBezTo>
                  <a:cubicBezTo>
                    <a:pt x="1937676" y="108768"/>
                    <a:pt x="1962627" y="97049"/>
                    <a:pt x="1987426" y="86266"/>
                  </a:cubicBezTo>
                  <a:cubicBezTo>
                    <a:pt x="2148978" y="16020"/>
                    <a:pt x="2258145" y="81216"/>
                    <a:pt x="2330379" y="124376"/>
                  </a:cubicBezTo>
                  <a:cubicBezTo>
                    <a:pt x="2336302" y="127923"/>
                    <a:pt x="2341973" y="131298"/>
                    <a:pt x="2347391" y="134440"/>
                  </a:cubicBezTo>
                  <a:cubicBezTo>
                    <a:pt x="2421480" y="177330"/>
                    <a:pt x="2481572" y="268044"/>
                    <a:pt x="2496929" y="360153"/>
                  </a:cubicBezTo>
                  <a:cubicBezTo>
                    <a:pt x="2498125" y="367336"/>
                    <a:pt x="2497747" y="378425"/>
                    <a:pt x="2489106" y="390469"/>
                  </a:cubicBezTo>
                  <a:cubicBezTo>
                    <a:pt x="2446639" y="449616"/>
                    <a:pt x="2224471" y="489707"/>
                    <a:pt x="1938432" y="535973"/>
                  </a:cubicBezTo>
                  <a:cubicBezTo>
                    <a:pt x="1869996" y="547045"/>
                    <a:pt x="1805341" y="557504"/>
                    <a:pt x="1755752" y="567100"/>
                  </a:cubicBezTo>
                  <a:cubicBezTo>
                    <a:pt x="1599403" y="597362"/>
                    <a:pt x="1565945" y="697221"/>
                    <a:pt x="1523585" y="823651"/>
                  </a:cubicBezTo>
                  <a:cubicBezTo>
                    <a:pt x="1507860" y="870592"/>
                    <a:pt x="1491595" y="919118"/>
                    <a:pt x="1467517" y="967292"/>
                  </a:cubicBezTo>
                  <a:cubicBezTo>
                    <a:pt x="1400953" y="1100438"/>
                    <a:pt x="1291589" y="1088106"/>
                    <a:pt x="1185825" y="1076188"/>
                  </a:cubicBezTo>
                  <a:cubicBezTo>
                    <a:pt x="1142511" y="1071319"/>
                    <a:pt x="1097748" y="1066269"/>
                    <a:pt x="1054390" y="1070391"/>
                  </a:cubicBezTo>
                  <a:cubicBezTo>
                    <a:pt x="979662" y="1077503"/>
                    <a:pt x="894250" y="1113237"/>
                    <a:pt x="803815" y="1151078"/>
                  </a:cubicBezTo>
                  <a:cubicBezTo>
                    <a:pt x="714721" y="1188343"/>
                    <a:pt x="622603" y="1226886"/>
                    <a:pt x="537254" y="1238021"/>
                  </a:cubicBezTo>
                  <a:cubicBezTo>
                    <a:pt x="508954" y="1241711"/>
                    <a:pt x="485299" y="1243349"/>
                    <a:pt x="465164" y="1243349"/>
                  </a:cubicBezTo>
                  <a:close/>
                  <a:moveTo>
                    <a:pt x="969544" y="29486"/>
                  </a:moveTo>
                  <a:cubicBezTo>
                    <a:pt x="951578" y="29486"/>
                    <a:pt x="938661" y="32384"/>
                    <a:pt x="931893" y="38496"/>
                  </a:cubicBezTo>
                  <a:lnTo>
                    <a:pt x="931893" y="38496"/>
                  </a:lnTo>
                  <a:cubicBezTo>
                    <a:pt x="855581" y="107535"/>
                    <a:pt x="849235" y="170823"/>
                    <a:pt x="863727" y="250555"/>
                  </a:cubicBezTo>
                  <a:cubicBezTo>
                    <a:pt x="867372" y="270583"/>
                    <a:pt x="874942" y="292357"/>
                    <a:pt x="882278" y="313410"/>
                  </a:cubicBezTo>
                  <a:cubicBezTo>
                    <a:pt x="897769" y="357885"/>
                    <a:pt x="912396" y="399893"/>
                    <a:pt x="895501" y="433450"/>
                  </a:cubicBezTo>
                  <a:cubicBezTo>
                    <a:pt x="886545" y="451227"/>
                    <a:pt x="869442" y="464162"/>
                    <a:pt x="844671" y="471894"/>
                  </a:cubicBezTo>
                  <a:cubicBezTo>
                    <a:pt x="752697" y="500608"/>
                    <a:pt x="559973" y="615697"/>
                    <a:pt x="526290" y="669596"/>
                  </a:cubicBezTo>
                  <a:cubicBezTo>
                    <a:pt x="520773" y="678417"/>
                    <a:pt x="514760" y="688939"/>
                    <a:pt x="508018" y="700713"/>
                  </a:cubicBezTo>
                  <a:cubicBezTo>
                    <a:pt x="470789" y="765729"/>
                    <a:pt x="408483" y="874535"/>
                    <a:pt x="287723" y="944447"/>
                  </a:cubicBezTo>
                  <a:cubicBezTo>
                    <a:pt x="233221" y="976005"/>
                    <a:pt x="177080" y="997788"/>
                    <a:pt x="131976" y="1015304"/>
                  </a:cubicBezTo>
                  <a:cubicBezTo>
                    <a:pt x="64836" y="1041363"/>
                    <a:pt x="24078" y="1058384"/>
                    <a:pt x="31856" y="1079105"/>
                  </a:cubicBezTo>
                  <a:cubicBezTo>
                    <a:pt x="41460" y="1104731"/>
                    <a:pt x="101264" y="1111113"/>
                    <a:pt x="159096" y="1117279"/>
                  </a:cubicBezTo>
                  <a:cubicBezTo>
                    <a:pt x="206398" y="1122320"/>
                    <a:pt x="255319" y="1127531"/>
                    <a:pt x="293259" y="1143337"/>
                  </a:cubicBezTo>
                  <a:cubicBezTo>
                    <a:pt x="320209" y="1154570"/>
                    <a:pt x="338706" y="1167154"/>
                    <a:pt x="355025" y="1178253"/>
                  </a:cubicBezTo>
                  <a:cubicBezTo>
                    <a:pt x="392920" y="1204032"/>
                    <a:pt x="420275" y="1222665"/>
                    <a:pt x="533348" y="1207912"/>
                  </a:cubicBezTo>
                  <a:cubicBezTo>
                    <a:pt x="614664" y="1197299"/>
                    <a:pt x="704883" y="1159566"/>
                    <a:pt x="792122" y="1123066"/>
                  </a:cubicBezTo>
                  <a:cubicBezTo>
                    <a:pt x="884736" y="1084326"/>
                    <a:pt x="972218" y="1047717"/>
                    <a:pt x="1051527" y="1040166"/>
                  </a:cubicBezTo>
                  <a:cubicBezTo>
                    <a:pt x="1098010" y="1035737"/>
                    <a:pt x="1144384" y="1040976"/>
                    <a:pt x="1189237" y="1046025"/>
                  </a:cubicBezTo>
                  <a:cubicBezTo>
                    <a:pt x="1293389" y="1057745"/>
                    <a:pt x="1383302" y="1067889"/>
                    <a:pt x="1440405" y="953700"/>
                  </a:cubicBezTo>
                  <a:cubicBezTo>
                    <a:pt x="1463538" y="907443"/>
                    <a:pt x="1479452" y="859935"/>
                    <a:pt x="1494845" y="813993"/>
                  </a:cubicBezTo>
                  <a:cubicBezTo>
                    <a:pt x="1536727" y="688994"/>
                    <a:pt x="1576287" y="570925"/>
                    <a:pt x="1750010" y="537296"/>
                  </a:cubicBezTo>
                  <a:cubicBezTo>
                    <a:pt x="1800057" y="527611"/>
                    <a:pt x="1864928" y="517116"/>
                    <a:pt x="1933607" y="506008"/>
                  </a:cubicBezTo>
                  <a:cubicBezTo>
                    <a:pt x="2141408" y="472398"/>
                    <a:pt x="2425990" y="426357"/>
                    <a:pt x="2464479" y="372755"/>
                  </a:cubicBezTo>
                  <a:cubicBezTo>
                    <a:pt x="2467575" y="368435"/>
                    <a:pt x="2467179" y="366031"/>
                    <a:pt x="2467026" y="365122"/>
                  </a:cubicBezTo>
                  <a:cubicBezTo>
                    <a:pt x="2453299" y="282743"/>
                    <a:pt x="2397861" y="198672"/>
                    <a:pt x="2332216" y="160669"/>
                  </a:cubicBezTo>
                  <a:cubicBezTo>
                    <a:pt x="2326680" y="157465"/>
                    <a:pt x="2320892" y="154008"/>
                    <a:pt x="2314834" y="150390"/>
                  </a:cubicBezTo>
                  <a:cubicBezTo>
                    <a:pt x="2243932" y="108039"/>
                    <a:pt x="2146827" y="50027"/>
                    <a:pt x="1999531" y="114061"/>
                  </a:cubicBezTo>
                  <a:cubicBezTo>
                    <a:pt x="1975139" y="124673"/>
                    <a:pt x="1950385" y="136294"/>
                    <a:pt x="1926443" y="147536"/>
                  </a:cubicBezTo>
                  <a:cubicBezTo>
                    <a:pt x="1783278" y="214775"/>
                    <a:pt x="1635227" y="284318"/>
                    <a:pt x="1454456" y="193919"/>
                  </a:cubicBezTo>
                  <a:cubicBezTo>
                    <a:pt x="1260544" y="96959"/>
                    <a:pt x="1056316" y="29477"/>
                    <a:pt x="969536" y="29477"/>
                  </a:cubicBezTo>
                  <a:close/>
                  <a:moveTo>
                    <a:pt x="921721" y="27254"/>
                  </a:moveTo>
                  <a:lnTo>
                    <a:pt x="921847" y="27254"/>
                  </a:lnTo>
                  <a:lnTo>
                    <a:pt x="921721" y="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4"/>
            <p:cNvSpPr/>
            <p:nvPr/>
          </p:nvSpPr>
          <p:spPr>
            <a:xfrm rot="-3598236">
              <a:off x="8523510" y="468663"/>
              <a:ext cx="1993744" cy="974902"/>
            </a:xfrm>
            <a:custGeom>
              <a:avLst/>
              <a:gdLst/>
              <a:ahLst/>
              <a:cxnLst/>
              <a:rect l="l" t="t" r="r" b="b"/>
              <a:pathLst>
                <a:path w="1995516" h="975768" extrusionOk="0">
                  <a:moveTo>
                    <a:pt x="149257" y="975768"/>
                  </a:moveTo>
                  <a:cubicBezTo>
                    <a:pt x="89210" y="975768"/>
                    <a:pt x="20027" y="955380"/>
                    <a:pt x="1124" y="911275"/>
                  </a:cubicBezTo>
                  <a:lnTo>
                    <a:pt x="1124" y="911275"/>
                  </a:lnTo>
                  <a:cubicBezTo>
                    <a:pt x="-9056" y="887503"/>
                    <a:pt x="51702" y="844108"/>
                    <a:pt x="110471" y="802135"/>
                  </a:cubicBezTo>
                  <a:cubicBezTo>
                    <a:pt x="138437" y="782162"/>
                    <a:pt x="164856" y="763295"/>
                    <a:pt x="178078" y="750073"/>
                  </a:cubicBezTo>
                  <a:cubicBezTo>
                    <a:pt x="186567" y="741584"/>
                    <a:pt x="196486" y="733141"/>
                    <a:pt x="206982" y="724212"/>
                  </a:cubicBezTo>
                  <a:cubicBezTo>
                    <a:pt x="246181" y="690872"/>
                    <a:pt x="290611" y="653076"/>
                    <a:pt x="297776" y="584973"/>
                  </a:cubicBezTo>
                  <a:cubicBezTo>
                    <a:pt x="304653" y="519598"/>
                    <a:pt x="359056" y="483656"/>
                    <a:pt x="402775" y="454762"/>
                  </a:cubicBezTo>
                  <a:cubicBezTo>
                    <a:pt x="419076" y="443996"/>
                    <a:pt x="433145" y="434698"/>
                    <a:pt x="442488" y="425355"/>
                  </a:cubicBezTo>
                  <a:cubicBezTo>
                    <a:pt x="463758" y="404076"/>
                    <a:pt x="524489" y="383202"/>
                    <a:pt x="578064" y="364786"/>
                  </a:cubicBezTo>
                  <a:cubicBezTo>
                    <a:pt x="613213" y="352707"/>
                    <a:pt x="646401" y="341302"/>
                    <a:pt x="661064" y="332130"/>
                  </a:cubicBezTo>
                  <a:cubicBezTo>
                    <a:pt x="687438" y="315649"/>
                    <a:pt x="678139" y="277079"/>
                    <a:pt x="668301" y="236249"/>
                  </a:cubicBezTo>
                  <a:cubicBezTo>
                    <a:pt x="665132" y="223090"/>
                    <a:pt x="661847" y="209489"/>
                    <a:pt x="659624" y="196158"/>
                  </a:cubicBezTo>
                  <a:cubicBezTo>
                    <a:pt x="649893" y="137785"/>
                    <a:pt x="679048" y="35694"/>
                    <a:pt x="706898" y="7853"/>
                  </a:cubicBezTo>
                  <a:cubicBezTo>
                    <a:pt x="729230" y="-14452"/>
                    <a:pt x="822329" y="14658"/>
                    <a:pt x="915815" y="46387"/>
                  </a:cubicBezTo>
                  <a:cubicBezTo>
                    <a:pt x="930353" y="51320"/>
                    <a:pt x="942909" y="55587"/>
                    <a:pt x="951253" y="58098"/>
                  </a:cubicBezTo>
                  <a:cubicBezTo>
                    <a:pt x="974584" y="65092"/>
                    <a:pt x="1046585" y="93418"/>
                    <a:pt x="1116209" y="120818"/>
                  </a:cubicBezTo>
                  <a:cubicBezTo>
                    <a:pt x="1185689" y="148155"/>
                    <a:pt x="1257536" y="176418"/>
                    <a:pt x="1280597" y="183349"/>
                  </a:cubicBezTo>
                  <a:cubicBezTo>
                    <a:pt x="1325882" y="196923"/>
                    <a:pt x="1472763" y="160495"/>
                    <a:pt x="1528976" y="137065"/>
                  </a:cubicBezTo>
                  <a:cubicBezTo>
                    <a:pt x="1560030" y="124131"/>
                    <a:pt x="1606593" y="98378"/>
                    <a:pt x="1651626" y="73472"/>
                  </a:cubicBezTo>
                  <a:cubicBezTo>
                    <a:pt x="1686658" y="54101"/>
                    <a:pt x="1719729" y="35811"/>
                    <a:pt x="1742250" y="25405"/>
                  </a:cubicBezTo>
                  <a:cubicBezTo>
                    <a:pt x="1781621" y="7250"/>
                    <a:pt x="1836636" y="24433"/>
                    <a:pt x="1880841" y="38268"/>
                  </a:cubicBezTo>
                  <a:cubicBezTo>
                    <a:pt x="1895351" y="42805"/>
                    <a:pt x="1909060" y="47090"/>
                    <a:pt x="1920519" y="49592"/>
                  </a:cubicBezTo>
                  <a:cubicBezTo>
                    <a:pt x="1940825" y="54020"/>
                    <a:pt x="1956838" y="76532"/>
                    <a:pt x="1966695" y="94634"/>
                  </a:cubicBezTo>
                  <a:cubicBezTo>
                    <a:pt x="1989629" y="136732"/>
                    <a:pt x="2001628" y="195294"/>
                    <a:pt x="1992384" y="219939"/>
                  </a:cubicBezTo>
                  <a:cubicBezTo>
                    <a:pt x="1976802" y="261507"/>
                    <a:pt x="1696542" y="282290"/>
                    <a:pt x="1632237" y="282290"/>
                  </a:cubicBezTo>
                  <a:cubicBezTo>
                    <a:pt x="1554701" y="282290"/>
                    <a:pt x="1331274" y="337927"/>
                    <a:pt x="1271344" y="356370"/>
                  </a:cubicBezTo>
                  <a:cubicBezTo>
                    <a:pt x="1213818" y="374066"/>
                    <a:pt x="1134752" y="519462"/>
                    <a:pt x="1120386" y="573344"/>
                  </a:cubicBezTo>
                  <a:cubicBezTo>
                    <a:pt x="1106019" y="627225"/>
                    <a:pt x="990606" y="799975"/>
                    <a:pt x="961847" y="828743"/>
                  </a:cubicBezTo>
                  <a:cubicBezTo>
                    <a:pt x="946663" y="843919"/>
                    <a:pt x="875814" y="840147"/>
                    <a:pt x="793804" y="835809"/>
                  </a:cubicBezTo>
                  <a:cubicBezTo>
                    <a:pt x="717817" y="831768"/>
                    <a:pt x="639227" y="827618"/>
                    <a:pt x="603366" y="838806"/>
                  </a:cubicBezTo>
                  <a:cubicBezTo>
                    <a:pt x="572033" y="848591"/>
                    <a:pt x="507306" y="870067"/>
                    <a:pt x="438771" y="892813"/>
                  </a:cubicBezTo>
                  <a:cubicBezTo>
                    <a:pt x="346698" y="923355"/>
                    <a:pt x="242347" y="957973"/>
                    <a:pt x="205343" y="968711"/>
                  </a:cubicBezTo>
                  <a:cubicBezTo>
                    <a:pt x="189312" y="973356"/>
                    <a:pt x="169806" y="975750"/>
                    <a:pt x="149248" y="975750"/>
                  </a:cubicBezTo>
                  <a:close/>
                  <a:moveTo>
                    <a:pt x="6930" y="908781"/>
                  </a:moveTo>
                  <a:cubicBezTo>
                    <a:pt x="30270" y="963248"/>
                    <a:pt x="142641" y="980368"/>
                    <a:pt x="203588" y="962653"/>
                  </a:cubicBezTo>
                  <a:cubicBezTo>
                    <a:pt x="240484" y="951951"/>
                    <a:pt x="344771" y="917350"/>
                    <a:pt x="436790" y="886828"/>
                  </a:cubicBezTo>
                  <a:cubicBezTo>
                    <a:pt x="505353" y="864082"/>
                    <a:pt x="570107" y="842596"/>
                    <a:pt x="601494" y="832785"/>
                  </a:cubicBezTo>
                  <a:cubicBezTo>
                    <a:pt x="638444" y="821254"/>
                    <a:pt x="717592" y="825449"/>
                    <a:pt x="794155" y="829517"/>
                  </a:cubicBezTo>
                  <a:cubicBezTo>
                    <a:pt x="867938" y="833442"/>
                    <a:pt x="944205" y="837492"/>
                    <a:pt x="957383" y="824296"/>
                  </a:cubicBezTo>
                  <a:cubicBezTo>
                    <a:pt x="985872" y="795808"/>
                    <a:pt x="1100628" y="622931"/>
                    <a:pt x="1114283" y="571732"/>
                  </a:cubicBezTo>
                  <a:cubicBezTo>
                    <a:pt x="1127253" y="523099"/>
                    <a:pt x="1205887" y="369917"/>
                    <a:pt x="1269481" y="350357"/>
                  </a:cubicBezTo>
                  <a:cubicBezTo>
                    <a:pt x="1331589" y="331248"/>
                    <a:pt x="1552784" y="275989"/>
                    <a:pt x="1632237" y="275989"/>
                  </a:cubicBezTo>
                  <a:cubicBezTo>
                    <a:pt x="1725930" y="275989"/>
                    <a:pt x="1974318" y="250156"/>
                    <a:pt x="1986470" y="217734"/>
                  </a:cubicBezTo>
                  <a:cubicBezTo>
                    <a:pt x="1995021" y="194934"/>
                    <a:pt x="1982950" y="137704"/>
                    <a:pt x="1961141" y="97667"/>
                  </a:cubicBezTo>
                  <a:cubicBezTo>
                    <a:pt x="1948098" y="73706"/>
                    <a:pt x="1933192" y="58836"/>
                    <a:pt x="1919168" y="55776"/>
                  </a:cubicBezTo>
                  <a:cubicBezTo>
                    <a:pt x="1907431" y="53219"/>
                    <a:pt x="1893596" y="48890"/>
                    <a:pt x="1878942" y="44308"/>
                  </a:cubicBezTo>
                  <a:cubicBezTo>
                    <a:pt x="1835763" y="30797"/>
                    <a:pt x="1782053" y="14010"/>
                    <a:pt x="1744896" y="31157"/>
                  </a:cubicBezTo>
                  <a:cubicBezTo>
                    <a:pt x="1722582" y="41455"/>
                    <a:pt x="1689602" y="59700"/>
                    <a:pt x="1654677" y="79008"/>
                  </a:cubicBezTo>
                  <a:cubicBezTo>
                    <a:pt x="1609501" y="103995"/>
                    <a:pt x="1562775" y="129828"/>
                    <a:pt x="1531397" y="142907"/>
                  </a:cubicBezTo>
                  <a:cubicBezTo>
                    <a:pt x="1474492" y="166616"/>
                    <a:pt x="1325360" y="203404"/>
                    <a:pt x="1278770" y="189398"/>
                  </a:cubicBezTo>
                  <a:cubicBezTo>
                    <a:pt x="1255457" y="182404"/>
                    <a:pt x="1183475" y="154086"/>
                    <a:pt x="1113877" y="126705"/>
                  </a:cubicBezTo>
                  <a:cubicBezTo>
                    <a:pt x="1044361" y="99350"/>
                    <a:pt x="972487" y="71078"/>
                    <a:pt x="949417" y="64156"/>
                  </a:cubicBezTo>
                  <a:cubicBezTo>
                    <a:pt x="940955" y="61617"/>
                    <a:pt x="928354" y="57342"/>
                    <a:pt x="913763" y="52391"/>
                  </a:cubicBezTo>
                  <a:cubicBezTo>
                    <a:pt x="850494" y="30914"/>
                    <a:pt x="732731" y="-9069"/>
                    <a:pt x="711344" y="12336"/>
                  </a:cubicBezTo>
                  <a:cubicBezTo>
                    <a:pt x="685043" y="38637"/>
                    <a:pt x="656554" y="139441"/>
                    <a:pt x="665835" y="195141"/>
                  </a:cubicBezTo>
                  <a:cubicBezTo>
                    <a:pt x="668022" y="208246"/>
                    <a:pt x="671271" y="221739"/>
                    <a:pt x="674421" y="234782"/>
                  </a:cubicBezTo>
                  <a:cubicBezTo>
                    <a:pt x="684818" y="277889"/>
                    <a:pt x="694629" y="318610"/>
                    <a:pt x="664394" y="337495"/>
                  </a:cubicBezTo>
                  <a:cubicBezTo>
                    <a:pt x="649119" y="347045"/>
                    <a:pt x="617138" y="358035"/>
                    <a:pt x="580099" y="370772"/>
                  </a:cubicBezTo>
                  <a:cubicBezTo>
                    <a:pt x="527163" y="388963"/>
                    <a:pt x="467179" y="409594"/>
                    <a:pt x="446935" y="429829"/>
                  </a:cubicBezTo>
                  <a:cubicBezTo>
                    <a:pt x="437141" y="439622"/>
                    <a:pt x="422820" y="449082"/>
                    <a:pt x="406232" y="460046"/>
                  </a:cubicBezTo>
                  <a:cubicBezTo>
                    <a:pt x="363629" y="488192"/>
                    <a:pt x="310603" y="523225"/>
                    <a:pt x="304032" y="585648"/>
                  </a:cubicBezTo>
                  <a:cubicBezTo>
                    <a:pt x="296606" y="656253"/>
                    <a:pt x="249161" y="696606"/>
                    <a:pt x="211050" y="729037"/>
                  </a:cubicBezTo>
                  <a:cubicBezTo>
                    <a:pt x="200653" y="737876"/>
                    <a:pt x="190833" y="746238"/>
                    <a:pt x="182516" y="754546"/>
                  </a:cubicBezTo>
                  <a:cubicBezTo>
                    <a:pt x="168924" y="768138"/>
                    <a:pt x="142299" y="787158"/>
                    <a:pt x="114116" y="807284"/>
                  </a:cubicBezTo>
                  <a:cubicBezTo>
                    <a:pt x="65429" y="842065"/>
                    <a:pt x="-1270" y="889699"/>
                    <a:pt x="6912" y="908791"/>
                  </a:cubicBezTo>
                  <a:lnTo>
                    <a:pt x="6912" y="90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4"/>
            <p:cNvSpPr/>
            <p:nvPr/>
          </p:nvSpPr>
          <p:spPr>
            <a:xfrm rot="-3598236">
              <a:off x="3931801" y="2115567"/>
              <a:ext cx="9252022" cy="2760005"/>
            </a:xfrm>
            <a:custGeom>
              <a:avLst/>
              <a:gdLst/>
              <a:ahLst/>
              <a:cxnLst/>
              <a:rect l="l" t="t" r="r" b="b"/>
              <a:pathLst>
                <a:path w="9260244" h="2762458" extrusionOk="0">
                  <a:moveTo>
                    <a:pt x="9069167" y="2762459"/>
                  </a:moveTo>
                  <a:cubicBezTo>
                    <a:pt x="9068987" y="2762459"/>
                    <a:pt x="9068897" y="2762450"/>
                    <a:pt x="9068717" y="2762432"/>
                  </a:cubicBezTo>
                  <a:cubicBezTo>
                    <a:pt x="9067006" y="2762225"/>
                    <a:pt x="9065836" y="2760640"/>
                    <a:pt x="9066017" y="2758912"/>
                  </a:cubicBezTo>
                  <a:cubicBezTo>
                    <a:pt x="9066197" y="2757256"/>
                    <a:pt x="9086450" y="2592525"/>
                    <a:pt x="9099771" y="2514998"/>
                  </a:cubicBezTo>
                  <a:cubicBezTo>
                    <a:pt x="9110662" y="2451747"/>
                    <a:pt x="9168000" y="2373950"/>
                    <a:pt x="9205895" y="2322463"/>
                  </a:cubicBezTo>
                  <a:cubicBezTo>
                    <a:pt x="9215166" y="2309933"/>
                    <a:pt x="9223177" y="2299096"/>
                    <a:pt x="9228578" y="2290968"/>
                  </a:cubicBezTo>
                  <a:cubicBezTo>
                    <a:pt x="9247660" y="2262389"/>
                    <a:pt x="9263593" y="2187607"/>
                    <a:pt x="9246580" y="2142835"/>
                  </a:cubicBezTo>
                  <a:cubicBezTo>
                    <a:pt x="9239920" y="2125121"/>
                    <a:pt x="9228758" y="2114104"/>
                    <a:pt x="9213546" y="2110098"/>
                  </a:cubicBezTo>
                  <a:cubicBezTo>
                    <a:pt x="9149188" y="2093185"/>
                    <a:pt x="9033073" y="1964693"/>
                    <a:pt x="9012190" y="1908976"/>
                  </a:cubicBezTo>
                  <a:cubicBezTo>
                    <a:pt x="8993107" y="1858227"/>
                    <a:pt x="8863490" y="1797253"/>
                    <a:pt x="8778870" y="1775884"/>
                  </a:cubicBezTo>
                  <a:cubicBezTo>
                    <a:pt x="8698301" y="1755542"/>
                    <a:pt x="8359271" y="1693613"/>
                    <a:pt x="8292123" y="1681408"/>
                  </a:cubicBezTo>
                  <a:cubicBezTo>
                    <a:pt x="8217656" y="1667870"/>
                    <a:pt x="8108138" y="1599596"/>
                    <a:pt x="8080748" y="1558515"/>
                  </a:cubicBezTo>
                  <a:cubicBezTo>
                    <a:pt x="8052592" y="1516281"/>
                    <a:pt x="8080370" y="1461086"/>
                    <a:pt x="8107715" y="1417700"/>
                  </a:cubicBezTo>
                  <a:cubicBezTo>
                    <a:pt x="8123432" y="1392758"/>
                    <a:pt x="8184792" y="1348751"/>
                    <a:pt x="8244128" y="1306184"/>
                  </a:cubicBezTo>
                  <a:cubicBezTo>
                    <a:pt x="8288837" y="1274122"/>
                    <a:pt x="8331070" y="1243824"/>
                    <a:pt x="8351215" y="1223680"/>
                  </a:cubicBezTo>
                  <a:cubicBezTo>
                    <a:pt x="8399758" y="1175145"/>
                    <a:pt x="8598342" y="1114405"/>
                    <a:pt x="8683241" y="1101255"/>
                  </a:cubicBezTo>
                  <a:cubicBezTo>
                    <a:pt x="8702081" y="1098338"/>
                    <a:pt x="8725421" y="1094477"/>
                    <a:pt x="8751192" y="1090210"/>
                  </a:cubicBezTo>
                  <a:cubicBezTo>
                    <a:pt x="8843607" y="1074908"/>
                    <a:pt x="8970154" y="1053953"/>
                    <a:pt x="9028662" y="1053953"/>
                  </a:cubicBezTo>
                  <a:cubicBezTo>
                    <a:pt x="9079518" y="1053953"/>
                    <a:pt x="9090500" y="1003826"/>
                    <a:pt x="9100221" y="959594"/>
                  </a:cubicBezTo>
                  <a:cubicBezTo>
                    <a:pt x="9104092" y="942132"/>
                    <a:pt x="9107692" y="925641"/>
                    <a:pt x="9113633" y="913913"/>
                  </a:cubicBezTo>
                  <a:cubicBezTo>
                    <a:pt x="9133345" y="874407"/>
                    <a:pt x="9151798" y="747067"/>
                    <a:pt x="9151798" y="706013"/>
                  </a:cubicBezTo>
                  <a:cubicBezTo>
                    <a:pt x="9151798" y="678172"/>
                    <a:pt x="9098331" y="633193"/>
                    <a:pt x="9055395" y="597062"/>
                  </a:cubicBezTo>
                  <a:cubicBezTo>
                    <a:pt x="9038833" y="583182"/>
                    <a:pt x="9023261" y="570068"/>
                    <a:pt x="9012910" y="559707"/>
                  </a:cubicBezTo>
                  <a:cubicBezTo>
                    <a:pt x="8975465" y="522272"/>
                    <a:pt x="8924248" y="471010"/>
                    <a:pt x="8924248" y="395427"/>
                  </a:cubicBezTo>
                  <a:cubicBezTo>
                    <a:pt x="8924248" y="319844"/>
                    <a:pt x="8904535" y="181235"/>
                    <a:pt x="8877442" y="135977"/>
                  </a:cubicBezTo>
                  <a:cubicBezTo>
                    <a:pt x="8852149" y="93923"/>
                    <a:pt x="8608360" y="34642"/>
                    <a:pt x="8548881" y="27207"/>
                  </a:cubicBezTo>
                  <a:cubicBezTo>
                    <a:pt x="8495684" y="20546"/>
                    <a:pt x="8315499" y="66956"/>
                    <a:pt x="8288180" y="94283"/>
                  </a:cubicBezTo>
                  <a:cubicBezTo>
                    <a:pt x="8254308" y="128155"/>
                    <a:pt x="7999008" y="185222"/>
                    <a:pt x="7849840" y="216213"/>
                  </a:cubicBezTo>
                  <a:cubicBezTo>
                    <a:pt x="7642858" y="259221"/>
                    <a:pt x="7403895" y="214674"/>
                    <a:pt x="7239885" y="169722"/>
                  </a:cubicBezTo>
                  <a:cubicBezTo>
                    <a:pt x="7180422" y="153421"/>
                    <a:pt x="7080185" y="117263"/>
                    <a:pt x="6983242" y="82285"/>
                  </a:cubicBezTo>
                  <a:cubicBezTo>
                    <a:pt x="6885598" y="47054"/>
                    <a:pt x="6793354" y="13768"/>
                    <a:pt x="6759401" y="7035"/>
                  </a:cubicBezTo>
                  <a:cubicBezTo>
                    <a:pt x="6693468" y="-6017"/>
                    <a:pt x="6464018" y="156508"/>
                    <a:pt x="6431830" y="206411"/>
                  </a:cubicBezTo>
                  <a:cubicBezTo>
                    <a:pt x="6398598" y="257943"/>
                    <a:pt x="6409660" y="363455"/>
                    <a:pt x="6478672" y="432467"/>
                  </a:cubicBezTo>
                  <a:cubicBezTo>
                    <a:pt x="6550493" y="504296"/>
                    <a:pt x="6479077" y="694293"/>
                    <a:pt x="6445503" y="761442"/>
                  </a:cubicBezTo>
                  <a:cubicBezTo>
                    <a:pt x="6410695" y="831057"/>
                    <a:pt x="6290260" y="914786"/>
                    <a:pt x="6221554" y="958496"/>
                  </a:cubicBezTo>
                  <a:cubicBezTo>
                    <a:pt x="6174964" y="988146"/>
                    <a:pt x="6097049" y="1022899"/>
                    <a:pt x="6021691" y="1056510"/>
                  </a:cubicBezTo>
                  <a:cubicBezTo>
                    <a:pt x="5975875" y="1076943"/>
                    <a:pt x="5932598" y="1096241"/>
                    <a:pt x="5897187" y="1113955"/>
                  </a:cubicBezTo>
                  <a:cubicBezTo>
                    <a:pt x="5828148" y="1148475"/>
                    <a:pt x="5713563" y="1133290"/>
                    <a:pt x="5629897" y="1122210"/>
                  </a:cubicBezTo>
                  <a:cubicBezTo>
                    <a:pt x="5597781" y="1117961"/>
                    <a:pt x="5570048" y="1114288"/>
                    <a:pt x="5551425" y="1114288"/>
                  </a:cubicBezTo>
                  <a:cubicBezTo>
                    <a:pt x="5520731" y="1114288"/>
                    <a:pt x="5463411" y="1098401"/>
                    <a:pt x="5384075" y="1076429"/>
                  </a:cubicBezTo>
                  <a:cubicBezTo>
                    <a:pt x="5286466" y="1049381"/>
                    <a:pt x="5164986" y="1015725"/>
                    <a:pt x="5031030" y="994231"/>
                  </a:cubicBezTo>
                  <a:cubicBezTo>
                    <a:pt x="4822932" y="960863"/>
                    <a:pt x="4457943" y="1016635"/>
                    <a:pt x="4258909" y="1052873"/>
                  </a:cubicBezTo>
                  <a:lnTo>
                    <a:pt x="4255633" y="1053476"/>
                  </a:lnTo>
                  <a:cubicBezTo>
                    <a:pt x="4181211" y="1067005"/>
                    <a:pt x="3976902" y="1125288"/>
                    <a:pt x="3912949" y="1189241"/>
                  </a:cubicBezTo>
                  <a:cubicBezTo>
                    <a:pt x="3842235" y="1259954"/>
                    <a:pt x="3776680" y="1305338"/>
                    <a:pt x="3614586" y="1357221"/>
                  </a:cubicBezTo>
                  <a:cubicBezTo>
                    <a:pt x="3562560" y="1373864"/>
                    <a:pt x="3505276" y="1389913"/>
                    <a:pt x="3449883" y="1405422"/>
                  </a:cubicBezTo>
                  <a:cubicBezTo>
                    <a:pt x="3326063" y="1440095"/>
                    <a:pt x="3209110" y="1472859"/>
                    <a:pt x="3176985" y="1504976"/>
                  </a:cubicBezTo>
                  <a:cubicBezTo>
                    <a:pt x="3137938" y="1544023"/>
                    <a:pt x="3181629" y="1698906"/>
                    <a:pt x="3200298" y="1765047"/>
                  </a:cubicBezTo>
                  <a:cubicBezTo>
                    <a:pt x="3203655" y="1776955"/>
                    <a:pt x="3206311" y="1786353"/>
                    <a:pt x="3207733" y="1792338"/>
                  </a:cubicBezTo>
                  <a:cubicBezTo>
                    <a:pt x="3218318" y="1836750"/>
                    <a:pt x="3038232" y="1966268"/>
                    <a:pt x="2991497" y="1991652"/>
                  </a:cubicBezTo>
                  <a:cubicBezTo>
                    <a:pt x="2943368" y="2017791"/>
                    <a:pt x="2836038" y="2122745"/>
                    <a:pt x="2792130" y="2166661"/>
                  </a:cubicBezTo>
                  <a:cubicBezTo>
                    <a:pt x="2763759" y="2195033"/>
                    <a:pt x="2669219" y="2210236"/>
                    <a:pt x="2600198" y="2221335"/>
                  </a:cubicBezTo>
                  <a:cubicBezTo>
                    <a:pt x="2568856" y="2226375"/>
                    <a:pt x="2541790" y="2230732"/>
                    <a:pt x="2529926" y="2234927"/>
                  </a:cubicBezTo>
                  <a:cubicBezTo>
                    <a:pt x="2489691" y="2249094"/>
                    <a:pt x="2294770" y="2187103"/>
                    <a:pt x="2241582" y="2160505"/>
                  </a:cubicBezTo>
                  <a:cubicBezTo>
                    <a:pt x="2213390" y="2146409"/>
                    <a:pt x="2162363" y="2149433"/>
                    <a:pt x="2117294" y="2152098"/>
                  </a:cubicBezTo>
                  <a:cubicBezTo>
                    <a:pt x="2076698" y="2154510"/>
                    <a:pt x="2038335" y="2156778"/>
                    <a:pt x="2018776" y="2146994"/>
                  </a:cubicBezTo>
                  <a:cubicBezTo>
                    <a:pt x="1977343" y="2126282"/>
                    <a:pt x="2036940" y="1953198"/>
                    <a:pt x="2064493" y="1879740"/>
                  </a:cubicBezTo>
                  <a:cubicBezTo>
                    <a:pt x="2085312" y="1824220"/>
                    <a:pt x="2167565" y="1763129"/>
                    <a:pt x="2235074" y="1736126"/>
                  </a:cubicBezTo>
                  <a:cubicBezTo>
                    <a:pt x="2304095" y="1708519"/>
                    <a:pt x="2401002" y="1600874"/>
                    <a:pt x="2395223" y="1577777"/>
                  </a:cubicBezTo>
                  <a:cubicBezTo>
                    <a:pt x="2390867" y="1560360"/>
                    <a:pt x="2257757" y="1571422"/>
                    <a:pt x="2200933" y="1576139"/>
                  </a:cubicBezTo>
                  <a:cubicBezTo>
                    <a:pt x="2173785" y="1578389"/>
                    <a:pt x="2152335" y="1580171"/>
                    <a:pt x="2141723" y="1580171"/>
                  </a:cubicBezTo>
                  <a:cubicBezTo>
                    <a:pt x="2102784" y="1580171"/>
                    <a:pt x="1954174" y="1620308"/>
                    <a:pt x="1904065" y="1647311"/>
                  </a:cubicBezTo>
                  <a:cubicBezTo>
                    <a:pt x="1875846" y="1662523"/>
                    <a:pt x="1851687" y="1701165"/>
                    <a:pt x="1828320" y="1738538"/>
                  </a:cubicBezTo>
                  <a:cubicBezTo>
                    <a:pt x="1810858" y="1766478"/>
                    <a:pt x="1792801" y="1795354"/>
                    <a:pt x="1772602" y="1815561"/>
                  </a:cubicBezTo>
                  <a:cubicBezTo>
                    <a:pt x="1725094" y="1863060"/>
                    <a:pt x="1463979" y="2004307"/>
                    <a:pt x="1400017" y="2025631"/>
                  </a:cubicBezTo>
                  <a:cubicBezTo>
                    <a:pt x="1333957" y="2047648"/>
                    <a:pt x="1087487" y="2049421"/>
                    <a:pt x="1085047" y="2049421"/>
                  </a:cubicBezTo>
                  <a:cubicBezTo>
                    <a:pt x="1064246" y="2049421"/>
                    <a:pt x="951362" y="2173115"/>
                    <a:pt x="883916" y="2247024"/>
                  </a:cubicBezTo>
                  <a:cubicBezTo>
                    <a:pt x="856795" y="2276746"/>
                    <a:pt x="833374" y="2302408"/>
                    <a:pt x="820583" y="2315199"/>
                  </a:cubicBezTo>
                  <a:cubicBezTo>
                    <a:pt x="771311" y="2364480"/>
                    <a:pt x="587561" y="2464763"/>
                    <a:pt x="447205" y="2474223"/>
                  </a:cubicBezTo>
                  <a:cubicBezTo>
                    <a:pt x="306553" y="2483638"/>
                    <a:pt x="5409" y="2407668"/>
                    <a:pt x="2385" y="2406885"/>
                  </a:cubicBezTo>
                  <a:cubicBezTo>
                    <a:pt x="693" y="2406462"/>
                    <a:pt x="-333" y="2404734"/>
                    <a:pt x="99" y="2403050"/>
                  </a:cubicBezTo>
                  <a:cubicBezTo>
                    <a:pt x="522" y="2401367"/>
                    <a:pt x="2214" y="2400305"/>
                    <a:pt x="3933" y="2400764"/>
                  </a:cubicBezTo>
                  <a:cubicBezTo>
                    <a:pt x="6949" y="2401529"/>
                    <a:pt x="307255" y="2477346"/>
                    <a:pt x="446773" y="2467913"/>
                  </a:cubicBezTo>
                  <a:cubicBezTo>
                    <a:pt x="585680" y="2458552"/>
                    <a:pt x="767413" y="2359431"/>
                    <a:pt x="816110" y="2310725"/>
                  </a:cubicBezTo>
                  <a:cubicBezTo>
                    <a:pt x="828802" y="2298034"/>
                    <a:pt x="852178" y="2272416"/>
                    <a:pt x="879253" y="2242757"/>
                  </a:cubicBezTo>
                  <a:cubicBezTo>
                    <a:pt x="978941" y="2133519"/>
                    <a:pt x="1063237" y="2043093"/>
                    <a:pt x="1085047" y="2043093"/>
                  </a:cubicBezTo>
                  <a:cubicBezTo>
                    <a:pt x="1124940" y="2043093"/>
                    <a:pt x="1339844" y="2039015"/>
                    <a:pt x="1398009" y="2019627"/>
                  </a:cubicBezTo>
                  <a:cubicBezTo>
                    <a:pt x="1459919" y="1998987"/>
                    <a:pt x="1722475" y="1856733"/>
                    <a:pt x="1768129" y="1811088"/>
                  </a:cubicBezTo>
                  <a:cubicBezTo>
                    <a:pt x="1787823" y="1791393"/>
                    <a:pt x="1805682" y="1762815"/>
                    <a:pt x="1822964" y="1735181"/>
                  </a:cubicBezTo>
                  <a:cubicBezTo>
                    <a:pt x="1846763" y="1697106"/>
                    <a:pt x="1871363" y="1657753"/>
                    <a:pt x="1901058" y="1641739"/>
                  </a:cubicBezTo>
                  <a:cubicBezTo>
                    <a:pt x="1952968" y="1613755"/>
                    <a:pt x="2101209" y="1573844"/>
                    <a:pt x="2141714" y="1573844"/>
                  </a:cubicBezTo>
                  <a:cubicBezTo>
                    <a:pt x="2152065" y="1573844"/>
                    <a:pt x="2173398" y="1572070"/>
                    <a:pt x="2200402" y="1569829"/>
                  </a:cubicBezTo>
                  <a:cubicBezTo>
                    <a:pt x="2307246" y="1560945"/>
                    <a:pt x="2396123" y="1555319"/>
                    <a:pt x="2401353" y="1576238"/>
                  </a:cubicBezTo>
                  <a:cubicBezTo>
                    <a:pt x="2408599" y="1605231"/>
                    <a:pt x="2306904" y="1714190"/>
                    <a:pt x="2237414" y="1741986"/>
                  </a:cubicBezTo>
                  <a:cubicBezTo>
                    <a:pt x="2171184" y="1768476"/>
                    <a:pt x="2090605" y="1828073"/>
                    <a:pt x="2070398" y="1881954"/>
                  </a:cubicBezTo>
                  <a:cubicBezTo>
                    <a:pt x="2027075" y="1997484"/>
                    <a:pt x="1991502" y="2126291"/>
                    <a:pt x="2021593" y="2141332"/>
                  </a:cubicBezTo>
                  <a:cubicBezTo>
                    <a:pt x="2039631" y="2150351"/>
                    <a:pt x="2077166" y="2148137"/>
                    <a:pt x="2116916" y="2145779"/>
                  </a:cubicBezTo>
                  <a:cubicBezTo>
                    <a:pt x="2164973" y="2142926"/>
                    <a:pt x="2214704" y="2139982"/>
                    <a:pt x="2244399" y="2154834"/>
                  </a:cubicBezTo>
                  <a:cubicBezTo>
                    <a:pt x="2302088" y="2183683"/>
                    <a:pt x="2491815" y="2241686"/>
                    <a:pt x="2527802" y="2228950"/>
                  </a:cubicBezTo>
                  <a:cubicBezTo>
                    <a:pt x="2540205" y="2224566"/>
                    <a:pt x="2566228" y="2220381"/>
                    <a:pt x="2599181" y="2215079"/>
                  </a:cubicBezTo>
                  <a:cubicBezTo>
                    <a:pt x="2667365" y="2204116"/>
                    <a:pt x="2760725" y="2189101"/>
                    <a:pt x="2787657" y="2162179"/>
                  </a:cubicBezTo>
                  <a:cubicBezTo>
                    <a:pt x="2842438" y="2107398"/>
                    <a:pt x="2941379" y="2011670"/>
                    <a:pt x="2988482" y="1986089"/>
                  </a:cubicBezTo>
                  <a:cubicBezTo>
                    <a:pt x="3042984" y="1956484"/>
                    <a:pt x="3210289" y="1830314"/>
                    <a:pt x="3201585" y="1793797"/>
                  </a:cubicBezTo>
                  <a:cubicBezTo>
                    <a:pt x="3200190" y="1787937"/>
                    <a:pt x="3197553" y="1778585"/>
                    <a:pt x="3194213" y="1766748"/>
                  </a:cubicBezTo>
                  <a:cubicBezTo>
                    <a:pt x="3173654" y="1693847"/>
                    <a:pt x="3130854" y="1542150"/>
                    <a:pt x="3172520" y="1500493"/>
                  </a:cubicBezTo>
                  <a:cubicBezTo>
                    <a:pt x="3205816" y="1467197"/>
                    <a:pt x="3323542" y="1434226"/>
                    <a:pt x="3448181" y="1399320"/>
                  </a:cubicBezTo>
                  <a:cubicBezTo>
                    <a:pt x="3503521" y="1383820"/>
                    <a:pt x="3560741" y="1367788"/>
                    <a:pt x="3612660" y="1351181"/>
                  </a:cubicBezTo>
                  <a:cubicBezTo>
                    <a:pt x="3773511" y="1299704"/>
                    <a:pt x="3838482" y="1254752"/>
                    <a:pt x="3908475" y="1184759"/>
                  </a:cubicBezTo>
                  <a:cubicBezTo>
                    <a:pt x="3973418" y="1119815"/>
                    <a:pt x="4179492" y="1060884"/>
                    <a:pt x="4254489" y="1047239"/>
                  </a:cubicBezTo>
                  <a:lnTo>
                    <a:pt x="4257766" y="1046644"/>
                  </a:lnTo>
                  <a:cubicBezTo>
                    <a:pt x="4457196" y="1010334"/>
                    <a:pt x="4822968" y="954409"/>
                    <a:pt x="5032021" y="987984"/>
                  </a:cubicBezTo>
                  <a:cubicBezTo>
                    <a:pt x="5166318" y="1009523"/>
                    <a:pt x="5287987" y="1043233"/>
                    <a:pt x="5385758" y="1070317"/>
                  </a:cubicBezTo>
                  <a:cubicBezTo>
                    <a:pt x="5461647" y="1091344"/>
                    <a:pt x="5521586" y="1107951"/>
                    <a:pt x="5551425" y="1107951"/>
                  </a:cubicBezTo>
                  <a:cubicBezTo>
                    <a:pt x="5570462" y="1107951"/>
                    <a:pt x="5598393" y="1111651"/>
                    <a:pt x="5630716" y="1115926"/>
                  </a:cubicBezTo>
                  <a:cubicBezTo>
                    <a:pt x="5713590" y="1126899"/>
                    <a:pt x="5827059" y="1141931"/>
                    <a:pt x="5894352" y="1108285"/>
                  </a:cubicBezTo>
                  <a:cubicBezTo>
                    <a:pt x="5929897" y="1090507"/>
                    <a:pt x="5973229" y="1071181"/>
                    <a:pt x="6019108" y="1050722"/>
                  </a:cubicBezTo>
                  <a:cubicBezTo>
                    <a:pt x="6094250" y="1017202"/>
                    <a:pt x="6171957" y="982547"/>
                    <a:pt x="6218151" y="953149"/>
                  </a:cubicBezTo>
                  <a:cubicBezTo>
                    <a:pt x="6286299" y="909790"/>
                    <a:pt x="6405718" y="826853"/>
                    <a:pt x="6439841" y="758597"/>
                  </a:cubicBezTo>
                  <a:cubicBezTo>
                    <a:pt x="6472849" y="692583"/>
                    <a:pt x="6543382" y="506105"/>
                    <a:pt x="6474199" y="436913"/>
                  </a:cubicBezTo>
                  <a:cubicBezTo>
                    <a:pt x="6403053" y="365777"/>
                    <a:pt x="6391964" y="256521"/>
                    <a:pt x="6426511" y="202964"/>
                  </a:cubicBezTo>
                  <a:cubicBezTo>
                    <a:pt x="6461435" y="148813"/>
                    <a:pt x="6691973" y="-12839"/>
                    <a:pt x="6760616" y="815"/>
                  </a:cubicBezTo>
                  <a:cubicBezTo>
                    <a:pt x="6795037" y="7638"/>
                    <a:pt x="6887497" y="40996"/>
                    <a:pt x="6985376" y="76317"/>
                  </a:cubicBezTo>
                  <a:cubicBezTo>
                    <a:pt x="7082201" y="111251"/>
                    <a:pt x="7182313" y="147372"/>
                    <a:pt x="7241531" y="163601"/>
                  </a:cubicBezTo>
                  <a:cubicBezTo>
                    <a:pt x="7404876" y="208365"/>
                    <a:pt x="7642768" y="252767"/>
                    <a:pt x="7848535" y="210011"/>
                  </a:cubicBezTo>
                  <a:cubicBezTo>
                    <a:pt x="8101198" y="157499"/>
                    <a:pt x="8259808" y="113681"/>
                    <a:pt x="8283697" y="89792"/>
                  </a:cubicBezTo>
                  <a:cubicBezTo>
                    <a:pt x="8311691" y="61798"/>
                    <a:pt x="8495567" y="14137"/>
                    <a:pt x="8549646" y="20915"/>
                  </a:cubicBezTo>
                  <a:cubicBezTo>
                    <a:pt x="8594769" y="26558"/>
                    <a:pt x="8853678" y="84202"/>
                    <a:pt x="8882843" y="132709"/>
                  </a:cubicBezTo>
                  <a:cubicBezTo>
                    <a:pt x="8910476" y="178832"/>
                    <a:pt x="8930549" y="321635"/>
                    <a:pt x="8930549" y="395400"/>
                  </a:cubicBezTo>
                  <a:cubicBezTo>
                    <a:pt x="8930549" y="469165"/>
                    <a:pt x="8980686" y="518563"/>
                    <a:pt x="9017410" y="555216"/>
                  </a:cubicBezTo>
                  <a:cubicBezTo>
                    <a:pt x="9027492" y="565378"/>
                    <a:pt x="9043064" y="578412"/>
                    <a:pt x="9059446" y="592202"/>
                  </a:cubicBezTo>
                  <a:cubicBezTo>
                    <a:pt x="9105712" y="631114"/>
                    <a:pt x="9158099" y="675202"/>
                    <a:pt x="9158099" y="705986"/>
                  </a:cubicBezTo>
                  <a:cubicBezTo>
                    <a:pt x="9158099" y="747499"/>
                    <a:pt x="9139376" y="876522"/>
                    <a:pt x="9119213" y="916712"/>
                  </a:cubicBezTo>
                  <a:cubicBezTo>
                    <a:pt x="9113723" y="927748"/>
                    <a:pt x="9110212" y="943860"/>
                    <a:pt x="9106432" y="960926"/>
                  </a:cubicBezTo>
                  <a:cubicBezTo>
                    <a:pt x="9096710" y="1005185"/>
                    <a:pt x="9084559" y="1060245"/>
                    <a:pt x="9028662" y="1060245"/>
                  </a:cubicBezTo>
                  <a:cubicBezTo>
                    <a:pt x="8972674" y="1060245"/>
                    <a:pt x="8844416" y="1081155"/>
                    <a:pt x="8752217" y="1096412"/>
                  </a:cubicBezTo>
                  <a:cubicBezTo>
                    <a:pt x="8726438" y="1100678"/>
                    <a:pt x="8703071" y="1104549"/>
                    <a:pt x="8684205" y="1107474"/>
                  </a:cubicBezTo>
                  <a:cubicBezTo>
                    <a:pt x="8600017" y="1120517"/>
                    <a:pt x="8403394" y="1180429"/>
                    <a:pt x="8355688" y="1228117"/>
                  </a:cubicBezTo>
                  <a:cubicBezTo>
                    <a:pt x="8335184" y="1248631"/>
                    <a:pt x="8292743" y="1279064"/>
                    <a:pt x="8247818" y="1311288"/>
                  </a:cubicBezTo>
                  <a:cubicBezTo>
                    <a:pt x="8188978" y="1353504"/>
                    <a:pt x="8128130" y="1397142"/>
                    <a:pt x="8113062" y="1421040"/>
                  </a:cubicBezTo>
                  <a:cubicBezTo>
                    <a:pt x="8086733" y="1462805"/>
                    <a:pt x="8059865" y="1515759"/>
                    <a:pt x="8086005" y="1554977"/>
                  </a:cubicBezTo>
                  <a:cubicBezTo>
                    <a:pt x="8112756" y="1595104"/>
                    <a:pt x="8220122" y="1661857"/>
                    <a:pt x="8293257" y="1675152"/>
                  </a:cubicBezTo>
                  <a:cubicBezTo>
                    <a:pt x="8360441" y="1687366"/>
                    <a:pt x="8699660" y="1749331"/>
                    <a:pt x="8780418" y="1769727"/>
                  </a:cubicBezTo>
                  <a:cubicBezTo>
                    <a:pt x="8864570" y="1790979"/>
                    <a:pt x="8997608" y="1851989"/>
                    <a:pt x="9018130" y="1906716"/>
                  </a:cubicBezTo>
                  <a:cubicBezTo>
                    <a:pt x="9038563" y="1961407"/>
                    <a:pt x="9152338" y="2087415"/>
                    <a:pt x="9215166" y="2103950"/>
                  </a:cubicBezTo>
                  <a:cubicBezTo>
                    <a:pt x="9232449" y="2108505"/>
                    <a:pt x="9245051" y="2120819"/>
                    <a:pt x="9252521" y="2140558"/>
                  </a:cubicBezTo>
                  <a:cubicBezTo>
                    <a:pt x="9270794" y="2188777"/>
                    <a:pt x="9253421" y="2265107"/>
                    <a:pt x="9233799" y="2294433"/>
                  </a:cubicBezTo>
                  <a:cubicBezTo>
                    <a:pt x="9228308" y="2302687"/>
                    <a:pt x="9220297" y="2313570"/>
                    <a:pt x="9211025" y="2326162"/>
                  </a:cubicBezTo>
                  <a:cubicBezTo>
                    <a:pt x="9173491" y="2377172"/>
                    <a:pt x="9116693" y="2454249"/>
                    <a:pt x="9106072" y="2516033"/>
                  </a:cubicBezTo>
                  <a:cubicBezTo>
                    <a:pt x="9092660" y="2593407"/>
                    <a:pt x="9072498" y="2757985"/>
                    <a:pt x="9072318" y="2759641"/>
                  </a:cubicBezTo>
                  <a:cubicBezTo>
                    <a:pt x="9072137" y="2761243"/>
                    <a:pt x="9070697" y="2762423"/>
                    <a:pt x="9069167" y="27624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4"/>
            <p:cNvSpPr/>
            <p:nvPr/>
          </p:nvSpPr>
          <p:spPr>
            <a:xfrm rot="-3598236">
              <a:off x="6507439" y="887652"/>
              <a:ext cx="5677051" cy="2685761"/>
            </a:xfrm>
            <a:custGeom>
              <a:avLst/>
              <a:gdLst/>
              <a:ahLst/>
              <a:cxnLst/>
              <a:rect l="l" t="t" r="r" b="b"/>
              <a:pathLst>
                <a:path w="5682096" h="2688148" extrusionOk="0">
                  <a:moveTo>
                    <a:pt x="4667697" y="2688140"/>
                  </a:moveTo>
                  <a:cubicBezTo>
                    <a:pt x="4666212" y="2688140"/>
                    <a:pt x="4664880" y="2687087"/>
                    <a:pt x="4664592" y="2685575"/>
                  </a:cubicBezTo>
                  <a:cubicBezTo>
                    <a:pt x="4664303" y="2684080"/>
                    <a:pt x="4635635" y="2534724"/>
                    <a:pt x="4624239" y="2450050"/>
                  </a:cubicBezTo>
                  <a:cubicBezTo>
                    <a:pt x="4612330" y="2361649"/>
                    <a:pt x="4618911" y="2273662"/>
                    <a:pt x="4630063" y="2229314"/>
                  </a:cubicBezTo>
                  <a:cubicBezTo>
                    <a:pt x="4641927" y="2182148"/>
                    <a:pt x="4716663" y="1992232"/>
                    <a:pt x="4748969" y="1945714"/>
                  </a:cubicBezTo>
                  <a:cubicBezTo>
                    <a:pt x="4782093" y="1898034"/>
                    <a:pt x="4960136" y="1846413"/>
                    <a:pt x="5007618" y="1846413"/>
                  </a:cubicBezTo>
                  <a:cubicBezTo>
                    <a:pt x="5026997" y="1846413"/>
                    <a:pt x="5068951" y="1844360"/>
                    <a:pt x="5117540" y="1841993"/>
                  </a:cubicBezTo>
                  <a:cubicBezTo>
                    <a:pt x="5185706" y="1838662"/>
                    <a:pt x="5262954" y="1834891"/>
                    <a:pt x="5312974" y="1834891"/>
                  </a:cubicBezTo>
                  <a:cubicBezTo>
                    <a:pt x="5342642" y="1834891"/>
                    <a:pt x="5380455" y="1839616"/>
                    <a:pt x="5417018" y="1844189"/>
                  </a:cubicBezTo>
                  <a:cubicBezTo>
                    <a:pt x="5474239" y="1851345"/>
                    <a:pt x="5533403" y="1858735"/>
                    <a:pt x="5548444" y="1845467"/>
                  </a:cubicBezTo>
                  <a:cubicBezTo>
                    <a:pt x="5550703" y="1843478"/>
                    <a:pt x="5551802" y="1841048"/>
                    <a:pt x="5551802" y="1838051"/>
                  </a:cubicBezTo>
                  <a:cubicBezTo>
                    <a:pt x="5551802" y="1802973"/>
                    <a:pt x="5260272" y="1737507"/>
                    <a:pt x="5186228" y="1737507"/>
                  </a:cubicBezTo>
                  <a:cubicBezTo>
                    <a:pt x="5146739" y="1737507"/>
                    <a:pt x="5096459" y="1717768"/>
                    <a:pt x="5047844" y="1698676"/>
                  </a:cubicBezTo>
                  <a:cubicBezTo>
                    <a:pt x="5016700" y="1686453"/>
                    <a:pt x="4987275" y="1674904"/>
                    <a:pt x="4960767" y="1668279"/>
                  </a:cubicBezTo>
                  <a:cubicBezTo>
                    <a:pt x="4893699" y="1651510"/>
                    <a:pt x="4707509" y="1559698"/>
                    <a:pt x="4653943" y="1506123"/>
                  </a:cubicBezTo>
                  <a:cubicBezTo>
                    <a:pt x="4630045" y="1482225"/>
                    <a:pt x="4625607" y="1452845"/>
                    <a:pt x="4640739" y="1418793"/>
                  </a:cubicBezTo>
                  <a:cubicBezTo>
                    <a:pt x="4654276" y="1388315"/>
                    <a:pt x="4681064" y="1359574"/>
                    <a:pt x="4700038" y="1340600"/>
                  </a:cubicBezTo>
                  <a:cubicBezTo>
                    <a:pt x="4718283" y="1322355"/>
                    <a:pt x="4748672" y="1288195"/>
                    <a:pt x="4783849" y="1248626"/>
                  </a:cubicBezTo>
                  <a:cubicBezTo>
                    <a:pt x="4832347" y="1194088"/>
                    <a:pt x="4887326" y="1132277"/>
                    <a:pt x="4932772" y="1086830"/>
                  </a:cubicBezTo>
                  <a:cubicBezTo>
                    <a:pt x="5003270" y="1016342"/>
                    <a:pt x="5154067" y="960696"/>
                    <a:pt x="5226535" y="933963"/>
                  </a:cubicBezTo>
                  <a:cubicBezTo>
                    <a:pt x="5236023" y="930461"/>
                    <a:pt x="5244331" y="927401"/>
                    <a:pt x="5251127" y="924799"/>
                  </a:cubicBezTo>
                  <a:cubicBezTo>
                    <a:pt x="5284566" y="912009"/>
                    <a:pt x="5359258" y="902971"/>
                    <a:pt x="5431492" y="894223"/>
                  </a:cubicBezTo>
                  <a:cubicBezTo>
                    <a:pt x="5489388" y="887211"/>
                    <a:pt x="5544079" y="880586"/>
                    <a:pt x="5568563" y="872881"/>
                  </a:cubicBezTo>
                  <a:cubicBezTo>
                    <a:pt x="5620688" y="856472"/>
                    <a:pt x="5660923" y="790133"/>
                    <a:pt x="5672895" y="748269"/>
                  </a:cubicBezTo>
                  <a:cubicBezTo>
                    <a:pt x="5684237" y="708627"/>
                    <a:pt x="5660833" y="565625"/>
                    <a:pt x="5633380" y="538199"/>
                  </a:cubicBezTo>
                  <a:cubicBezTo>
                    <a:pt x="5606286" y="511123"/>
                    <a:pt x="5521360" y="383289"/>
                    <a:pt x="5521360" y="322792"/>
                  </a:cubicBezTo>
                  <a:cubicBezTo>
                    <a:pt x="5521360" y="266309"/>
                    <a:pt x="5450070" y="106889"/>
                    <a:pt x="5364406" y="95233"/>
                  </a:cubicBezTo>
                  <a:cubicBezTo>
                    <a:pt x="5275339" y="83126"/>
                    <a:pt x="5139098" y="96619"/>
                    <a:pt x="5065315" y="140211"/>
                  </a:cubicBezTo>
                  <a:cubicBezTo>
                    <a:pt x="5014018" y="170518"/>
                    <a:pt x="4893095" y="186316"/>
                    <a:pt x="4795928" y="198998"/>
                  </a:cubicBezTo>
                  <a:cubicBezTo>
                    <a:pt x="4748158" y="205236"/>
                    <a:pt x="4706897" y="210628"/>
                    <a:pt x="4685817" y="216380"/>
                  </a:cubicBezTo>
                  <a:cubicBezTo>
                    <a:pt x="4646598" y="227082"/>
                    <a:pt x="4572869" y="224768"/>
                    <a:pt x="4461246" y="221276"/>
                  </a:cubicBezTo>
                  <a:cubicBezTo>
                    <a:pt x="4393278" y="219143"/>
                    <a:pt x="4308676" y="216496"/>
                    <a:pt x="4212543" y="216496"/>
                  </a:cubicBezTo>
                  <a:cubicBezTo>
                    <a:pt x="3999846" y="216496"/>
                    <a:pt x="3638934" y="70812"/>
                    <a:pt x="3520343" y="22935"/>
                  </a:cubicBezTo>
                  <a:cubicBezTo>
                    <a:pt x="3500145" y="14780"/>
                    <a:pt x="3485554" y="8894"/>
                    <a:pt x="3479838" y="6985"/>
                  </a:cubicBezTo>
                  <a:cubicBezTo>
                    <a:pt x="3446282" y="-4294"/>
                    <a:pt x="3342561" y="102326"/>
                    <a:pt x="3298320" y="147844"/>
                  </a:cubicBezTo>
                  <a:cubicBezTo>
                    <a:pt x="3292064" y="154289"/>
                    <a:pt x="3286790" y="159717"/>
                    <a:pt x="3282793" y="163714"/>
                  </a:cubicBezTo>
                  <a:cubicBezTo>
                    <a:pt x="3257121" y="189376"/>
                    <a:pt x="3272109" y="223536"/>
                    <a:pt x="3287978" y="259693"/>
                  </a:cubicBezTo>
                  <a:cubicBezTo>
                    <a:pt x="3291911" y="268658"/>
                    <a:pt x="3295989" y="277939"/>
                    <a:pt x="3299427" y="287111"/>
                  </a:cubicBezTo>
                  <a:cubicBezTo>
                    <a:pt x="3310625" y="316968"/>
                    <a:pt x="3303208" y="400319"/>
                    <a:pt x="3296025" y="480924"/>
                  </a:cubicBezTo>
                  <a:cubicBezTo>
                    <a:pt x="3291947" y="526668"/>
                    <a:pt x="3288104" y="569892"/>
                    <a:pt x="3288104" y="599344"/>
                  </a:cubicBezTo>
                  <a:cubicBezTo>
                    <a:pt x="3288104" y="665295"/>
                    <a:pt x="3169252" y="771149"/>
                    <a:pt x="3098233" y="834392"/>
                  </a:cubicBezTo>
                  <a:cubicBezTo>
                    <a:pt x="3080870" y="849856"/>
                    <a:pt x="3065874" y="863213"/>
                    <a:pt x="3056719" y="872367"/>
                  </a:cubicBezTo>
                  <a:cubicBezTo>
                    <a:pt x="3034153" y="894934"/>
                    <a:pt x="3002640" y="916977"/>
                    <a:pt x="2969273" y="940326"/>
                  </a:cubicBezTo>
                  <a:cubicBezTo>
                    <a:pt x="2934654" y="964540"/>
                    <a:pt x="2898848" y="989590"/>
                    <a:pt x="2872357" y="1016090"/>
                  </a:cubicBezTo>
                  <a:cubicBezTo>
                    <a:pt x="2819898" y="1068548"/>
                    <a:pt x="2728158" y="1103383"/>
                    <a:pt x="2679300" y="1113996"/>
                  </a:cubicBezTo>
                  <a:cubicBezTo>
                    <a:pt x="2647552" y="1120899"/>
                    <a:pt x="2588244" y="1118730"/>
                    <a:pt x="2525479" y="1116417"/>
                  </a:cubicBezTo>
                  <a:cubicBezTo>
                    <a:pt x="2494019" y="1115264"/>
                    <a:pt x="2461498" y="1114067"/>
                    <a:pt x="2432244" y="1114067"/>
                  </a:cubicBezTo>
                  <a:cubicBezTo>
                    <a:pt x="2344312" y="1114067"/>
                    <a:pt x="2147987" y="1097604"/>
                    <a:pt x="2056985" y="1074858"/>
                  </a:cubicBezTo>
                  <a:cubicBezTo>
                    <a:pt x="1965713" y="1052040"/>
                    <a:pt x="1826663" y="1028799"/>
                    <a:pt x="1751899" y="1016981"/>
                  </a:cubicBezTo>
                  <a:cubicBezTo>
                    <a:pt x="1680655" y="1005711"/>
                    <a:pt x="1428352" y="1005774"/>
                    <a:pt x="1333146" y="1005819"/>
                  </a:cubicBezTo>
                  <a:lnTo>
                    <a:pt x="1320283" y="1005819"/>
                  </a:lnTo>
                  <a:cubicBezTo>
                    <a:pt x="1237545" y="1005819"/>
                    <a:pt x="1041283" y="1064840"/>
                    <a:pt x="976789" y="1084228"/>
                  </a:cubicBezTo>
                  <a:lnTo>
                    <a:pt x="969741" y="1086344"/>
                  </a:lnTo>
                  <a:cubicBezTo>
                    <a:pt x="909397" y="1104454"/>
                    <a:pt x="740103" y="1184853"/>
                    <a:pt x="706898" y="1218067"/>
                  </a:cubicBezTo>
                  <a:cubicBezTo>
                    <a:pt x="671793" y="1253172"/>
                    <a:pt x="496423" y="1322823"/>
                    <a:pt x="456953" y="1334362"/>
                  </a:cubicBezTo>
                  <a:cubicBezTo>
                    <a:pt x="446638" y="1337378"/>
                    <a:pt x="425719" y="1344507"/>
                    <a:pt x="399237" y="1353535"/>
                  </a:cubicBezTo>
                  <a:cubicBezTo>
                    <a:pt x="320828" y="1380259"/>
                    <a:pt x="202337" y="1420648"/>
                    <a:pt x="166422" y="1420648"/>
                  </a:cubicBezTo>
                  <a:cubicBezTo>
                    <a:pt x="119931" y="1420648"/>
                    <a:pt x="49037" y="1484142"/>
                    <a:pt x="32628" y="1522433"/>
                  </a:cubicBezTo>
                  <a:cubicBezTo>
                    <a:pt x="15958" y="1561327"/>
                    <a:pt x="38056" y="1697893"/>
                    <a:pt x="49244" y="1709081"/>
                  </a:cubicBezTo>
                  <a:cubicBezTo>
                    <a:pt x="55419" y="1715256"/>
                    <a:pt x="47696" y="1735167"/>
                    <a:pt x="32349" y="1772774"/>
                  </a:cubicBezTo>
                  <a:cubicBezTo>
                    <a:pt x="18307" y="1807212"/>
                    <a:pt x="-946" y="1854378"/>
                    <a:pt x="8919" y="1864235"/>
                  </a:cubicBezTo>
                  <a:cubicBezTo>
                    <a:pt x="27345" y="1882660"/>
                    <a:pt x="182624" y="1869690"/>
                    <a:pt x="248936" y="1864154"/>
                  </a:cubicBezTo>
                  <a:lnTo>
                    <a:pt x="254165" y="1863722"/>
                  </a:lnTo>
                  <a:cubicBezTo>
                    <a:pt x="306480" y="1859311"/>
                    <a:pt x="372036" y="1890816"/>
                    <a:pt x="424711" y="1916090"/>
                  </a:cubicBezTo>
                  <a:cubicBezTo>
                    <a:pt x="442803" y="1924777"/>
                    <a:pt x="459897" y="1932986"/>
                    <a:pt x="474541" y="1938836"/>
                  </a:cubicBezTo>
                  <a:cubicBezTo>
                    <a:pt x="532293" y="1961934"/>
                    <a:pt x="567109" y="2057733"/>
                    <a:pt x="590143" y="2121128"/>
                  </a:cubicBezTo>
                  <a:lnTo>
                    <a:pt x="591566" y="2125044"/>
                  </a:lnTo>
                  <a:cubicBezTo>
                    <a:pt x="605950" y="2164613"/>
                    <a:pt x="662747" y="2173731"/>
                    <a:pt x="722875" y="2183390"/>
                  </a:cubicBezTo>
                  <a:cubicBezTo>
                    <a:pt x="754451" y="2188458"/>
                    <a:pt x="787089" y="2193696"/>
                    <a:pt x="812968" y="2203849"/>
                  </a:cubicBezTo>
                  <a:cubicBezTo>
                    <a:pt x="868649" y="2225695"/>
                    <a:pt x="963053" y="2220772"/>
                    <a:pt x="1031966" y="2217171"/>
                  </a:cubicBezTo>
                  <a:cubicBezTo>
                    <a:pt x="1052687" y="2216082"/>
                    <a:pt x="1070573" y="2215155"/>
                    <a:pt x="1084074" y="2215155"/>
                  </a:cubicBezTo>
                  <a:cubicBezTo>
                    <a:pt x="1128936" y="2215155"/>
                    <a:pt x="1236114" y="2146323"/>
                    <a:pt x="1307033" y="2100768"/>
                  </a:cubicBezTo>
                  <a:cubicBezTo>
                    <a:pt x="1325477" y="2088922"/>
                    <a:pt x="1341418" y="2078679"/>
                    <a:pt x="1353291" y="2071568"/>
                  </a:cubicBezTo>
                  <a:cubicBezTo>
                    <a:pt x="1420377" y="2031351"/>
                    <a:pt x="1548796" y="1997821"/>
                    <a:pt x="1672284" y="2019316"/>
                  </a:cubicBezTo>
                  <a:cubicBezTo>
                    <a:pt x="1775860" y="2037327"/>
                    <a:pt x="1887043" y="2035482"/>
                    <a:pt x="1985093" y="2033835"/>
                  </a:cubicBezTo>
                  <a:cubicBezTo>
                    <a:pt x="2012600" y="2033376"/>
                    <a:pt x="2038578" y="2032944"/>
                    <a:pt x="2063520" y="2032944"/>
                  </a:cubicBezTo>
                  <a:cubicBezTo>
                    <a:pt x="2153271" y="2032944"/>
                    <a:pt x="2233075" y="2087257"/>
                    <a:pt x="2303482" y="2135180"/>
                  </a:cubicBezTo>
                  <a:cubicBezTo>
                    <a:pt x="2324824" y="2149707"/>
                    <a:pt x="2344978" y="2163416"/>
                    <a:pt x="2364736" y="2175280"/>
                  </a:cubicBezTo>
                  <a:cubicBezTo>
                    <a:pt x="2448905" y="2225776"/>
                    <a:pt x="2515793" y="2280117"/>
                    <a:pt x="2538197" y="2302502"/>
                  </a:cubicBezTo>
                  <a:cubicBezTo>
                    <a:pt x="2560817" y="2325123"/>
                    <a:pt x="2537693" y="2400525"/>
                    <a:pt x="2527261" y="2421381"/>
                  </a:cubicBezTo>
                  <a:cubicBezTo>
                    <a:pt x="2516000" y="2443902"/>
                    <a:pt x="2476017" y="2580792"/>
                    <a:pt x="2475612" y="2582178"/>
                  </a:cubicBezTo>
                  <a:cubicBezTo>
                    <a:pt x="2475126" y="2583834"/>
                    <a:pt x="2473344" y="2584807"/>
                    <a:pt x="2471697" y="2584329"/>
                  </a:cubicBezTo>
                  <a:cubicBezTo>
                    <a:pt x="2470022" y="2583834"/>
                    <a:pt x="2469059" y="2582079"/>
                    <a:pt x="2469545" y="2580405"/>
                  </a:cubicBezTo>
                  <a:cubicBezTo>
                    <a:pt x="2471201" y="2574752"/>
                    <a:pt x="2510087" y="2441598"/>
                    <a:pt x="2521608" y="2418563"/>
                  </a:cubicBezTo>
                  <a:cubicBezTo>
                    <a:pt x="2534210" y="2393378"/>
                    <a:pt x="2551852" y="2325105"/>
                    <a:pt x="2533733" y="2306976"/>
                  </a:cubicBezTo>
                  <a:cubicBezTo>
                    <a:pt x="2511554" y="2284806"/>
                    <a:pt x="2445170" y="2230907"/>
                    <a:pt x="2361495" y="2180707"/>
                  </a:cubicBezTo>
                  <a:cubicBezTo>
                    <a:pt x="2341576" y="2168754"/>
                    <a:pt x="2321341" y="2154991"/>
                    <a:pt x="2299927" y="2140418"/>
                  </a:cubicBezTo>
                  <a:cubicBezTo>
                    <a:pt x="2230276" y="2093009"/>
                    <a:pt x="2151326" y="2039272"/>
                    <a:pt x="2063520" y="2039272"/>
                  </a:cubicBezTo>
                  <a:cubicBezTo>
                    <a:pt x="2038632" y="2039272"/>
                    <a:pt x="2012681" y="2039704"/>
                    <a:pt x="1985201" y="2040163"/>
                  </a:cubicBezTo>
                  <a:cubicBezTo>
                    <a:pt x="1886827" y="2041801"/>
                    <a:pt x="1775356" y="2043664"/>
                    <a:pt x="1671195" y="2025545"/>
                  </a:cubicBezTo>
                  <a:cubicBezTo>
                    <a:pt x="1530875" y="2001170"/>
                    <a:pt x="1404021" y="2048534"/>
                    <a:pt x="1356531" y="2076996"/>
                  </a:cubicBezTo>
                  <a:cubicBezTo>
                    <a:pt x="1344740" y="2084071"/>
                    <a:pt x="1328843" y="2094278"/>
                    <a:pt x="1310445" y="2106097"/>
                  </a:cubicBezTo>
                  <a:cubicBezTo>
                    <a:pt x="1238904" y="2152048"/>
                    <a:pt x="1130800" y="2221492"/>
                    <a:pt x="1084074" y="2221492"/>
                  </a:cubicBezTo>
                  <a:cubicBezTo>
                    <a:pt x="1070734" y="2221492"/>
                    <a:pt x="1052921" y="2222428"/>
                    <a:pt x="1032290" y="2223499"/>
                  </a:cubicBezTo>
                  <a:cubicBezTo>
                    <a:pt x="962810" y="2227145"/>
                    <a:pt x="867623" y="2232104"/>
                    <a:pt x="810654" y="2209754"/>
                  </a:cubicBezTo>
                  <a:cubicBezTo>
                    <a:pt x="785415" y="2199853"/>
                    <a:pt x="753110" y="2194659"/>
                    <a:pt x="721867" y="2189646"/>
                  </a:cubicBezTo>
                  <a:cubicBezTo>
                    <a:pt x="662576" y="2180122"/>
                    <a:pt x="601278" y="2170284"/>
                    <a:pt x="585625" y="2127222"/>
                  </a:cubicBezTo>
                  <a:lnTo>
                    <a:pt x="584203" y="2123298"/>
                  </a:lnTo>
                  <a:cubicBezTo>
                    <a:pt x="561547" y="2060965"/>
                    <a:pt x="527324" y="1966758"/>
                    <a:pt x="472192" y="1944715"/>
                  </a:cubicBezTo>
                  <a:cubicBezTo>
                    <a:pt x="457358" y="1938782"/>
                    <a:pt x="440166" y="1930528"/>
                    <a:pt x="421974" y="1921798"/>
                  </a:cubicBezTo>
                  <a:cubicBezTo>
                    <a:pt x="369992" y="1896855"/>
                    <a:pt x="305301" y="1865927"/>
                    <a:pt x="254696" y="1870023"/>
                  </a:cubicBezTo>
                  <a:lnTo>
                    <a:pt x="249467" y="1870464"/>
                  </a:lnTo>
                  <a:cubicBezTo>
                    <a:pt x="132857" y="1880194"/>
                    <a:pt x="22475" y="1886738"/>
                    <a:pt x="4455" y="1868709"/>
                  </a:cubicBezTo>
                  <a:cubicBezTo>
                    <a:pt x="-7454" y="1856800"/>
                    <a:pt x="6084" y="1820453"/>
                    <a:pt x="26507" y="1770389"/>
                  </a:cubicBezTo>
                  <a:cubicBezTo>
                    <a:pt x="35590" y="1748147"/>
                    <a:pt x="48011" y="1717678"/>
                    <a:pt x="44771" y="1713537"/>
                  </a:cubicBezTo>
                  <a:cubicBezTo>
                    <a:pt x="31908" y="1700674"/>
                    <a:pt x="9396" y="1560616"/>
                    <a:pt x="26823" y="1519940"/>
                  </a:cubicBezTo>
                  <a:cubicBezTo>
                    <a:pt x="43880" y="1480154"/>
                    <a:pt x="116186" y="1414320"/>
                    <a:pt x="166431" y="1414320"/>
                  </a:cubicBezTo>
                  <a:cubicBezTo>
                    <a:pt x="201302" y="1414320"/>
                    <a:pt x="323943" y="1372518"/>
                    <a:pt x="397212" y="1347549"/>
                  </a:cubicBezTo>
                  <a:cubicBezTo>
                    <a:pt x="423766" y="1338494"/>
                    <a:pt x="444738" y="1331347"/>
                    <a:pt x="455189" y="1328295"/>
                  </a:cubicBezTo>
                  <a:cubicBezTo>
                    <a:pt x="493093" y="1317215"/>
                    <a:pt x="668706" y="1247330"/>
                    <a:pt x="702442" y="1213594"/>
                  </a:cubicBezTo>
                  <a:cubicBezTo>
                    <a:pt x="738177" y="1177859"/>
                    <a:pt x="913142" y="1096731"/>
                    <a:pt x="967941" y="1080295"/>
                  </a:cubicBezTo>
                  <a:lnTo>
                    <a:pt x="974980" y="1078180"/>
                  </a:lnTo>
                  <a:cubicBezTo>
                    <a:pt x="1039698" y="1058719"/>
                    <a:pt x="1236626" y="999500"/>
                    <a:pt x="1320292" y="999500"/>
                  </a:cubicBezTo>
                  <a:lnTo>
                    <a:pt x="1333155" y="999500"/>
                  </a:lnTo>
                  <a:cubicBezTo>
                    <a:pt x="1428316" y="999410"/>
                    <a:pt x="1681150" y="999392"/>
                    <a:pt x="1752889" y="1010743"/>
                  </a:cubicBezTo>
                  <a:cubicBezTo>
                    <a:pt x="1827761" y="1022580"/>
                    <a:pt x="1967018" y="1045856"/>
                    <a:pt x="2058515" y="1068737"/>
                  </a:cubicBezTo>
                  <a:cubicBezTo>
                    <a:pt x="2149085" y="1091385"/>
                    <a:pt x="2344618" y="1107766"/>
                    <a:pt x="2432244" y="1107766"/>
                  </a:cubicBezTo>
                  <a:cubicBezTo>
                    <a:pt x="2461597" y="1107766"/>
                    <a:pt x="2494190" y="1108964"/>
                    <a:pt x="2525713" y="1110116"/>
                  </a:cubicBezTo>
                  <a:cubicBezTo>
                    <a:pt x="2588064" y="1112402"/>
                    <a:pt x="2646986" y="1114581"/>
                    <a:pt x="2677949" y="1107838"/>
                  </a:cubicBezTo>
                  <a:cubicBezTo>
                    <a:pt x="2724243" y="1097775"/>
                    <a:pt x="2816748" y="1062760"/>
                    <a:pt x="2867884" y="1011634"/>
                  </a:cubicBezTo>
                  <a:cubicBezTo>
                    <a:pt x="2894770" y="984747"/>
                    <a:pt x="2930802" y="959535"/>
                    <a:pt x="2965645" y="935169"/>
                  </a:cubicBezTo>
                  <a:cubicBezTo>
                    <a:pt x="2998779" y="911982"/>
                    <a:pt x="3030076" y="890091"/>
                    <a:pt x="3052246" y="867921"/>
                  </a:cubicBezTo>
                  <a:cubicBezTo>
                    <a:pt x="3061526" y="858641"/>
                    <a:pt x="3076585" y="845229"/>
                    <a:pt x="3094029" y="829693"/>
                  </a:cubicBezTo>
                  <a:cubicBezTo>
                    <a:pt x="3164256" y="767153"/>
                    <a:pt x="3281776" y="662478"/>
                    <a:pt x="3281776" y="599371"/>
                  </a:cubicBezTo>
                  <a:cubicBezTo>
                    <a:pt x="3281776" y="569640"/>
                    <a:pt x="3285637" y="526290"/>
                    <a:pt x="3289715" y="480393"/>
                  </a:cubicBezTo>
                  <a:cubicBezTo>
                    <a:pt x="3296493" y="404216"/>
                    <a:pt x="3304189" y="317868"/>
                    <a:pt x="3293495" y="289361"/>
                  </a:cubicBezTo>
                  <a:cubicBezTo>
                    <a:pt x="3290111" y="280342"/>
                    <a:pt x="3286079" y="271152"/>
                    <a:pt x="3282181" y="262259"/>
                  </a:cubicBezTo>
                  <a:cubicBezTo>
                    <a:pt x="3266150" y="225750"/>
                    <a:pt x="3249588" y="187990"/>
                    <a:pt x="3278310" y="159267"/>
                  </a:cubicBezTo>
                  <a:cubicBezTo>
                    <a:pt x="3282289" y="155288"/>
                    <a:pt x="3287546" y="149888"/>
                    <a:pt x="3293774" y="143470"/>
                  </a:cubicBezTo>
                  <a:cubicBezTo>
                    <a:pt x="3342660" y="93171"/>
                    <a:pt x="3444337" y="-11359"/>
                    <a:pt x="3481818" y="1008"/>
                  </a:cubicBezTo>
                  <a:cubicBezTo>
                    <a:pt x="3487714" y="2979"/>
                    <a:pt x="3501630" y="8596"/>
                    <a:pt x="3522684" y="17093"/>
                  </a:cubicBezTo>
                  <a:cubicBezTo>
                    <a:pt x="3641004" y="64845"/>
                    <a:pt x="4001052" y="210187"/>
                    <a:pt x="4212516" y="210187"/>
                  </a:cubicBezTo>
                  <a:cubicBezTo>
                    <a:pt x="4308748" y="210187"/>
                    <a:pt x="4393404" y="212842"/>
                    <a:pt x="4461417" y="214967"/>
                  </a:cubicBezTo>
                  <a:cubicBezTo>
                    <a:pt x="4568459" y="218333"/>
                    <a:pt x="4645806" y="220745"/>
                    <a:pt x="4684124" y="210295"/>
                  </a:cubicBezTo>
                  <a:cubicBezTo>
                    <a:pt x="4705628" y="204435"/>
                    <a:pt x="4747087" y="199016"/>
                    <a:pt x="4795082" y="192751"/>
                  </a:cubicBezTo>
                  <a:cubicBezTo>
                    <a:pt x="4891674" y="180132"/>
                    <a:pt x="5011884" y="164434"/>
                    <a:pt x="5062075" y="134784"/>
                  </a:cubicBezTo>
                  <a:cubicBezTo>
                    <a:pt x="5137027" y="90498"/>
                    <a:pt x="5275052" y="76699"/>
                    <a:pt x="5365226" y="88995"/>
                  </a:cubicBezTo>
                  <a:cubicBezTo>
                    <a:pt x="5453869" y="101056"/>
                    <a:pt x="5527643" y="264815"/>
                    <a:pt x="5527643" y="322810"/>
                  </a:cubicBezTo>
                  <a:cubicBezTo>
                    <a:pt x="5527643" y="377816"/>
                    <a:pt x="5607636" y="503571"/>
                    <a:pt x="5637790" y="533743"/>
                  </a:cubicBezTo>
                  <a:cubicBezTo>
                    <a:pt x="5666774" y="562727"/>
                    <a:pt x="5690987" y="707808"/>
                    <a:pt x="5678925" y="750023"/>
                  </a:cubicBezTo>
                  <a:cubicBezTo>
                    <a:pt x="5666594" y="793238"/>
                    <a:pt x="5624738" y="861809"/>
                    <a:pt x="5570461" y="878921"/>
                  </a:cubicBezTo>
                  <a:cubicBezTo>
                    <a:pt x="5545385" y="886805"/>
                    <a:pt x="5490414" y="893467"/>
                    <a:pt x="5432212" y="900505"/>
                  </a:cubicBezTo>
                  <a:cubicBezTo>
                    <a:pt x="5360356" y="909209"/>
                    <a:pt x="5286051" y="918202"/>
                    <a:pt x="5253341" y="930704"/>
                  </a:cubicBezTo>
                  <a:cubicBezTo>
                    <a:pt x="5246518" y="933315"/>
                    <a:pt x="5238201" y="936384"/>
                    <a:pt x="5228677" y="939904"/>
                  </a:cubicBezTo>
                  <a:cubicBezTo>
                    <a:pt x="5156632" y="966484"/>
                    <a:pt x="5006717" y="1021805"/>
                    <a:pt x="4937201" y="1091312"/>
                  </a:cubicBezTo>
                  <a:cubicBezTo>
                    <a:pt x="4891889" y="1136633"/>
                    <a:pt x="4836982" y="1198372"/>
                    <a:pt x="4788538" y="1252839"/>
                  </a:cubicBezTo>
                  <a:cubicBezTo>
                    <a:pt x="4753289" y="1292480"/>
                    <a:pt x="4722847" y="1326711"/>
                    <a:pt x="4704476" y="1345083"/>
                  </a:cubicBezTo>
                  <a:cubicBezTo>
                    <a:pt x="4686104" y="1363454"/>
                    <a:pt x="4659596" y="1391853"/>
                    <a:pt x="4646481" y="1421368"/>
                  </a:cubicBezTo>
                  <a:cubicBezTo>
                    <a:pt x="4632322" y="1453241"/>
                    <a:pt x="4636211" y="1479497"/>
                    <a:pt x="4658381" y="1501667"/>
                  </a:cubicBezTo>
                  <a:cubicBezTo>
                    <a:pt x="4711371" y="1554657"/>
                    <a:pt x="4895795" y="1645542"/>
                    <a:pt x="4962270" y="1662158"/>
                  </a:cubicBezTo>
                  <a:cubicBezTo>
                    <a:pt x="4989183" y="1668882"/>
                    <a:pt x="5018779" y="1680503"/>
                    <a:pt x="5050121" y="1692807"/>
                  </a:cubicBezTo>
                  <a:cubicBezTo>
                    <a:pt x="5098196" y="1711683"/>
                    <a:pt x="5147910" y="1731198"/>
                    <a:pt x="5186201" y="1731198"/>
                  </a:cubicBezTo>
                  <a:cubicBezTo>
                    <a:pt x="5242162" y="1731198"/>
                    <a:pt x="5558093" y="1793296"/>
                    <a:pt x="5558093" y="1838059"/>
                  </a:cubicBezTo>
                  <a:cubicBezTo>
                    <a:pt x="5558093" y="1842902"/>
                    <a:pt x="5556240" y="1846998"/>
                    <a:pt x="5552603" y="1850211"/>
                  </a:cubicBezTo>
                  <a:cubicBezTo>
                    <a:pt x="5535429" y="1865369"/>
                    <a:pt x="5477515" y="1858132"/>
                    <a:pt x="5416208" y="1850472"/>
                  </a:cubicBezTo>
                  <a:cubicBezTo>
                    <a:pt x="5379834" y="1845927"/>
                    <a:pt x="5342236" y="1841219"/>
                    <a:pt x="5312947" y="1841219"/>
                  </a:cubicBezTo>
                  <a:cubicBezTo>
                    <a:pt x="5263080" y="1841219"/>
                    <a:pt x="5185913" y="1844990"/>
                    <a:pt x="5117819" y="1848312"/>
                  </a:cubicBezTo>
                  <a:cubicBezTo>
                    <a:pt x="5069150" y="1850688"/>
                    <a:pt x="5027123" y="1852740"/>
                    <a:pt x="5007590" y="1852740"/>
                  </a:cubicBezTo>
                  <a:cubicBezTo>
                    <a:pt x="4962215" y="1852740"/>
                    <a:pt x="4785577" y="1904074"/>
                    <a:pt x="4754145" y="1949332"/>
                  </a:cubicBezTo>
                  <a:cubicBezTo>
                    <a:pt x="4722955" y="1994221"/>
                    <a:pt x="4647642" y="2185217"/>
                    <a:pt x="4636175" y="2230871"/>
                  </a:cubicBezTo>
                  <a:cubicBezTo>
                    <a:pt x="4625157" y="2274653"/>
                    <a:pt x="4618686" y="2361649"/>
                    <a:pt x="4630468" y="2449222"/>
                  </a:cubicBezTo>
                  <a:cubicBezTo>
                    <a:pt x="4641845" y="2533716"/>
                    <a:pt x="4670487" y="2682892"/>
                    <a:pt x="4670776" y="2684395"/>
                  </a:cubicBezTo>
                  <a:cubicBezTo>
                    <a:pt x="4671099" y="2686097"/>
                    <a:pt x="4669984" y="2687762"/>
                    <a:pt x="4668273" y="2688086"/>
                  </a:cubicBezTo>
                  <a:cubicBezTo>
                    <a:pt x="4668066" y="2688131"/>
                    <a:pt x="4667868" y="2688149"/>
                    <a:pt x="4667670" y="2688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4"/>
            <p:cNvSpPr/>
            <p:nvPr/>
          </p:nvSpPr>
          <p:spPr>
            <a:xfrm rot="-3598236">
              <a:off x="6712686" y="1022770"/>
              <a:ext cx="5423062" cy="2551486"/>
            </a:xfrm>
            <a:custGeom>
              <a:avLst/>
              <a:gdLst/>
              <a:ahLst/>
              <a:cxnLst/>
              <a:rect l="l" t="t" r="r" b="b"/>
              <a:pathLst>
                <a:path w="5427881" h="2553753" extrusionOk="0">
                  <a:moveTo>
                    <a:pt x="2480616" y="2553754"/>
                  </a:moveTo>
                  <a:cubicBezTo>
                    <a:pt x="2480373" y="2553754"/>
                    <a:pt x="2480138" y="2553726"/>
                    <a:pt x="2479895" y="2553663"/>
                  </a:cubicBezTo>
                  <a:cubicBezTo>
                    <a:pt x="2478194" y="2553267"/>
                    <a:pt x="2477141" y="2551575"/>
                    <a:pt x="2477528" y="2549874"/>
                  </a:cubicBezTo>
                  <a:cubicBezTo>
                    <a:pt x="2478446" y="2545914"/>
                    <a:pt x="2569511" y="2152463"/>
                    <a:pt x="2563903" y="2113164"/>
                  </a:cubicBezTo>
                  <a:cubicBezTo>
                    <a:pt x="2558170" y="2073063"/>
                    <a:pt x="2429894" y="1963735"/>
                    <a:pt x="2323365" y="1896460"/>
                  </a:cubicBezTo>
                  <a:cubicBezTo>
                    <a:pt x="2220616" y="1831570"/>
                    <a:pt x="2123575" y="1770282"/>
                    <a:pt x="2059450" y="1758625"/>
                  </a:cubicBezTo>
                  <a:cubicBezTo>
                    <a:pt x="2021078" y="1751604"/>
                    <a:pt x="1919851" y="1768715"/>
                    <a:pt x="1838534" y="1782442"/>
                  </a:cubicBezTo>
                  <a:cubicBezTo>
                    <a:pt x="1785850" y="1791326"/>
                    <a:pt x="1740358" y="1799004"/>
                    <a:pt x="1720097" y="1799004"/>
                  </a:cubicBezTo>
                  <a:cubicBezTo>
                    <a:pt x="1667233" y="1799004"/>
                    <a:pt x="1445723" y="1746131"/>
                    <a:pt x="1396450" y="1729704"/>
                  </a:cubicBezTo>
                  <a:cubicBezTo>
                    <a:pt x="1347070" y="1713241"/>
                    <a:pt x="1156722" y="1835108"/>
                    <a:pt x="1093912" y="1879088"/>
                  </a:cubicBezTo>
                  <a:cubicBezTo>
                    <a:pt x="1058807" y="1903670"/>
                    <a:pt x="1010281" y="1924283"/>
                    <a:pt x="967463" y="1942483"/>
                  </a:cubicBezTo>
                  <a:cubicBezTo>
                    <a:pt x="939118" y="1954527"/>
                    <a:pt x="912339" y="1965904"/>
                    <a:pt x="891988" y="1977219"/>
                  </a:cubicBezTo>
                  <a:cubicBezTo>
                    <a:pt x="837846" y="2007264"/>
                    <a:pt x="672971" y="1934967"/>
                    <a:pt x="617848" y="1896379"/>
                  </a:cubicBezTo>
                  <a:cubicBezTo>
                    <a:pt x="566415" y="1860383"/>
                    <a:pt x="555479" y="1806430"/>
                    <a:pt x="545838" y="1758823"/>
                  </a:cubicBezTo>
                  <a:cubicBezTo>
                    <a:pt x="544470" y="1752054"/>
                    <a:pt x="543120" y="1745393"/>
                    <a:pt x="541680" y="1738922"/>
                  </a:cubicBezTo>
                  <a:cubicBezTo>
                    <a:pt x="533426" y="1701774"/>
                    <a:pt x="454927" y="1669838"/>
                    <a:pt x="391855" y="1644175"/>
                  </a:cubicBezTo>
                  <a:cubicBezTo>
                    <a:pt x="370631" y="1635552"/>
                    <a:pt x="350585" y="1627397"/>
                    <a:pt x="335940" y="1620070"/>
                  </a:cubicBezTo>
                  <a:cubicBezTo>
                    <a:pt x="278989" y="1591599"/>
                    <a:pt x="209491" y="1591599"/>
                    <a:pt x="158752" y="1591599"/>
                  </a:cubicBezTo>
                  <a:lnTo>
                    <a:pt x="20476" y="1591599"/>
                  </a:lnTo>
                  <a:cubicBezTo>
                    <a:pt x="16056" y="1591599"/>
                    <a:pt x="12284" y="1589934"/>
                    <a:pt x="9260" y="1586639"/>
                  </a:cubicBezTo>
                  <a:cubicBezTo>
                    <a:pt x="-3972" y="1572264"/>
                    <a:pt x="-200" y="1527079"/>
                    <a:pt x="3445" y="1483387"/>
                  </a:cubicBezTo>
                  <a:cubicBezTo>
                    <a:pt x="5669" y="1456743"/>
                    <a:pt x="7775" y="1431576"/>
                    <a:pt x="5822" y="1415995"/>
                  </a:cubicBezTo>
                  <a:cubicBezTo>
                    <a:pt x="1627" y="1382457"/>
                    <a:pt x="28487" y="1363734"/>
                    <a:pt x="56921" y="1343905"/>
                  </a:cubicBezTo>
                  <a:cubicBezTo>
                    <a:pt x="69496" y="1335137"/>
                    <a:pt x="82503" y="1326064"/>
                    <a:pt x="93151" y="1315425"/>
                  </a:cubicBezTo>
                  <a:cubicBezTo>
                    <a:pt x="114853" y="1293714"/>
                    <a:pt x="166367" y="1287701"/>
                    <a:pt x="226017" y="1280734"/>
                  </a:cubicBezTo>
                  <a:cubicBezTo>
                    <a:pt x="263705" y="1276332"/>
                    <a:pt x="302680" y="1271778"/>
                    <a:pt x="336552" y="1262741"/>
                  </a:cubicBezTo>
                  <a:cubicBezTo>
                    <a:pt x="375842" y="1252272"/>
                    <a:pt x="452577" y="1219589"/>
                    <a:pt x="533813" y="1184998"/>
                  </a:cubicBezTo>
                  <a:cubicBezTo>
                    <a:pt x="630441" y="1143844"/>
                    <a:pt x="739958" y="1097209"/>
                    <a:pt x="808970" y="1078388"/>
                  </a:cubicBezTo>
                  <a:cubicBezTo>
                    <a:pt x="902780" y="1052797"/>
                    <a:pt x="989885" y="1008404"/>
                    <a:pt x="1059878" y="972732"/>
                  </a:cubicBezTo>
                  <a:cubicBezTo>
                    <a:pt x="1083605" y="960634"/>
                    <a:pt x="1106018" y="949212"/>
                    <a:pt x="1125362" y="940292"/>
                  </a:cubicBezTo>
                  <a:cubicBezTo>
                    <a:pt x="1169710" y="919832"/>
                    <a:pt x="1301056" y="932677"/>
                    <a:pt x="1428071" y="945089"/>
                  </a:cubicBezTo>
                  <a:cubicBezTo>
                    <a:pt x="1517408" y="953838"/>
                    <a:pt x="1601830" y="962092"/>
                    <a:pt x="1644856" y="957304"/>
                  </a:cubicBezTo>
                  <a:cubicBezTo>
                    <a:pt x="1748181" y="945872"/>
                    <a:pt x="2111333" y="1030384"/>
                    <a:pt x="2204882" y="1055327"/>
                  </a:cubicBezTo>
                  <a:cubicBezTo>
                    <a:pt x="2286910" y="1077209"/>
                    <a:pt x="2468644" y="1062986"/>
                    <a:pt x="2571753" y="1026595"/>
                  </a:cubicBezTo>
                  <a:cubicBezTo>
                    <a:pt x="2672620" y="990995"/>
                    <a:pt x="2826099" y="904503"/>
                    <a:pt x="2887559" y="848623"/>
                  </a:cubicBezTo>
                  <a:cubicBezTo>
                    <a:pt x="2915850" y="822907"/>
                    <a:pt x="2935751" y="810000"/>
                    <a:pt x="2955005" y="797506"/>
                  </a:cubicBezTo>
                  <a:cubicBezTo>
                    <a:pt x="2978921" y="781988"/>
                    <a:pt x="2999587" y="768585"/>
                    <a:pt x="3031380" y="733615"/>
                  </a:cubicBezTo>
                  <a:cubicBezTo>
                    <a:pt x="3060850" y="701193"/>
                    <a:pt x="3091003" y="657187"/>
                    <a:pt x="3117602" y="618346"/>
                  </a:cubicBezTo>
                  <a:cubicBezTo>
                    <a:pt x="3143121" y="581091"/>
                    <a:pt x="3167234" y="545905"/>
                    <a:pt x="3187037" y="526093"/>
                  </a:cubicBezTo>
                  <a:cubicBezTo>
                    <a:pt x="3201574" y="511556"/>
                    <a:pt x="3221854" y="493491"/>
                    <a:pt x="3243322" y="474363"/>
                  </a:cubicBezTo>
                  <a:cubicBezTo>
                    <a:pt x="3280154" y="441554"/>
                    <a:pt x="3321893" y="404370"/>
                    <a:pt x="3336448" y="382533"/>
                  </a:cubicBezTo>
                  <a:cubicBezTo>
                    <a:pt x="3348941" y="363784"/>
                    <a:pt x="3337564" y="317878"/>
                    <a:pt x="3325512" y="269280"/>
                  </a:cubicBezTo>
                  <a:cubicBezTo>
                    <a:pt x="3316465" y="232790"/>
                    <a:pt x="3307113" y="195066"/>
                    <a:pt x="3307113" y="165353"/>
                  </a:cubicBezTo>
                  <a:cubicBezTo>
                    <a:pt x="3307113" y="94541"/>
                    <a:pt x="3319372" y="59283"/>
                    <a:pt x="3395370" y="24205"/>
                  </a:cubicBezTo>
                  <a:cubicBezTo>
                    <a:pt x="3464516" y="-7722"/>
                    <a:pt x="3560289" y="-953"/>
                    <a:pt x="3644792" y="5051"/>
                  </a:cubicBezTo>
                  <a:cubicBezTo>
                    <a:pt x="3652570" y="5600"/>
                    <a:pt x="3660211" y="6140"/>
                    <a:pt x="3667691" y="6635"/>
                  </a:cubicBezTo>
                  <a:cubicBezTo>
                    <a:pt x="3743553" y="11694"/>
                    <a:pt x="3916727" y="85539"/>
                    <a:pt x="4009754" y="125217"/>
                  </a:cubicBezTo>
                  <a:cubicBezTo>
                    <a:pt x="4022977" y="130851"/>
                    <a:pt x="4034318" y="135685"/>
                    <a:pt x="4043194" y="139384"/>
                  </a:cubicBezTo>
                  <a:cubicBezTo>
                    <a:pt x="4112341" y="168197"/>
                    <a:pt x="4245621" y="173193"/>
                    <a:pt x="4346650" y="150744"/>
                  </a:cubicBezTo>
                  <a:cubicBezTo>
                    <a:pt x="4394240" y="140176"/>
                    <a:pt x="4458742" y="127422"/>
                    <a:pt x="4521120" y="115090"/>
                  </a:cubicBezTo>
                  <a:cubicBezTo>
                    <a:pt x="4591987" y="101085"/>
                    <a:pt x="4658911" y="87853"/>
                    <a:pt x="4680621" y="81651"/>
                  </a:cubicBezTo>
                  <a:cubicBezTo>
                    <a:pt x="4721027" y="70111"/>
                    <a:pt x="4830627" y="52577"/>
                    <a:pt x="4900943" y="64288"/>
                  </a:cubicBezTo>
                  <a:cubicBezTo>
                    <a:pt x="4945472" y="71705"/>
                    <a:pt x="4997886" y="67024"/>
                    <a:pt x="5044125" y="62884"/>
                  </a:cubicBezTo>
                  <a:cubicBezTo>
                    <a:pt x="5069400" y="60624"/>
                    <a:pt x="5093271" y="58491"/>
                    <a:pt x="5113606" y="58491"/>
                  </a:cubicBezTo>
                  <a:cubicBezTo>
                    <a:pt x="5121427" y="58491"/>
                    <a:pt x="5128403" y="58383"/>
                    <a:pt x="5134758" y="58284"/>
                  </a:cubicBezTo>
                  <a:cubicBezTo>
                    <a:pt x="5174831" y="57636"/>
                    <a:pt x="5191439" y="57411"/>
                    <a:pt x="5241981" y="87744"/>
                  </a:cubicBezTo>
                  <a:cubicBezTo>
                    <a:pt x="5292099" y="117809"/>
                    <a:pt x="5308139" y="186227"/>
                    <a:pt x="5322289" y="246589"/>
                  </a:cubicBezTo>
                  <a:cubicBezTo>
                    <a:pt x="5324791" y="257264"/>
                    <a:pt x="5327257" y="267750"/>
                    <a:pt x="5329840" y="277805"/>
                  </a:cubicBezTo>
                  <a:cubicBezTo>
                    <a:pt x="5333288" y="291216"/>
                    <a:pt x="5346934" y="310983"/>
                    <a:pt x="5362731" y="333864"/>
                  </a:cubicBezTo>
                  <a:cubicBezTo>
                    <a:pt x="5391751" y="375918"/>
                    <a:pt x="5427881" y="428250"/>
                    <a:pt x="5427881" y="478423"/>
                  </a:cubicBezTo>
                  <a:cubicBezTo>
                    <a:pt x="5427881" y="556094"/>
                    <a:pt x="5353316" y="620353"/>
                    <a:pt x="5315258" y="620353"/>
                  </a:cubicBezTo>
                  <a:cubicBezTo>
                    <a:pt x="5281801" y="620353"/>
                    <a:pt x="5065827" y="685522"/>
                    <a:pt x="5011181" y="709807"/>
                  </a:cubicBezTo>
                  <a:cubicBezTo>
                    <a:pt x="4960648" y="732265"/>
                    <a:pt x="4851005" y="801151"/>
                    <a:pt x="4812417" y="858480"/>
                  </a:cubicBezTo>
                  <a:cubicBezTo>
                    <a:pt x="4779220" y="907797"/>
                    <a:pt x="4584192" y="1100431"/>
                    <a:pt x="4500913" y="1182693"/>
                  </a:cubicBezTo>
                  <a:cubicBezTo>
                    <a:pt x="4485944" y="1197473"/>
                    <a:pt x="4474215" y="1209067"/>
                    <a:pt x="4467122" y="1216160"/>
                  </a:cubicBezTo>
                  <a:cubicBezTo>
                    <a:pt x="4421532" y="1261751"/>
                    <a:pt x="4421640" y="1358801"/>
                    <a:pt x="4421685" y="1395328"/>
                  </a:cubicBezTo>
                  <a:lnTo>
                    <a:pt x="4421685" y="1398290"/>
                  </a:lnTo>
                  <a:cubicBezTo>
                    <a:pt x="4421685" y="1431171"/>
                    <a:pt x="4515567" y="1504747"/>
                    <a:pt x="4584075" y="1516160"/>
                  </a:cubicBezTo>
                  <a:cubicBezTo>
                    <a:pt x="4650818" y="1527276"/>
                    <a:pt x="4684663" y="1555576"/>
                    <a:pt x="4684663" y="1600249"/>
                  </a:cubicBezTo>
                  <a:cubicBezTo>
                    <a:pt x="4684663" y="1628072"/>
                    <a:pt x="4627910" y="1665337"/>
                    <a:pt x="4573021" y="1701378"/>
                  </a:cubicBezTo>
                  <a:cubicBezTo>
                    <a:pt x="4544731" y="1719956"/>
                    <a:pt x="4518006" y="1737508"/>
                    <a:pt x="4505134" y="1750380"/>
                  </a:cubicBezTo>
                  <a:cubicBezTo>
                    <a:pt x="4470047" y="1785475"/>
                    <a:pt x="4442963" y="1885479"/>
                    <a:pt x="4436906" y="1944175"/>
                  </a:cubicBezTo>
                  <a:cubicBezTo>
                    <a:pt x="4434151" y="1970882"/>
                    <a:pt x="4423548" y="2013215"/>
                    <a:pt x="4413286" y="2054152"/>
                  </a:cubicBezTo>
                  <a:cubicBezTo>
                    <a:pt x="4402241" y="2098204"/>
                    <a:pt x="4390837" y="2143750"/>
                    <a:pt x="4390837" y="2164560"/>
                  </a:cubicBezTo>
                  <a:cubicBezTo>
                    <a:pt x="4390837" y="2204283"/>
                    <a:pt x="4413637" y="2438826"/>
                    <a:pt x="4413872" y="2441185"/>
                  </a:cubicBezTo>
                  <a:cubicBezTo>
                    <a:pt x="4414042" y="2442922"/>
                    <a:pt x="4412764" y="2444470"/>
                    <a:pt x="4411036" y="2444641"/>
                  </a:cubicBezTo>
                  <a:cubicBezTo>
                    <a:pt x="4409317" y="2444830"/>
                    <a:pt x="4407750" y="2443543"/>
                    <a:pt x="4407580" y="2441806"/>
                  </a:cubicBezTo>
                  <a:cubicBezTo>
                    <a:pt x="4406644" y="2432138"/>
                    <a:pt x="4384527" y="2204589"/>
                    <a:pt x="4384527" y="2164569"/>
                  </a:cubicBezTo>
                  <a:cubicBezTo>
                    <a:pt x="4384527" y="2142985"/>
                    <a:pt x="4395527" y="2099095"/>
                    <a:pt x="4407175" y="2052622"/>
                  </a:cubicBezTo>
                  <a:cubicBezTo>
                    <a:pt x="4417373" y="2011900"/>
                    <a:pt x="4427931" y="1969802"/>
                    <a:pt x="4430641" y="1943527"/>
                  </a:cubicBezTo>
                  <a:cubicBezTo>
                    <a:pt x="4436798" y="1883903"/>
                    <a:pt x="4464557" y="1782046"/>
                    <a:pt x="4500688" y="1745924"/>
                  </a:cubicBezTo>
                  <a:cubicBezTo>
                    <a:pt x="4514028" y="1732585"/>
                    <a:pt x="4541014" y="1714870"/>
                    <a:pt x="4569574" y="1696112"/>
                  </a:cubicBezTo>
                  <a:cubicBezTo>
                    <a:pt x="4618045" y="1664283"/>
                    <a:pt x="4678362" y="1624678"/>
                    <a:pt x="4678362" y="1600267"/>
                  </a:cubicBezTo>
                  <a:cubicBezTo>
                    <a:pt x="4678362" y="1558565"/>
                    <a:pt x="4647191" y="1533100"/>
                    <a:pt x="4583058" y="1522407"/>
                  </a:cubicBezTo>
                  <a:cubicBezTo>
                    <a:pt x="4515675" y="1511174"/>
                    <a:pt x="4415393" y="1436950"/>
                    <a:pt x="4415393" y="1398299"/>
                  </a:cubicBezTo>
                  <a:lnTo>
                    <a:pt x="4415393" y="1395346"/>
                  </a:lnTo>
                  <a:cubicBezTo>
                    <a:pt x="4415348" y="1358100"/>
                    <a:pt x="4415248" y="1259141"/>
                    <a:pt x="4462685" y="1211704"/>
                  </a:cubicBezTo>
                  <a:cubicBezTo>
                    <a:pt x="4469786" y="1204602"/>
                    <a:pt x="4481534" y="1193009"/>
                    <a:pt x="4496511" y="1178202"/>
                  </a:cubicBezTo>
                  <a:cubicBezTo>
                    <a:pt x="4579655" y="1096084"/>
                    <a:pt x="4774369" y="903765"/>
                    <a:pt x="4807205" y="854960"/>
                  </a:cubicBezTo>
                  <a:cubicBezTo>
                    <a:pt x="4846477" y="796633"/>
                    <a:pt x="4957516" y="726766"/>
                    <a:pt x="5008651" y="704038"/>
                  </a:cubicBezTo>
                  <a:cubicBezTo>
                    <a:pt x="5057807" y="682192"/>
                    <a:pt x="5278786" y="614044"/>
                    <a:pt x="5315294" y="614044"/>
                  </a:cubicBezTo>
                  <a:cubicBezTo>
                    <a:pt x="5346123" y="614044"/>
                    <a:pt x="5421599" y="555347"/>
                    <a:pt x="5421599" y="478432"/>
                  </a:cubicBezTo>
                  <a:cubicBezTo>
                    <a:pt x="5421599" y="430231"/>
                    <a:pt x="5386098" y="378789"/>
                    <a:pt x="5357564" y="337464"/>
                  </a:cubicBezTo>
                  <a:cubicBezTo>
                    <a:pt x="5341425" y="314079"/>
                    <a:pt x="5327482" y="293890"/>
                    <a:pt x="5323756" y="279389"/>
                  </a:cubicBezTo>
                  <a:cubicBezTo>
                    <a:pt x="5321155" y="269290"/>
                    <a:pt x="5318688" y="258758"/>
                    <a:pt x="5316168" y="248029"/>
                  </a:cubicBezTo>
                  <a:cubicBezTo>
                    <a:pt x="5302306" y="188891"/>
                    <a:pt x="5286590" y="121859"/>
                    <a:pt x="5238767" y="93163"/>
                  </a:cubicBezTo>
                  <a:cubicBezTo>
                    <a:pt x="5189755" y="63766"/>
                    <a:pt x="5174742" y="63999"/>
                    <a:pt x="5134893" y="64602"/>
                  </a:cubicBezTo>
                  <a:cubicBezTo>
                    <a:pt x="5128502" y="64702"/>
                    <a:pt x="5121499" y="64809"/>
                    <a:pt x="5113642" y="64809"/>
                  </a:cubicBezTo>
                  <a:cubicBezTo>
                    <a:pt x="5093587" y="64809"/>
                    <a:pt x="5069859" y="66934"/>
                    <a:pt x="5044728" y="69175"/>
                  </a:cubicBezTo>
                  <a:cubicBezTo>
                    <a:pt x="4998102" y="73361"/>
                    <a:pt x="4945256" y="78077"/>
                    <a:pt x="4899953" y="70517"/>
                  </a:cubicBezTo>
                  <a:cubicBezTo>
                    <a:pt x="4830590" y="58968"/>
                    <a:pt x="4722333" y="76313"/>
                    <a:pt x="4682403" y="87718"/>
                  </a:cubicBezTo>
                  <a:cubicBezTo>
                    <a:pt x="4660441" y="93992"/>
                    <a:pt x="4593382" y="107250"/>
                    <a:pt x="4522390" y="121274"/>
                  </a:cubicBezTo>
                  <a:cubicBezTo>
                    <a:pt x="4460048" y="133597"/>
                    <a:pt x="4395581" y="146342"/>
                    <a:pt x="4348064" y="156901"/>
                  </a:cubicBezTo>
                  <a:cubicBezTo>
                    <a:pt x="4245964" y="179593"/>
                    <a:pt x="4111000" y="174462"/>
                    <a:pt x="4040808" y="145208"/>
                  </a:cubicBezTo>
                  <a:cubicBezTo>
                    <a:pt x="4031924" y="141509"/>
                    <a:pt x="4020565" y="136657"/>
                    <a:pt x="4007324" y="131013"/>
                  </a:cubicBezTo>
                  <a:cubicBezTo>
                    <a:pt x="3921236" y="94298"/>
                    <a:pt x="3742104" y="17914"/>
                    <a:pt x="3667322" y="12927"/>
                  </a:cubicBezTo>
                  <a:cubicBezTo>
                    <a:pt x="3659842" y="12423"/>
                    <a:pt x="3652182" y="11883"/>
                    <a:pt x="3644396" y="11334"/>
                  </a:cubicBezTo>
                  <a:cubicBezTo>
                    <a:pt x="3560667" y="5402"/>
                    <a:pt x="3465750" y="-1313"/>
                    <a:pt x="3398070" y="29930"/>
                  </a:cubicBezTo>
                  <a:cubicBezTo>
                    <a:pt x="3326259" y="63073"/>
                    <a:pt x="3313477" y="94225"/>
                    <a:pt x="3313477" y="165335"/>
                  </a:cubicBezTo>
                  <a:cubicBezTo>
                    <a:pt x="3313477" y="194274"/>
                    <a:pt x="3322739" y="231620"/>
                    <a:pt x="3331695" y="267732"/>
                  </a:cubicBezTo>
                  <a:cubicBezTo>
                    <a:pt x="3344090" y="317725"/>
                    <a:pt x="3355800" y="364945"/>
                    <a:pt x="3341758" y="386017"/>
                  </a:cubicBezTo>
                  <a:cubicBezTo>
                    <a:pt x="3326754" y="408520"/>
                    <a:pt x="3286509" y="444380"/>
                    <a:pt x="3247588" y="479053"/>
                  </a:cubicBezTo>
                  <a:cubicBezTo>
                    <a:pt x="3226183" y="498127"/>
                    <a:pt x="3205967" y="516129"/>
                    <a:pt x="3191565" y="530531"/>
                  </a:cubicBezTo>
                  <a:cubicBezTo>
                    <a:pt x="3172176" y="549928"/>
                    <a:pt x="3148233" y="584880"/>
                    <a:pt x="3122868" y="621893"/>
                  </a:cubicBezTo>
                  <a:cubicBezTo>
                    <a:pt x="3096152" y="660895"/>
                    <a:pt x="3065872" y="705100"/>
                    <a:pt x="3036114" y="737837"/>
                  </a:cubicBezTo>
                  <a:cubicBezTo>
                    <a:pt x="3003773" y="773419"/>
                    <a:pt x="2981774" y="787686"/>
                    <a:pt x="2958497" y="802781"/>
                  </a:cubicBezTo>
                  <a:cubicBezTo>
                    <a:pt x="2939460" y="815139"/>
                    <a:pt x="2919774" y="827903"/>
                    <a:pt x="2891862" y="853277"/>
                  </a:cubicBezTo>
                  <a:cubicBezTo>
                    <a:pt x="2829924" y="909588"/>
                    <a:pt x="2675401" y="996702"/>
                    <a:pt x="2573913" y="1032527"/>
                  </a:cubicBezTo>
                  <a:cubicBezTo>
                    <a:pt x="2480562" y="1065489"/>
                    <a:pt x="2294444" y="1085706"/>
                    <a:pt x="2203316" y="1061402"/>
                  </a:cubicBezTo>
                  <a:cubicBezTo>
                    <a:pt x="2110010" y="1036523"/>
                    <a:pt x="1747856" y="952074"/>
                    <a:pt x="1645621" y="963551"/>
                  </a:cubicBezTo>
                  <a:cubicBezTo>
                    <a:pt x="1601911" y="968420"/>
                    <a:pt x="1517210" y="960121"/>
                    <a:pt x="1427513" y="951345"/>
                  </a:cubicBezTo>
                  <a:cubicBezTo>
                    <a:pt x="1307212" y="939589"/>
                    <a:pt x="1170854" y="926250"/>
                    <a:pt x="1128071" y="945998"/>
                  </a:cubicBezTo>
                  <a:cubicBezTo>
                    <a:pt x="1108844" y="954873"/>
                    <a:pt x="1086486" y="966269"/>
                    <a:pt x="1062812" y="978331"/>
                  </a:cubicBezTo>
                  <a:cubicBezTo>
                    <a:pt x="992567" y="1014137"/>
                    <a:pt x="905139" y="1058693"/>
                    <a:pt x="810698" y="1084454"/>
                  </a:cubicBezTo>
                  <a:cubicBezTo>
                    <a:pt x="742091" y="1103168"/>
                    <a:pt x="632781" y="1149713"/>
                    <a:pt x="536342" y="1190776"/>
                  </a:cubicBezTo>
                  <a:cubicBezTo>
                    <a:pt x="454890" y="1225467"/>
                    <a:pt x="377958" y="1258231"/>
                    <a:pt x="338235" y="1268817"/>
                  </a:cubicBezTo>
                  <a:cubicBezTo>
                    <a:pt x="303923" y="1277971"/>
                    <a:pt x="264714" y="1282544"/>
                    <a:pt x="226809" y="1286972"/>
                  </a:cubicBezTo>
                  <a:cubicBezTo>
                    <a:pt x="170768" y="1293516"/>
                    <a:pt x="117832" y="1299700"/>
                    <a:pt x="97679" y="1319853"/>
                  </a:cubicBezTo>
                  <a:cubicBezTo>
                    <a:pt x="86634" y="1330889"/>
                    <a:pt x="73403" y="1340124"/>
                    <a:pt x="60594" y="1349053"/>
                  </a:cubicBezTo>
                  <a:cubicBezTo>
                    <a:pt x="32609" y="1368577"/>
                    <a:pt x="8432" y="1385427"/>
                    <a:pt x="12158" y="1415176"/>
                  </a:cubicBezTo>
                  <a:cubicBezTo>
                    <a:pt x="14193" y="1431423"/>
                    <a:pt x="12059" y="1456896"/>
                    <a:pt x="9809" y="1483882"/>
                  </a:cubicBezTo>
                  <a:cubicBezTo>
                    <a:pt x="6443" y="1524243"/>
                    <a:pt x="2617" y="1569987"/>
                    <a:pt x="13977" y="1582337"/>
                  </a:cubicBezTo>
                  <a:cubicBezTo>
                    <a:pt x="15804" y="1584326"/>
                    <a:pt x="17892" y="1585253"/>
                    <a:pt x="20538" y="1585253"/>
                  </a:cubicBezTo>
                  <a:lnTo>
                    <a:pt x="158814" y="1585253"/>
                  </a:lnTo>
                  <a:cubicBezTo>
                    <a:pt x="210193" y="1585253"/>
                    <a:pt x="280547" y="1585253"/>
                    <a:pt x="338829" y="1614390"/>
                  </a:cubicBezTo>
                  <a:cubicBezTo>
                    <a:pt x="353258" y="1621600"/>
                    <a:pt x="373187" y="1629710"/>
                    <a:pt x="394295" y="1638297"/>
                  </a:cubicBezTo>
                  <a:cubicBezTo>
                    <a:pt x="458743" y="1664508"/>
                    <a:pt x="538943" y="1697138"/>
                    <a:pt x="547918" y="1737517"/>
                  </a:cubicBezTo>
                  <a:cubicBezTo>
                    <a:pt x="549358" y="1744025"/>
                    <a:pt x="550717" y="1750722"/>
                    <a:pt x="552103" y="1757536"/>
                  </a:cubicBezTo>
                  <a:cubicBezTo>
                    <a:pt x="561518" y="1803973"/>
                    <a:pt x="572185" y="1856621"/>
                    <a:pt x="621547" y="1891176"/>
                  </a:cubicBezTo>
                  <a:cubicBezTo>
                    <a:pt x="682387" y="1933770"/>
                    <a:pt x="840753" y="1998461"/>
                    <a:pt x="888982" y="1971656"/>
                  </a:cubicBezTo>
                  <a:cubicBezTo>
                    <a:pt x="909630" y="1960188"/>
                    <a:pt x="936553" y="1948748"/>
                    <a:pt x="965060" y="1936632"/>
                  </a:cubicBezTo>
                  <a:cubicBezTo>
                    <a:pt x="1007590" y="1918567"/>
                    <a:pt x="1055791" y="1898080"/>
                    <a:pt x="1090347" y="1873885"/>
                  </a:cubicBezTo>
                  <a:cubicBezTo>
                    <a:pt x="1092795" y="1872175"/>
                    <a:pt x="1336889" y="1703187"/>
                    <a:pt x="1398520" y="1723673"/>
                  </a:cubicBezTo>
                  <a:cubicBezTo>
                    <a:pt x="1447550" y="1740019"/>
                    <a:pt x="1667773" y="1792650"/>
                    <a:pt x="1720160" y="1792650"/>
                  </a:cubicBezTo>
                  <a:cubicBezTo>
                    <a:pt x="1739890" y="1792650"/>
                    <a:pt x="1785148" y="1785017"/>
                    <a:pt x="1837553" y="1776168"/>
                  </a:cubicBezTo>
                  <a:cubicBezTo>
                    <a:pt x="1923622" y="1761650"/>
                    <a:pt x="2021177" y="1745195"/>
                    <a:pt x="2060656" y="1752369"/>
                  </a:cubicBezTo>
                  <a:cubicBezTo>
                    <a:pt x="2125978" y="1764251"/>
                    <a:pt x="2223533" y="1825855"/>
                    <a:pt x="2326803" y="1891086"/>
                  </a:cubicBezTo>
                  <a:cubicBezTo>
                    <a:pt x="2436717" y="1960504"/>
                    <a:pt x="2564173" y="2069832"/>
                    <a:pt x="2570231" y="2112246"/>
                  </a:cubicBezTo>
                  <a:cubicBezTo>
                    <a:pt x="2576010" y="2152697"/>
                    <a:pt x="2487528" y="2535022"/>
                    <a:pt x="2483757" y="2551269"/>
                  </a:cubicBezTo>
                  <a:cubicBezTo>
                    <a:pt x="2483415" y="2552727"/>
                    <a:pt x="2482119" y="2553718"/>
                    <a:pt x="2480687" y="25537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"/>
            <p:cNvSpPr/>
            <p:nvPr/>
          </p:nvSpPr>
          <p:spPr>
            <a:xfrm rot="-3598236">
              <a:off x="7165958" y="1695267"/>
              <a:ext cx="4781923" cy="1848460"/>
            </a:xfrm>
            <a:custGeom>
              <a:avLst/>
              <a:gdLst/>
              <a:ahLst/>
              <a:cxnLst/>
              <a:rect l="l" t="t" r="r" b="b"/>
              <a:pathLst>
                <a:path w="4786173" h="1850103" extrusionOk="0">
                  <a:moveTo>
                    <a:pt x="2556174" y="1850068"/>
                  </a:moveTo>
                  <a:cubicBezTo>
                    <a:pt x="2555913" y="1850068"/>
                    <a:pt x="2555634" y="1850032"/>
                    <a:pt x="2555363" y="1849960"/>
                  </a:cubicBezTo>
                  <a:cubicBezTo>
                    <a:pt x="2553681" y="1849519"/>
                    <a:pt x="2552672" y="1847791"/>
                    <a:pt x="2553113" y="1846107"/>
                  </a:cubicBezTo>
                  <a:cubicBezTo>
                    <a:pt x="2581161" y="1740136"/>
                    <a:pt x="2646213" y="1460280"/>
                    <a:pt x="2610856" y="1438174"/>
                  </a:cubicBezTo>
                  <a:cubicBezTo>
                    <a:pt x="2599541" y="1431108"/>
                    <a:pt x="2568361" y="1404752"/>
                    <a:pt x="2525201" y="1368279"/>
                  </a:cubicBezTo>
                  <a:cubicBezTo>
                    <a:pt x="2396358" y="1259401"/>
                    <a:pt x="2156548" y="1056740"/>
                    <a:pt x="2059812" y="1044120"/>
                  </a:cubicBezTo>
                  <a:cubicBezTo>
                    <a:pt x="1991224" y="1035182"/>
                    <a:pt x="1877170" y="1048566"/>
                    <a:pt x="1776545" y="1060376"/>
                  </a:cubicBezTo>
                  <a:cubicBezTo>
                    <a:pt x="1685570" y="1071061"/>
                    <a:pt x="1606981" y="1080269"/>
                    <a:pt x="1574784" y="1072231"/>
                  </a:cubicBezTo>
                  <a:cubicBezTo>
                    <a:pt x="1553892" y="1067001"/>
                    <a:pt x="1518427" y="1053913"/>
                    <a:pt x="1477373" y="1038764"/>
                  </a:cubicBezTo>
                  <a:cubicBezTo>
                    <a:pt x="1388612" y="1006000"/>
                    <a:pt x="1267069" y="961129"/>
                    <a:pt x="1233054" y="976242"/>
                  </a:cubicBezTo>
                  <a:cubicBezTo>
                    <a:pt x="1195753" y="992822"/>
                    <a:pt x="867516" y="1139181"/>
                    <a:pt x="828046" y="1173008"/>
                  </a:cubicBezTo>
                  <a:cubicBezTo>
                    <a:pt x="817506" y="1182045"/>
                    <a:pt x="811177" y="1191388"/>
                    <a:pt x="805066" y="1200425"/>
                  </a:cubicBezTo>
                  <a:cubicBezTo>
                    <a:pt x="788549" y="1224828"/>
                    <a:pt x="775470" y="1244126"/>
                    <a:pt x="696034" y="1235746"/>
                  </a:cubicBezTo>
                  <a:cubicBezTo>
                    <a:pt x="603907" y="1226043"/>
                    <a:pt x="549927" y="1136400"/>
                    <a:pt x="523986" y="1093321"/>
                  </a:cubicBezTo>
                  <a:cubicBezTo>
                    <a:pt x="519521" y="1085903"/>
                    <a:pt x="515993" y="1080044"/>
                    <a:pt x="513481" y="1076695"/>
                  </a:cubicBezTo>
                  <a:cubicBezTo>
                    <a:pt x="493742" y="1050367"/>
                    <a:pt x="400661" y="948338"/>
                    <a:pt x="363846" y="948338"/>
                  </a:cubicBezTo>
                  <a:cubicBezTo>
                    <a:pt x="346555" y="948338"/>
                    <a:pt x="303538" y="936898"/>
                    <a:pt x="257983" y="924782"/>
                  </a:cubicBezTo>
                  <a:cubicBezTo>
                    <a:pt x="201950" y="909885"/>
                    <a:pt x="132245" y="891334"/>
                    <a:pt x="117043" y="897392"/>
                  </a:cubicBezTo>
                  <a:cubicBezTo>
                    <a:pt x="93747" y="906717"/>
                    <a:pt x="38777" y="898130"/>
                    <a:pt x="13871" y="881253"/>
                  </a:cubicBezTo>
                  <a:cubicBezTo>
                    <a:pt x="4663" y="875024"/>
                    <a:pt x="0" y="868093"/>
                    <a:pt x="0" y="860649"/>
                  </a:cubicBezTo>
                  <a:cubicBezTo>
                    <a:pt x="0" y="835914"/>
                    <a:pt x="15536" y="739133"/>
                    <a:pt x="59516" y="739133"/>
                  </a:cubicBezTo>
                  <a:cubicBezTo>
                    <a:pt x="100201" y="739133"/>
                    <a:pt x="239801" y="733489"/>
                    <a:pt x="290234" y="727881"/>
                  </a:cubicBezTo>
                  <a:cubicBezTo>
                    <a:pt x="338742" y="722490"/>
                    <a:pt x="512104" y="628382"/>
                    <a:pt x="564986" y="593134"/>
                  </a:cubicBezTo>
                  <a:cubicBezTo>
                    <a:pt x="596301" y="572260"/>
                    <a:pt x="673495" y="553664"/>
                    <a:pt x="741598" y="537255"/>
                  </a:cubicBezTo>
                  <a:cubicBezTo>
                    <a:pt x="784741" y="526858"/>
                    <a:pt x="825490" y="517047"/>
                    <a:pt x="847362" y="508298"/>
                  </a:cubicBezTo>
                  <a:cubicBezTo>
                    <a:pt x="865122" y="501196"/>
                    <a:pt x="888624" y="488072"/>
                    <a:pt x="913521" y="474165"/>
                  </a:cubicBezTo>
                  <a:cubicBezTo>
                    <a:pt x="967411" y="444074"/>
                    <a:pt x="1034470" y="406629"/>
                    <a:pt x="1085237" y="406629"/>
                  </a:cubicBezTo>
                  <a:cubicBezTo>
                    <a:pt x="1095741" y="406629"/>
                    <a:pt x="1108784" y="406512"/>
                    <a:pt x="1123654" y="406386"/>
                  </a:cubicBezTo>
                  <a:cubicBezTo>
                    <a:pt x="1214548" y="405549"/>
                    <a:pt x="1366721" y="404217"/>
                    <a:pt x="1429955" y="423687"/>
                  </a:cubicBezTo>
                  <a:cubicBezTo>
                    <a:pt x="1500479" y="445388"/>
                    <a:pt x="1834504" y="530657"/>
                    <a:pt x="1936073" y="524986"/>
                  </a:cubicBezTo>
                  <a:cubicBezTo>
                    <a:pt x="1976075" y="522763"/>
                    <a:pt x="2025887" y="517893"/>
                    <a:pt x="2074070" y="513176"/>
                  </a:cubicBezTo>
                  <a:cubicBezTo>
                    <a:pt x="2148591" y="505885"/>
                    <a:pt x="2218962" y="499008"/>
                    <a:pt x="2246614" y="502465"/>
                  </a:cubicBezTo>
                  <a:cubicBezTo>
                    <a:pt x="2253536" y="503329"/>
                    <a:pt x="2261916" y="504193"/>
                    <a:pt x="2271295" y="505165"/>
                  </a:cubicBezTo>
                  <a:cubicBezTo>
                    <a:pt x="2324844" y="510692"/>
                    <a:pt x="2405773" y="519036"/>
                    <a:pt x="2439887" y="548281"/>
                  </a:cubicBezTo>
                  <a:cubicBezTo>
                    <a:pt x="2478682" y="581531"/>
                    <a:pt x="2580369" y="638077"/>
                    <a:pt x="2664269" y="666034"/>
                  </a:cubicBezTo>
                  <a:cubicBezTo>
                    <a:pt x="2699986" y="677943"/>
                    <a:pt x="2740995" y="698997"/>
                    <a:pt x="2780654" y="719358"/>
                  </a:cubicBezTo>
                  <a:cubicBezTo>
                    <a:pt x="2834310" y="746901"/>
                    <a:pt x="2889803" y="775390"/>
                    <a:pt x="2928418" y="778612"/>
                  </a:cubicBezTo>
                  <a:cubicBezTo>
                    <a:pt x="2996592" y="784175"/>
                    <a:pt x="3230947" y="709267"/>
                    <a:pt x="3287763" y="688618"/>
                  </a:cubicBezTo>
                  <a:cubicBezTo>
                    <a:pt x="3353147" y="664837"/>
                    <a:pt x="3553757" y="598238"/>
                    <a:pt x="3616000" y="603908"/>
                  </a:cubicBezTo>
                  <a:cubicBezTo>
                    <a:pt x="3625793" y="604799"/>
                    <a:pt x="3638251" y="606249"/>
                    <a:pt x="3652482" y="607905"/>
                  </a:cubicBezTo>
                  <a:cubicBezTo>
                    <a:pt x="3727794" y="616681"/>
                    <a:pt x="3853856" y="631371"/>
                    <a:pt x="3895568" y="598921"/>
                  </a:cubicBezTo>
                  <a:cubicBezTo>
                    <a:pt x="3944561" y="560811"/>
                    <a:pt x="4023510" y="438260"/>
                    <a:pt x="4063718" y="352100"/>
                  </a:cubicBezTo>
                  <a:cubicBezTo>
                    <a:pt x="4068903" y="341002"/>
                    <a:pt x="4074277" y="329111"/>
                    <a:pt x="4079867" y="316762"/>
                  </a:cubicBezTo>
                  <a:cubicBezTo>
                    <a:pt x="4117014" y="234680"/>
                    <a:pt x="4163236" y="132507"/>
                    <a:pt x="4222977" y="102641"/>
                  </a:cubicBezTo>
                  <a:cubicBezTo>
                    <a:pt x="4293195" y="67537"/>
                    <a:pt x="4457592" y="29390"/>
                    <a:pt x="4518017" y="40362"/>
                  </a:cubicBezTo>
                  <a:cubicBezTo>
                    <a:pt x="4545795" y="45457"/>
                    <a:pt x="4592223" y="32720"/>
                    <a:pt x="4637112" y="20434"/>
                  </a:cubicBezTo>
                  <a:cubicBezTo>
                    <a:pt x="4692451" y="5294"/>
                    <a:pt x="4744712" y="-9009"/>
                    <a:pt x="4767269" y="7085"/>
                  </a:cubicBezTo>
                  <a:cubicBezTo>
                    <a:pt x="4780384" y="16455"/>
                    <a:pt x="4786730" y="27175"/>
                    <a:pt x="4786135" y="38931"/>
                  </a:cubicBezTo>
                  <a:cubicBezTo>
                    <a:pt x="4784876" y="63792"/>
                    <a:pt x="4752417" y="85944"/>
                    <a:pt x="4733181" y="96944"/>
                  </a:cubicBezTo>
                  <a:cubicBezTo>
                    <a:pt x="4694035" y="119311"/>
                    <a:pt x="4660119" y="147557"/>
                    <a:pt x="4587128" y="209332"/>
                  </a:cubicBezTo>
                  <a:cubicBezTo>
                    <a:pt x="4578478" y="216642"/>
                    <a:pt x="4570854" y="223023"/>
                    <a:pt x="4564040" y="228721"/>
                  </a:cubicBezTo>
                  <a:cubicBezTo>
                    <a:pt x="4513553" y="270918"/>
                    <a:pt x="4508269" y="275329"/>
                    <a:pt x="4463803" y="349436"/>
                  </a:cubicBezTo>
                  <a:cubicBezTo>
                    <a:pt x="4437331" y="393551"/>
                    <a:pt x="4405557" y="421787"/>
                    <a:pt x="4371911" y="451671"/>
                  </a:cubicBezTo>
                  <a:cubicBezTo>
                    <a:pt x="4341657" y="478540"/>
                    <a:pt x="4310378" y="506326"/>
                    <a:pt x="4283383" y="546823"/>
                  </a:cubicBezTo>
                  <a:cubicBezTo>
                    <a:pt x="4266011" y="572881"/>
                    <a:pt x="4246704" y="598678"/>
                    <a:pt x="4228026" y="623621"/>
                  </a:cubicBezTo>
                  <a:cubicBezTo>
                    <a:pt x="4188178" y="676845"/>
                    <a:pt x="4150535" y="727125"/>
                    <a:pt x="4154261" y="753157"/>
                  </a:cubicBezTo>
                  <a:cubicBezTo>
                    <a:pt x="4155216" y="759872"/>
                    <a:pt x="4155864" y="767766"/>
                    <a:pt x="4156539" y="776119"/>
                  </a:cubicBezTo>
                  <a:cubicBezTo>
                    <a:pt x="4159914" y="817668"/>
                    <a:pt x="4164540" y="874574"/>
                    <a:pt x="4214435" y="897248"/>
                  </a:cubicBezTo>
                  <a:cubicBezTo>
                    <a:pt x="4235272" y="906717"/>
                    <a:pt x="4263005" y="910957"/>
                    <a:pt x="4289828" y="915070"/>
                  </a:cubicBezTo>
                  <a:cubicBezTo>
                    <a:pt x="4326455" y="920678"/>
                    <a:pt x="4358084" y="925521"/>
                    <a:pt x="4365339" y="942920"/>
                  </a:cubicBezTo>
                  <a:cubicBezTo>
                    <a:pt x="4368958" y="951597"/>
                    <a:pt x="4366086" y="962164"/>
                    <a:pt x="4356573" y="975243"/>
                  </a:cubicBezTo>
                  <a:cubicBezTo>
                    <a:pt x="4316238" y="1030708"/>
                    <a:pt x="4271070" y="1113879"/>
                    <a:pt x="4238089" y="1174610"/>
                  </a:cubicBezTo>
                  <a:lnTo>
                    <a:pt x="4227162" y="1194692"/>
                  </a:lnTo>
                  <a:cubicBezTo>
                    <a:pt x="4222842" y="1202622"/>
                    <a:pt x="4218611" y="1210093"/>
                    <a:pt x="4214552" y="1217249"/>
                  </a:cubicBezTo>
                  <a:cubicBezTo>
                    <a:pt x="4187467" y="1265036"/>
                    <a:pt x="4167898" y="1299573"/>
                    <a:pt x="4182400" y="1367226"/>
                  </a:cubicBezTo>
                  <a:cubicBezTo>
                    <a:pt x="4195910" y="1430307"/>
                    <a:pt x="4181292" y="1485034"/>
                    <a:pt x="4165801" y="1542966"/>
                  </a:cubicBezTo>
                  <a:cubicBezTo>
                    <a:pt x="4161840" y="1557772"/>
                    <a:pt x="4157745" y="1573074"/>
                    <a:pt x="4154208" y="1588394"/>
                  </a:cubicBezTo>
                  <a:cubicBezTo>
                    <a:pt x="4137511" y="1660755"/>
                    <a:pt x="4103846" y="1840076"/>
                    <a:pt x="4103513" y="1841886"/>
                  </a:cubicBezTo>
                  <a:cubicBezTo>
                    <a:pt x="4103189" y="1843605"/>
                    <a:pt x="4101487" y="1844721"/>
                    <a:pt x="4099831" y="1844415"/>
                  </a:cubicBezTo>
                  <a:cubicBezTo>
                    <a:pt x="4098112" y="1844091"/>
                    <a:pt x="4096987" y="1842444"/>
                    <a:pt x="4097311" y="1840725"/>
                  </a:cubicBezTo>
                  <a:cubicBezTo>
                    <a:pt x="4097653" y="1838924"/>
                    <a:pt x="4131327" y="1659468"/>
                    <a:pt x="4148060" y="1586981"/>
                  </a:cubicBezTo>
                  <a:cubicBezTo>
                    <a:pt x="4151624" y="1571553"/>
                    <a:pt x="4155728" y="1556188"/>
                    <a:pt x="4159698" y="1541336"/>
                  </a:cubicBezTo>
                  <a:cubicBezTo>
                    <a:pt x="4174991" y="1484161"/>
                    <a:pt x="4189429" y="1430154"/>
                    <a:pt x="4176224" y="1368550"/>
                  </a:cubicBezTo>
                  <a:cubicBezTo>
                    <a:pt x="4161219" y="1298538"/>
                    <a:pt x="4181292" y="1263137"/>
                    <a:pt x="4209070" y="1214134"/>
                  </a:cubicBezTo>
                  <a:cubicBezTo>
                    <a:pt x="4213111" y="1206997"/>
                    <a:pt x="4217324" y="1199561"/>
                    <a:pt x="4221636" y="1191667"/>
                  </a:cubicBezTo>
                  <a:lnTo>
                    <a:pt x="4232545" y="1171595"/>
                  </a:lnTo>
                  <a:cubicBezTo>
                    <a:pt x="4265615" y="1110711"/>
                    <a:pt x="4310892" y="1027324"/>
                    <a:pt x="4351469" y="971526"/>
                  </a:cubicBezTo>
                  <a:cubicBezTo>
                    <a:pt x="4359462" y="960535"/>
                    <a:pt x="4362171" y="951732"/>
                    <a:pt x="4359507" y="945350"/>
                  </a:cubicBezTo>
                  <a:cubicBezTo>
                    <a:pt x="4353611" y="931227"/>
                    <a:pt x="4322161" y="926411"/>
                    <a:pt x="4288865" y="921317"/>
                  </a:cubicBezTo>
                  <a:cubicBezTo>
                    <a:pt x="4261619" y="917149"/>
                    <a:pt x="4233445" y="912829"/>
                    <a:pt x="4211806" y="903000"/>
                  </a:cubicBezTo>
                  <a:cubicBezTo>
                    <a:pt x="4158528" y="878786"/>
                    <a:pt x="4153730" y="819739"/>
                    <a:pt x="4150238" y="776632"/>
                  </a:cubicBezTo>
                  <a:cubicBezTo>
                    <a:pt x="4149563" y="768378"/>
                    <a:pt x="4148933" y="760574"/>
                    <a:pt x="4147996" y="754048"/>
                  </a:cubicBezTo>
                  <a:cubicBezTo>
                    <a:pt x="4143910" y="725433"/>
                    <a:pt x="4180545" y="676494"/>
                    <a:pt x="4222967" y="619831"/>
                  </a:cubicBezTo>
                  <a:cubicBezTo>
                    <a:pt x="4241582" y="594952"/>
                    <a:pt x="4260844" y="569236"/>
                    <a:pt x="4278118" y="543321"/>
                  </a:cubicBezTo>
                  <a:cubicBezTo>
                    <a:pt x="4305572" y="502150"/>
                    <a:pt x="4337157" y="474093"/>
                    <a:pt x="4367706" y="446954"/>
                  </a:cubicBezTo>
                  <a:cubicBezTo>
                    <a:pt x="4400984" y="417404"/>
                    <a:pt x="4432407" y="389482"/>
                    <a:pt x="4458384" y="346195"/>
                  </a:cubicBezTo>
                  <a:cubicBezTo>
                    <a:pt x="4503399" y="271170"/>
                    <a:pt x="4508755" y="266697"/>
                    <a:pt x="4559990" y="223869"/>
                  </a:cubicBezTo>
                  <a:cubicBezTo>
                    <a:pt x="4566795" y="218189"/>
                    <a:pt x="4574410" y="211817"/>
                    <a:pt x="4583042" y="204508"/>
                  </a:cubicBezTo>
                  <a:cubicBezTo>
                    <a:pt x="4656348" y="142481"/>
                    <a:pt x="4690426" y="114100"/>
                    <a:pt x="4730049" y="91453"/>
                  </a:cubicBezTo>
                  <a:cubicBezTo>
                    <a:pt x="4760879" y="73837"/>
                    <a:pt x="4779015" y="54575"/>
                    <a:pt x="4779826" y="38616"/>
                  </a:cubicBezTo>
                  <a:cubicBezTo>
                    <a:pt x="4780303" y="29147"/>
                    <a:pt x="4774848" y="20272"/>
                    <a:pt x="4763596" y="12233"/>
                  </a:cubicBezTo>
                  <a:cubicBezTo>
                    <a:pt x="4743506" y="-2105"/>
                    <a:pt x="4690273" y="12450"/>
                    <a:pt x="4638786" y="26536"/>
                  </a:cubicBezTo>
                  <a:cubicBezTo>
                    <a:pt x="4593232" y="39003"/>
                    <a:pt x="4546146" y="51902"/>
                    <a:pt x="4516892" y="46591"/>
                  </a:cubicBezTo>
                  <a:cubicBezTo>
                    <a:pt x="4457520" y="35745"/>
                    <a:pt x="4295256" y="73577"/>
                    <a:pt x="4225812" y="108303"/>
                  </a:cubicBezTo>
                  <a:cubicBezTo>
                    <a:pt x="4168079" y="137170"/>
                    <a:pt x="4122370" y="238199"/>
                    <a:pt x="4085637" y="319381"/>
                  </a:cubicBezTo>
                  <a:cubicBezTo>
                    <a:pt x="4080037" y="331749"/>
                    <a:pt x="4074655" y="343657"/>
                    <a:pt x="4069461" y="354782"/>
                  </a:cubicBezTo>
                  <a:cubicBezTo>
                    <a:pt x="4028092" y="443417"/>
                    <a:pt x="3949917" y="564681"/>
                    <a:pt x="3899456" y="603917"/>
                  </a:cubicBezTo>
                  <a:cubicBezTo>
                    <a:pt x="3855719" y="637960"/>
                    <a:pt x="3728046" y="623072"/>
                    <a:pt x="3651761" y="614197"/>
                  </a:cubicBezTo>
                  <a:cubicBezTo>
                    <a:pt x="3637594" y="612549"/>
                    <a:pt x="3625190" y="611100"/>
                    <a:pt x="3615442" y="610218"/>
                  </a:cubicBezTo>
                  <a:cubicBezTo>
                    <a:pt x="3554432" y="604655"/>
                    <a:pt x="3354965" y="670922"/>
                    <a:pt x="3289932" y="694577"/>
                  </a:cubicBezTo>
                  <a:cubicBezTo>
                    <a:pt x="3232838" y="715334"/>
                    <a:pt x="2997106" y="790791"/>
                    <a:pt x="2927895" y="784931"/>
                  </a:cubicBezTo>
                  <a:cubicBezTo>
                    <a:pt x="2888038" y="781601"/>
                    <a:pt x="2834472" y="754111"/>
                    <a:pt x="2777774" y="725010"/>
                  </a:cubicBezTo>
                  <a:cubicBezTo>
                    <a:pt x="2738330" y="704757"/>
                    <a:pt x="2697537" y="683821"/>
                    <a:pt x="2662280" y="672065"/>
                  </a:cubicBezTo>
                  <a:cubicBezTo>
                    <a:pt x="2577695" y="643865"/>
                    <a:pt x="2475028" y="586743"/>
                    <a:pt x="2435792" y="553115"/>
                  </a:cubicBezTo>
                  <a:cubicBezTo>
                    <a:pt x="2403163" y="525148"/>
                    <a:pt x="2320226" y="516597"/>
                    <a:pt x="2270656" y="511484"/>
                  </a:cubicBezTo>
                  <a:cubicBezTo>
                    <a:pt x="2261223" y="510512"/>
                    <a:pt x="2252798" y="509639"/>
                    <a:pt x="2245840" y="508766"/>
                  </a:cubicBezTo>
                  <a:cubicBezTo>
                    <a:pt x="2218881" y="505417"/>
                    <a:pt x="2148861" y="512240"/>
                    <a:pt x="2074692" y="519495"/>
                  </a:cubicBezTo>
                  <a:cubicBezTo>
                    <a:pt x="2026454" y="524212"/>
                    <a:pt x="1976569" y="529090"/>
                    <a:pt x="1936433" y="531322"/>
                  </a:cubicBezTo>
                  <a:cubicBezTo>
                    <a:pt x="1834108" y="537102"/>
                    <a:pt x="1498850" y="451518"/>
                    <a:pt x="1428110" y="429744"/>
                  </a:cubicBezTo>
                  <a:cubicBezTo>
                    <a:pt x="1365821" y="410581"/>
                    <a:pt x="1214259" y="411931"/>
                    <a:pt x="1123725" y="412732"/>
                  </a:cubicBezTo>
                  <a:cubicBezTo>
                    <a:pt x="1108837" y="412858"/>
                    <a:pt x="1095768" y="412975"/>
                    <a:pt x="1085255" y="412975"/>
                  </a:cubicBezTo>
                  <a:cubicBezTo>
                    <a:pt x="1036135" y="412975"/>
                    <a:pt x="969869" y="449979"/>
                    <a:pt x="916617" y="479710"/>
                  </a:cubicBezTo>
                  <a:cubicBezTo>
                    <a:pt x="891540" y="493716"/>
                    <a:pt x="867858" y="506938"/>
                    <a:pt x="849730" y="514193"/>
                  </a:cubicBezTo>
                  <a:cubicBezTo>
                    <a:pt x="827434" y="523114"/>
                    <a:pt x="786469" y="532988"/>
                    <a:pt x="743102" y="543429"/>
                  </a:cubicBezTo>
                  <a:cubicBezTo>
                    <a:pt x="675503" y="559712"/>
                    <a:pt x="598894" y="578165"/>
                    <a:pt x="568515" y="598417"/>
                  </a:cubicBezTo>
                  <a:cubicBezTo>
                    <a:pt x="521429" y="629805"/>
                    <a:pt x="343827" y="728313"/>
                    <a:pt x="290963" y="734191"/>
                  </a:cubicBezTo>
                  <a:cubicBezTo>
                    <a:pt x="240350" y="739817"/>
                    <a:pt x="100345" y="745479"/>
                    <a:pt x="59543" y="745479"/>
                  </a:cubicBezTo>
                  <a:cubicBezTo>
                    <a:pt x="22926" y="745479"/>
                    <a:pt x="6346" y="833843"/>
                    <a:pt x="6346" y="860676"/>
                  </a:cubicBezTo>
                  <a:cubicBezTo>
                    <a:pt x="6346" y="865888"/>
                    <a:pt x="10081" y="871063"/>
                    <a:pt x="17444" y="876050"/>
                  </a:cubicBezTo>
                  <a:cubicBezTo>
                    <a:pt x="40595" y="891721"/>
                    <a:pt x="93315" y="900119"/>
                    <a:pt x="114729" y="891559"/>
                  </a:cubicBezTo>
                  <a:cubicBezTo>
                    <a:pt x="131804" y="884718"/>
                    <a:pt x="196802" y="901991"/>
                    <a:pt x="259639" y="918716"/>
                  </a:cubicBezTo>
                  <a:cubicBezTo>
                    <a:pt x="304780" y="930723"/>
                    <a:pt x="347410" y="942055"/>
                    <a:pt x="363882" y="942055"/>
                  </a:cubicBezTo>
                  <a:cubicBezTo>
                    <a:pt x="405017" y="942055"/>
                    <a:pt x="501924" y="1050736"/>
                    <a:pt x="518576" y="1072942"/>
                  </a:cubicBezTo>
                  <a:cubicBezTo>
                    <a:pt x="521277" y="1076542"/>
                    <a:pt x="524877" y="1082528"/>
                    <a:pt x="529440" y="1090089"/>
                  </a:cubicBezTo>
                  <a:cubicBezTo>
                    <a:pt x="554851" y="1132305"/>
                    <a:pt x="607733" y="1220129"/>
                    <a:pt x="696737" y="1229499"/>
                  </a:cubicBezTo>
                  <a:cubicBezTo>
                    <a:pt x="772428" y="1237456"/>
                    <a:pt x="783940" y="1220462"/>
                    <a:pt x="799872" y="1196924"/>
                  </a:cubicBezTo>
                  <a:cubicBezTo>
                    <a:pt x="805921" y="1187977"/>
                    <a:pt x="812780" y="1177832"/>
                    <a:pt x="823968" y="1168246"/>
                  </a:cubicBezTo>
                  <a:cubicBezTo>
                    <a:pt x="863285" y="1134546"/>
                    <a:pt x="1169524" y="997611"/>
                    <a:pt x="1230516" y="970508"/>
                  </a:cubicBezTo>
                  <a:cubicBezTo>
                    <a:pt x="1266844" y="954342"/>
                    <a:pt x="1384814" y="997899"/>
                    <a:pt x="1479587" y="1032878"/>
                  </a:cubicBezTo>
                  <a:cubicBezTo>
                    <a:pt x="1520471" y="1047972"/>
                    <a:pt x="1555782" y="1061006"/>
                    <a:pt x="1576350" y="1066137"/>
                  </a:cubicBezTo>
                  <a:cubicBezTo>
                    <a:pt x="1607440" y="1073932"/>
                    <a:pt x="1689234" y="1064301"/>
                    <a:pt x="1775852" y="1054138"/>
                  </a:cubicBezTo>
                  <a:cubicBezTo>
                    <a:pt x="1876836" y="1042293"/>
                    <a:pt x="1991314" y="1028836"/>
                    <a:pt x="2060668" y="1037891"/>
                  </a:cubicBezTo>
                  <a:cubicBezTo>
                    <a:pt x="2159257" y="1050754"/>
                    <a:pt x="2399994" y="1254199"/>
                    <a:pt x="2529323" y="1363491"/>
                  </a:cubicBezTo>
                  <a:cubicBezTo>
                    <a:pt x="2572286" y="1399793"/>
                    <a:pt x="2603313" y="1426031"/>
                    <a:pt x="2614240" y="1432854"/>
                  </a:cubicBezTo>
                  <a:cubicBezTo>
                    <a:pt x="2659984" y="1461442"/>
                    <a:pt x="2569711" y="1808302"/>
                    <a:pt x="2559270" y="1847745"/>
                  </a:cubicBezTo>
                  <a:cubicBezTo>
                    <a:pt x="2558892" y="1849168"/>
                    <a:pt x="2557614" y="1850104"/>
                    <a:pt x="2556219" y="1850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"/>
            <p:cNvSpPr/>
            <p:nvPr/>
          </p:nvSpPr>
          <p:spPr>
            <a:xfrm rot="-3598236">
              <a:off x="7474306" y="1826718"/>
              <a:ext cx="4269548" cy="1678063"/>
            </a:xfrm>
            <a:custGeom>
              <a:avLst/>
              <a:gdLst/>
              <a:ahLst/>
              <a:cxnLst/>
              <a:rect l="l" t="t" r="r" b="b"/>
              <a:pathLst>
                <a:path w="4273342" h="1679554" extrusionOk="0">
                  <a:moveTo>
                    <a:pt x="3655333" y="1679536"/>
                  </a:moveTo>
                  <a:cubicBezTo>
                    <a:pt x="3654829" y="1679536"/>
                    <a:pt x="3654307" y="1679410"/>
                    <a:pt x="3653830" y="1679149"/>
                  </a:cubicBezTo>
                  <a:cubicBezTo>
                    <a:pt x="3652291" y="1678321"/>
                    <a:pt x="3651724" y="1676412"/>
                    <a:pt x="3652543" y="1674883"/>
                  </a:cubicBezTo>
                  <a:cubicBezTo>
                    <a:pt x="3654118" y="1671957"/>
                    <a:pt x="3809830" y="1382038"/>
                    <a:pt x="3804348" y="1327275"/>
                  </a:cubicBezTo>
                  <a:cubicBezTo>
                    <a:pt x="3802584" y="1309668"/>
                    <a:pt x="3798560" y="1287913"/>
                    <a:pt x="3794293" y="1264879"/>
                  </a:cubicBezTo>
                  <a:cubicBezTo>
                    <a:pt x="3784780" y="1213509"/>
                    <a:pt x="3774005" y="1155280"/>
                    <a:pt x="3781836" y="1112227"/>
                  </a:cubicBezTo>
                  <a:cubicBezTo>
                    <a:pt x="3787372" y="1081777"/>
                    <a:pt x="3825213" y="1026122"/>
                    <a:pt x="3861802" y="972313"/>
                  </a:cubicBezTo>
                  <a:cubicBezTo>
                    <a:pt x="3896817" y="920817"/>
                    <a:pt x="3936503" y="862445"/>
                    <a:pt x="3928771" y="849537"/>
                  </a:cubicBezTo>
                  <a:cubicBezTo>
                    <a:pt x="3921993" y="838250"/>
                    <a:pt x="3901813" y="825387"/>
                    <a:pt x="3880453" y="811759"/>
                  </a:cubicBezTo>
                  <a:cubicBezTo>
                    <a:pt x="3850668" y="792767"/>
                    <a:pt x="3816914" y="771245"/>
                    <a:pt x="3810091" y="747347"/>
                  </a:cubicBezTo>
                  <a:cubicBezTo>
                    <a:pt x="3799019" y="708588"/>
                    <a:pt x="3798128" y="640340"/>
                    <a:pt x="3815806" y="593202"/>
                  </a:cubicBezTo>
                  <a:cubicBezTo>
                    <a:pt x="3832918" y="547574"/>
                    <a:pt x="3961562" y="368388"/>
                    <a:pt x="3996703" y="327378"/>
                  </a:cubicBezTo>
                  <a:cubicBezTo>
                    <a:pt x="4029954" y="288583"/>
                    <a:pt x="4091873" y="198814"/>
                    <a:pt x="4108993" y="164583"/>
                  </a:cubicBezTo>
                  <a:cubicBezTo>
                    <a:pt x="4117184" y="148201"/>
                    <a:pt x="4153287" y="118713"/>
                    <a:pt x="4191506" y="87488"/>
                  </a:cubicBezTo>
                  <a:cubicBezTo>
                    <a:pt x="4221391" y="63077"/>
                    <a:pt x="4271411" y="22220"/>
                    <a:pt x="4266991" y="15587"/>
                  </a:cubicBezTo>
                  <a:cubicBezTo>
                    <a:pt x="4258448" y="2778"/>
                    <a:pt x="4208861" y="3291"/>
                    <a:pt x="4140614" y="16928"/>
                  </a:cubicBezTo>
                  <a:cubicBezTo>
                    <a:pt x="4119029" y="21239"/>
                    <a:pt x="4098849" y="19862"/>
                    <a:pt x="4081044" y="18665"/>
                  </a:cubicBezTo>
                  <a:cubicBezTo>
                    <a:pt x="4050962" y="16604"/>
                    <a:pt x="4027217" y="15001"/>
                    <a:pt x="4007136" y="38432"/>
                  </a:cubicBezTo>
                  <a:cubicBezTo>
                    <a:pt x="3974839" y="76110"/>
                    <a:pt x="3918357" y="198400"/>
                    <a:pt x="3906287" y="234630"/>
                  </a:cubicBezTo>
                  <a:cubicBezTo>
                    <a:pt x="3894414" y="270230"/>
                    <a:pt x="3776543" y="472082"/>
                    <a:pt x="3719278" y="517888"/>
                  </a:cubicBezTo>
                  <a:cubicBezTo>
                    <a:pt x="3676946" y="551760"/>
                    <a:pt x="3544853" y="551364"/>
                    <a:pt x="3448513" y="551094"/>
                  </a:cubicBezTo>
                  <a:cubicBezTo>
                    <a:pt x="3414903" y="550986"/>
                    <a:pt x="3385865" y="550905"/>
                    <a:pt x="3368142" y="552390"/>
                  </a:cubicBezTo>
                  <a:cubicBezTo>
                    <a:pt x="3299895" y="558079"/>
                    <a:pt x="3154499" y="603193"/>
                    <a:pt x="3082111" y="647740"/>
                  </a:cubicBezTo>
                  <a:cubicBezTo>
                    <a:pt x="3005736" y="694744"/>
                    <a:pt x="2798358" y="755340"/>
                    <a:pt x="2696699" y="738336"/>
                  </a:cubicBezTo>
                  <a:cubicBezTo>
                    <a:pt x="2591772" y="720847"/>
                    <a:pt x="2217719" y="560995"/>
                    <a:pt x="2143495" y="523883"/>
                  </a:cubicBezTo>
                  <a:cubicBezTo>
                    <a:pt x="2131830" y="518050"/>
                    <a:pt x="2119795" y="511723"/>
                    <a:pt x="2107446" y="505242"/>
                  </a:cubicBezTo>
                  <a:cubicBezTo>
                    <a:pt x="2036246" y="467824"/>
                    <a:pt x="1955523" y="425437"/>
                    <a:pt x="1874936" y="439632"/>
                  </a:cubicBezTo>
                  <a:cubicBezTo>
                    <a:pt x="1845907" y="444763"/>
                    <a:pt x="1820911" y="451478"/>
                    <a:pt x="1796743" y="457968"/>
                  </a:cubicBezTo>
                  <a:cubicBezTo>
                    <a:pt x="1741169" y="472892"/>
                    <a:pt x="1688692" y="487024"/>
                    <a:pt x="1597961" y="479120"/>
                  </a:cubicBezTo>
                  <a:cubicBezTo>
                    <a:pt x="1532216" y="473405"/>
                    <a:pt x="1405146" y="442621"/>
                    <a:pt x="1293036" y="415464"/>
                  </a:cubicBezTo>
                  <a:cubicBezTo>
                    <a:pt x="1183096" y="388839"/>
                    <a:pt x="1079249" y="363707"/>
                    <a:pt x="1051877" y="366399"/>
                  </a:cubicBezTo>
                  <a:cubicBezTo>
                    <a:pt x="1044757" y="367119"/>
                    <a:pt x="1035657" y="367920"/>
                    <a:pt x="1025026" y="368856"/>
                  </a:cubicBezTo>
                  <a:cubicBezTo>
                    <a:pt x="953620" y="375148"/>
                    <a:pt x="805028" y="388244"/>
                    <a:pt x="731650" y="422476"/>
                  </a:cubicBezTo>
                  <a:cubicBezTo>
                    <a:pt x="685718" y="443917"/>
                    <a:pt x="616085" y="453899"/>
                    <a:pt x="554652" y="462711"/>
                  </a:cubicBezTo>
                  <a:cubicBezTo>
                    <a:pt x="502355" y="470209"/>
                    <a:pt x="452956" y="477293"/>
                    <a:pt x="427402" y="490075"/>
                  </a:cubicBezTo>
                  <a:cubicBezTo>
                    <a:pt x="418445" y="494549"/>
                    <a:pt x="408787" y="499310"/>
                    <a:pt x="398679" y="504288"/>
                  </a:cubicBezTo>
                  <a:cubicBezTo>
                    <a:pt x="345626" y="530427"/>
                    <a:pt x="279593" y="562948"/>
                    <a:pt x="241896" y="591221"/>
                  </a:cubicBezTo>
                  <a:cubicBezTo>
                    <a:pt x="217566" y="609467"/>
                    <a:pt x="154675" y="619494"/>
                    <a:pt x="99201" y="628333"/>
                  </a:cubicBezTo>
                  <a:cubicBezTo>
                    <a:pt x="58803" y="634778"/>
                    <a:pt x="8532" y="642789"/>
                    <a:pt x="6362" y="651448"/>
                  </a:cubicBezTo>
                  <a:cubicBezTo>
                    <a:pt x="6309" y="651664"/>
                    <a:pt x="6164" y="652240"/>
                    <a:pt x="6866" y="653356"/>
                  </a:cubicBezTo>
                  <a:cubicBezTo>
                    <a:pt x="17272" y="669847"/>
                    <a:pt x="118175" y="690342"/>
                    <a:pt x="161273" y="699082"/>
                  </a:cubicBezTo>
                  <a:cubicBezTo>
                    <a:pt x="172389" y="701341"/>
                    <a:pt x="180418" y="702971"/>
                    <a:pt x="184415" y="703970"/>
                  </a:cubicBezTo>
                  <a:cubicBezTo>
                    <a:pt x="186368" y="704465"/>
                    <a:pt x="188844" y="705041"/>
                    <a:pt x="191733" y="705707"/>
                  </a:cubicBezTo>
                  <a:cubicBezTo>
                    <a:pt x="224110" y="713232"/>
                    <a:pt x="299945" y="730884"/>
                    <a:pt x="310701" y="773891"/>
                  </a:cubicBezTo>
                  <a:cubicBezTo>
                    <a:pt x="321233" y="816008"/>
                    <a:pt x="438131" y="929306"/>
                    <a:pt x="471066" y="929306"/>
                  </a:cubicBezTo>
                  <a:cubicBezTo>
                    <a:pt x="504002" y="929306"/>
                    <a:pt x="657832" y="830958"/>
                    <a:pt x="694476" y="800418"/>
                  </a:cubicBezTo>
                  <a:cubicBezTo>
                    <a:pt x="728995" y="771650"/>
                    <a:pt x="961469" y="681305"/>
                    <a:pt x="1024207" y="698353"/>
                  </a:cubicBezTo>
                  <a:cubicBezTo>
                    <a:pt x="1044829" y="703979"/>
                    <a:pt x="1072057" y="714718"/>
                    <a:pt x="1100870" y="726077"/>
                  </a:cubicBezTo>
                  <a:cubicBezTo>
                    <a:pt x="1158568" y="748832"/>
                    <a:pt x="1230361" y="777140"/>
                    <a:pt x="1282631" y="777140"/>
                  </a:cubicBezTo>
                  <a:cubicBezTo>
                    <a:pt x="1363651" y="777140"/>
                    <a:pt x="1633956" y="771362"/>
                    <a:pt x="1716380" y="765871"/>
                  </a:cubicBezTo>
                  <a:cubicBezTo>
                    <a:pt x="1800271" y="760227"/>
                    <a:pt x="1953696" y="833155"/>
                    <a:pt x="2016984" y="873444"/>
                  </a:cubicBezTo>
                  <a:cubicBezTo>
                    <a:pt x="2078650" y="912680"/>
                    <a:pt x="2241986" y="1008453"/>
                    <a:pt x="2332439" y="1059337"/>
                  </a:cubicBezTo>
                  <a:cubicBezTo>
                    <a:pt x="2429004" y="1113659"/>
                    <a:pt x="2493326" y="1201258"/>
                    <a:pt x="2514236" y="1263979"/>
                  </a:cubicBezTo>
                  <a:cubicBezTo>
                    <a:pt x="2533462" y="1321676"/>
                    <a:pt x="2505027" y="1510845"/>
                    <a:pt x="2491363" y="1601757"/>
                  </a:cubicBezTo>
                  <a:cubicBezTo>
                    <a:pt x="2488942" y="1617860"/>
                    <a:pt x="2487079" y="1630255"/>
                    <a:pt x="2486188" y="1637339"/>
                  </a:cubicBezTo>
                  <a:cubicBezTo>
                    <a:pt x="2485972" y="1639067"/>
                    <a:pt x="2484334" y="1640228"/>
                    <a:pt x="2482659" y="1640075"/>
                  </a:cubicBezTo>
                  <a:cubicBezTo>
                    <a:pt x="2480931" y="1639850"/>
                    <a:pt x="2479707" y="1638284"/>
                    <a:pt x="2479923" y="1636546"/>
                  </a:cubicBezTo>
                  <a:cubicBezTo>
                    <a:pt x="2480814" y="1629435"/>
                    <a:pt x="2482677" y="1616987"/>
                    <a:pt x="2485117" y="1600812"/>
                  </a:cubicBezTo>
                  <a:cubicBezTo>
                    <a:pt x="2497647" y="1517452"/>
                    <a:pt x="2526999" y="1322234"/>
                    <a:pt x="2508241" y="1265977"/>
                  </a:cubicBezTo>
                  <a:cubicBezTo>
                    <a:pt x="2487718" y="1204409"/>
                    <a:pt x="2424440" y="1118330"/>
                    <a:pt x="2329342" y="1064845"/>
                  </a:cubicBezTo>
                  <a:cubicBezTo>
                    <a:pt x="2238818" y="1013935"/>
                    <a:pt x="2075338" y="918063"/>
                    <a:pt x="2013590" y="878782"/>
                  </a:cubicBezTo>
                  <a:cubicBezTo>
                    <a:pt x="1950915" y="838898"/>
                    <a:pt x="1799551" y="766627"/>
                    <a:pt x="1716803" y="772181"/>
                  </a:cubicBezTo>
                  <a:cubicBezTo>
                    <a:pt x="1634280" y="777681"/>
                    <a:pt x="1363732" y="783459"/>
                    <a:pt x="1282640" y="783459"/>
                  </a:cubicBezTo>
                  <a:cubicBezTo>
                    <a:pt x="1229173" y="783459"/>
                    <a:pt x="1159792" y="756096"/>
                    <a:pt x="1098566" y="731955"/>
                  </a:cubicBezTo>
                  <a:cubicBezTo>
                    <a:pt x="1069915" y="720658"/>
                    <a:pt x="1042848" y="709983"/>
                    <a:pt x="1022551" y="704447"/>
                  </a:cubicBezTo>
                  <a:cubicBezTo>
                    <a:pt x="961766" y="687849"/>
                    <a:pt x="729688" y="779301"/>
                    <a:pt x="698536" y="805269"/>
                  </a:cubicBezTo>
                  <a:cubicBezTo>
                    <a:pt x="665474" y="832822"/>
                    <a:pt x="506000" y="935624"/>
                    <a:pt x="471075" y="935624"/>
                  </a:cubicBezTo>
                  <a:cubicBezTo>
                    <a:pt x="436151" y="935624"/>
                    <a:pt x="315796" y="820337"/>
                    <a:pt x="304572" y="775421"/>
                  </a:cubicBezTo>
                  <a:cubicBezTo>
                    <a:pt x="294751" y="736149"/>
                    <a:pt x="218871" y="718507"/>
                    <a:pt x="190301" y="711855"/>
                  </a:cubicBezTo>
                  <a:cubicBezTo>
                    <a:pt x="187367" y="711180"/>
                    <a:pt x="184865" y="710586"/>
                    <a:pt x="182885" y="710100"/>
                  </a:cubicBezTo>
                  <a:cubicBezTo>
                    <a:pt x="178978" y="709119"/>
                    <a:pt x="170805" y="707463"/>
                    <a:pt x="160013" y="705275"/>
                  </a:cubicBezTo>
                  <a:cubicBezTo>
                    <a:pt x="83844" y="689811"/>
                    <a:pt x="11934" y="673222"/>
                    <a:pt x="1520" y="656723"/>
                  </a:cubicBezTo>
                  <a:cubicBezTo>
                    <a:pt x="-253" y="653924"/>
                    <a:pt x="-154" y="651475"/>
                    <a:pt x="233" y="649918"/>
                  </a:cubicBezTo>
                  <a:cubicBezTo>
                    <a:pt x="3266" y="637793"/>
                    <a:pt x="37669" y="631744"/>
                    <a:pt x="98210" y="622095"/>
                  </a:cubicBezTo>
                  <a:cubicBezTo>
                    <a:pt x="152965" y="613373"/>
                    <a:pt x="215028" y="603481"/>
                    <a:pt x="238116" y="586162"/>
                  </a:cubicBezTo>
                  <a:cubicBezTo>
                    <a:pt x="276281" y="557548"/>
                    <a:pt x="342602" y="524873"/>
                    <a:pt x="395888" y="498626"/>
                  </a:cubicBezTo>
                  <a:cubicBezTo>
                    <a:pt x="405988" y="493648"/>
                    <a:pt x="415637" y="488896"/>
                    <a:pt x="424575" y="484422"/>
                  </a:cubicBezTo>
                  <a:cubicBezTo>
                    <a:pt x="451048" y="471181"/>
                    <a:pt x="500942" y="464035"/>
                    <a:pt x="553751" y="456455"/>
                  </a:cubicBezTo>
                  <a:cubicBezTo>
                    <a:pt x="614752" y="447706"/>
                    <a:pt x="683891" y="437796"/>
                    <a:pt x="728986" y="416751"/>
                  </a:cubicBezTo>
                  <a:cubicBezTo>
                    <a:pt x="803354" y="382043"/>
                    <a:pt x="952702" y="368883"/>
                    <a:pt x="1024477" y="362564"/>
                  </a:cubicBezTo>
                  <a:cubicBezTo>
                    <a:pt x="1035072" y="361628"/>
                    <a:pt x="1044145" y="360827"/>
                    <a:pt x="1051246" y="360116"/>
                  </a:cubicBezTo>
                  <a:cubicBezTo>
                    <a:pt x="1079591" y="357244"/>
                    <a:pt x="1179225" y="381395"/>
                    <a:pt x="1294521" y="409316"/>
                  </a:cubicBezTo>
                  <a:cubicBezTo>
                    <a:pt x="1406415" y="436419"/>
                    <a:pt x="1533233" y="467140"/>
                    <a:pt x="1598500" y="472820"/>
                  </a:cubicBezTo>
                  <a:cubicBezTo>
                    <a:pt x="1688134" y="480605"/>
                    <a:pt x="1740080" y="466645"/>
                    <a:pt x="1795095" y="451865"/>
                  </a:cubicBezTo>
                  <a:cubicBezTo>
                    <a:pt x="1819398" y="445339"/>
                    <a:pt x="1844530" y="438588"/>
                    <a:pt x="1873838" y="433413"/>
                  </a:cubicBezTo>
                  <a:cubicBezTo>
                    <a:pt x="1956568" y="418812"/>
                    <a:pt x="2038289" y="461766"/>
                    <a:pt x="2110388" y="499643"/>
                  </a:cubicBezTo>
                  <a:cubicBezTo>
                    <a:pt x="2122693" y="506115"/>
                    <a:pt x="2134692" y="512416"/>
                    <a:pt x="2146322" y="518231"/>
                  </a:cubicBezTo>
                  <a:cubicBezTo>
                    <a:pt x="2230734" y="560446"/>
                    <a:pt x="2599918" y="715797"/>
                    <a:pt x="2697734" y="732108"/>
                  </a:cubicBezTo>
                  <a:cubicBezTo>
                    <a:pt x="2796360" y="748526"/>
                    <a:pt x="3004971" y="687795"/>
                    <a:pt x="3078799" y="642357"/>
                  </a:cubicBezTo>
                  <a:cubicBezTo>
                    <a:pt x="3151888" y="597387"/>
                    <a:pt x="3298698" y="551832"/>
                    <a:pt x="3367620" y="546098"/>
                  </a:cubicBezTo>
                  <a:cubicBezTo>
                    <a:pt x="3385631" y="544595"/>
                    <a:pt x="3414804" y="544694"/>
                    <a:pt x="3448531" y="544775"/>
                  </a:cubicBezTo>
                  <a:cubicBezTo>
                    <a:pt x="3538606" y="545045"/>
                    <a:pt x="3674731" y="545432"/>
                    <a:pt x="3715326" y="512956"/>
                  </a:cubicBezTo>
                  <a:cubicBezTo>
                    <a:pt x="3771520" y="468004"/>
                    <a:pt x="3889679" y="264451"/>
                    <a:pt x="3900282" y="232632"/>
                  </a:cubicBezTo>
                  <a:cubicBezTo>
                    <a:pt x="3911057" y="200309"/>
                    <a:pt x="3967251" y="75237"/>
                    <a:pt x="4002329" y="34327"/>
                  </a:cubicBezTo>
                  <a:cubicBezTo>
                    <a:pt x="4024472" y="8475"/>
                    <a:pt x="4050881" y="10303"/>
                    <a:pt x="4081467" y="12364"/>
                  </a:cubicBezTo>
                  <a:cubicBezTo>
                    <a:pt x="4099730" y="13606"/>
                    <a:pt x="4118607" y="14884"/>
                    <a:pt x="4139363" y="10744"/>
                  </a:cubicBezTo>
                  <a:cubicBezTo>
                    <a:pt x="4174378" y="3750"/>
                    <a:pt x="4257440" y="-10130"/>
                    <a:pt x="4272230" y="12085"/>
                  </a:cubicBezTo>
                  <a:cubicBezTo>
                    <a:pt x="4279115" y="22409"/>
                    <a:pt x="4254128" y="44480"/>
                    <a:pt x="4195486" y="92393"/>
                  </a:cubicBezTo>
                  <a:cubicBezTo>
                    <a:pt x="4159454" y="121818"/>
                    <a:pt x="4122216" y="152243"/>
                    <a:pt x="4114618" y="167418"/>
                  </a:cubicBezTo>
                  <a:cubicBezTo>
                    <a:pt x="4097337" y="201974"/>
                    <a:pt x="4034949" y="292454"/>
                    <a:pt x="4001474" y="331501"/>
                  </a:cubicBezTo>
                  <a:cubicBezTo>
                    <a:pt x="3967432" y="371214"/>
                    <a:pt x="3838193" y="551427"/>
                    <a:pt x="3821684" y="595434"/>
                  </a:cubicBezTo>
                  <a:cubicBezTo>
                    <a:pt x="3804474" y="641358"/>
                    <a:pt x="3805338" y="707859"/>
                    <a:pt x="3816131" y="745618"/>
                  </a:cubicBezTo>
                  <a:cubicBezTo>
                    <a:pt x="3822305" y="767221"/>
                    <a:pt x="3854989" y="788059"/>
                    <a:pt x="3883820" y="806448"/>
                  </a:cubicBezTo>
                  <a:cubicBezTo>
                    <a:pt x="3905837" y="820481"/>
                    <a:pt x="3926620" y="833740"/>
                    <a:pt x="3934163" y="846306"/>
                  </a:cubicBezTo>
                  <a:cubicBezTo>
                    <a:pt x="3943506" y="861878"/>
                    <a:pt x="3914730" y="905696"/>
                    <a:pt x="3867005" y="975877"/>
                  </a:cubicBezTo>
                  <a:cubicBezTo>
                    <a:pt x="3830775" y="1029155"/>
                    <a:pt x="3793322" y="1084243"/>
                    <a:pt x="3788029" y="1113380"/>
                  </a:cubicBezTo>
                  <a:cubicBezTo>
                    <a:pt x="3780405" y="1155289"/>
                    <a:pt x="3791072" y="1212915"/>
                    <a:pt x="3800487" y="1263744"/>
                  </a:cubicBezTo>
                  <a:cubicBezTo>
                    <a:pt x="3804780" y="1286914"/>
                    <a:pt x="3808822" y="1308786"/>
                    <a:pt x="3810604" y="1326663"/>
                  </a:cubicBezTo>
                  <a:cubicBezTo>
                    <a:pt x="3816265" y="1383325"/>
                    <a:pt x="3664542" y="1665890"/>
                    <a:pt x="3658079" y="1677889"/>
                  </a:cubicBezTo>
                  <a:cubicBezTo>
                    <a:pt x="3657503" y="1678951"/>
                    <a:pt x="3656422" y="1679554"/>
                    <a:pt x="3655297" y="1679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4"/>
            <p:cNvSpPr/>
            <p:nvPr/>
          </p:nvSpPr>
          <p:spPr>
            <a:xfrm rot="-3598236">
              <a:off x="8278212" y="3467572"/>
              <a:ext cx="987627" cy="329997"/>
            </a:xfrm>
            <a:custGeom>
              <a:avLst/>
              <a:gdLst/>
              <a:ahLst/>
              <a:cxnLst/>
              <a:rect l="l" t="t" r="r" b="b"/>
              <a:pathLst>
                <a:path w="988505" h="330290" extrusionOk="0">
                  <a:moveTo>
                    <a:pt x="143969" y="330281"/>
                  </a:moveTo>
                  <a:cubicBezTo>
                    <a:pt x="115571" y="330281"/>
                    <a:pt x="91610" y="322874"/>
                    <a:pt x="78432" y="309696"/>
                  </a:cubicBezTo>
                  <a:cubicBezTo>
                    <a:pt x="48602" y="279866"/>
                    <a:pt x="-3740" y="207694"/>
                    <a:pt x="212" y="183391"/>
                  </a:cubicBezTo>
                  <a:cubicBezTo>
                    <a:pt x="1004" y="178459"/>
                    <a:pt x="3794" y="176118"/>
                    <a:pt x="5990" y="175020"/>
                  </a:cubicBezTo>
                  <a:cubicBezTo>
                    <a:pt x="35424" y="160303"/>
                    <a:pt x="147291" y="149916"/>
                    <a:pt x="214134" y="143705"/>
                  </a:cubicBezTo>
                  <a:cubicBezTo>
                    <a:pt x="225511" y="142652"/>
                    <a:pt x="235602" y="141716"/>
                    <a:pt x="243792" y="140897"/>
                  </a:cubicBezTo>
                  <a:cubicBezTo>
                    <a:pt x="297134" y="135559"/>
                    <a:pt x="420000" y="67177"/>
                    <a:pt x="472468" y="37977"/>
                  </a:cubicBezTo>
                  <a:lnTo>
                    <a:pt x="479273" y="34188"/>
                  </a:lnTo>
                  <a:cubicBezTo>
                    <a:pt x="531956" y="4925"/>
                    <a:pt x="645551" y="-16696"/>
                    <a:pt x="696723" y="17419"/>
                  </a:cubicBezTo>
                  <a:cubicBezTo>
                    <a:pt x="745537" y="49958"/>
                    <a:pt x="883362" y="89446"/>
                    <a:pt x="943563" y="101480"/>
                  </a:cubicBezTo>
                  <a:cubicBezTo>
                    <a:pt x="969333" y="106629"/>
                    <a:pt x="985589" y="120635"/>
                    <a:pt x="988172" y="139888"/>
                  </a:cubicBezTo>
                  <a:cubicBezTo>
                    <a:pt x="990603" y="158080"/>
                    <a:pt x="979540" y="177172"/>
                    <a:pt x="961268" y="186299"/>
                  </a:cubicBezTo>
                  <a:cubicBezTo>
                    <a:pt x="925983" y="203968"/>
                    <a:pt x="785142" y="181258"/>
                    <a:pt x="716301" y="152580"/>
                  </a:cubicBezTo>
                  <a:cubicBezTo>
                    <a:pt x="650106" y="125010"/>
                    <a:pt x="539752" y="140915"/>
                    <a:pt x="481712" y="158323"/>
                  </a:cubicBezTo>
                  <a:cubicBezTo>
                    <a:pt x="424438" y="175506"/>
                    <a:pt x="285036" y="243123"/>
                    <a:pt x="252272" y="286815"/>
                  </a:cubicBezTo>
                  <a:cubicBezTo>
                    <a:pt x="231119" y="315007"/>
                    <a:pt x="188705" y="327536"/>
                    <a:pt x="156067" y="329849"/>
                  </a:cubicBezTo>
                  <a:cubicBezTo>
                    <a:pt x="151962" y="330147"/>
                    <a:pt x="147921" y="330291"/>
                    <a:pt x="143969" y="330291"/>
                  </a:cubicBezTo>
                  <a:close/>
                  <a:moveTo>
                    <a:pt x="622157" y="6077"/>
                  </a:moveTo>
                  <a:cubicBezTo>
                    <a:pt x="572408" y="6077"/>
                    <a:pt x="515259" y="21415"/>
                    <a:pt x="482342" y="39705"/>
                  </a:cubicBezTo>
                  <a:lnTo>
                    <a:pt x="475537" y="43486"/>
                  </a:lnTo>
                  <a:cubicBezTo>
                    <a:pt x="418244" y="75359"/>
                    <a:pt x="299060" y="141698"/>
                    <a:pt x="244414" y="147161"/>
                  </a:cubicBezTo>
                  <a:cubicBezTo>
                    <a:pt x="236214" y="147981"/>
                    <a:pt x="226105" y="148926"/>
                    <a:pt x="214710" y="149979"/>
                  </a:cubicBezTo>
                  <a:cubicBezTo>
                    <a:pt x="148308" y="156145"/>
                    <a:pt x="37170" y="166469"/>
                    <a:pt x="8808" y="180655"/>
                  </a:cubicBezTo>
                  <a:cubicBezTo>
                    <a:pt x="7989" y="181069"/>
                    <a:pt x="6846" y="181897"/>
                    <a:pt x="6440" y="184391"/>
                  </a:cubicBezTo>
                  <a:cubicBezTo>
                    <a:pt x="3146" y="204724"/>
                    <a:pt x="51761" y="274087"/>
                    <a:pt x="82896" y="305222"/>
                  </a:cubicBezTo>
                  <a:cubicBezTo>
                    <a:pt x="96623" y="318949"/>
                    <a:pt x="123834" y="325772"/>
                    <a:pt x="155617" y="323540"/>
                  </a:cubicBezTo>
                  <a:cubicBezTo>
                    <a:pt x="194889" y="320749"/>
                    <a:pt x="230849" y="304844"/>
                    <a:pt x="247213" y="283016"/>
                  </a:cubicBezTo>
                  <a:cubicBezTo>
                    <a:pt x="281283" y="237587"/>
                    <a:pt x="420432" y="170106"/>
                    <a:pt x="479902" y="152265"/>
                  </a:cubicBezTo>
                  <a:cubicBezTo>
                    <a:pt x="538806" y="134587"/>
                    <a:pt x="651024" y="118529"/>
                    <a:pt x="718731" y="146739"/>
                  </a:cubicBezTo>
                  <a:cubicBezTo>
                    <a:pt x="784962" y="174345"/>
                    <a:pt x="925065" y="197316"/>
                    <a:pt x="958441" y="180646"/>
                  </a:cubicBezTo>
                  <a:cubicBezTo>
                    <a:pt x="974338" y="172698"/>
                    <a:pt x="983987" y="156280"/>
                    <a:pt x="981907" y="140726"/>
                  </a:cubicBezTo>
                  <a:cubicBezTo>
                    <a:pt x="979711" y="124308"/>
                    <a:pt x="965282" y="112264"/>
                    <a:pt x="942329" y="107673"/>
                  </a:cubicBezTo>
                  <a:cubicBezTo>
                    <a:pt x="881698" y="95549"/>
                    <a:pt x="742710" y="55665"/>
                    <a:pt x="693222" y="22666"/>
                  </a:cubicBezTo>
                  <a:cubicBezTo>
                    <a:pt x="675553" y="10884"/>
                    <a:pt x="650016" y="6077"/>
                    <a:pt x="622166" y="6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4"/>
            <p:cNvSpPr/>
            <p:nvPr/>
          </p:nvSpPr>
          <p:spPr>
            <a:xfrm rot="-3598236">
              <a:off x="9052897" y="2840311"/>
              <a:ext cx="348615" cy="145969"/>
            </a:xfrm>
            <a:custGeom>
              <a:avLst/>
              <a:gdLst/>
              <a:ahLst/>
              <a:cxnLst/>
              <a:rect l="l" t="t" r="r" b="b"/>
              <a:pathLst>
                <a:path w="348925" h="146099" extrusionOk="0">
                  <a:moveTo>
                    <a:pt x="166388" y="146091"/>
                  </a:moveTo>
                  <a:cubicBezTo>
                    <a:pt x="130068" y="146091"/>
                    <a:pt x="90292" y="140474"/>
                    <a:pt x="60156" y="136225"/>
                  </a:cubicBezTo>
                  <a:cubicBezTo>
                    <a:pt x="51785" y="135046"/>
                    <a:pt x="44134" y="133966"/>
                    <a:pt x="37473" y="133138"/>
                  </a:cubicBezTo>
                  <a:cubicBezTo>
                    <a:pt x="20956" y="131076"/>
                    <a:pt x="8796" y="118385"/>
                    <a:pt x="3223" y="97403"/>
                  </a:cubicBezTo>
                  <a:cubicBezTo>
                    <a:pt x="-4832" y="67069"/>
                    <a:pt x="2863" y="26906"/>
                    <a:pt x="19057" y="14754"/>
                  </a:cubicBezTo>
                  <a:lnTo>
                    <a:pt x="19057" y="14754"/>
                  </a:lnTo>
                  <a:cubicBezTo>
                    <a:pt x="63676" y="-18685"/>
                    <a:pt x="99446" y="11523"/>
                    <a:pt x="131013" y="38184"/>
                  </a:cubicBezTo>
                  <a:cubicBezTo>
                    <a:pt x="149484" y="53783"/>
                    <a:pt x="166928" y="68518"/>
                    <a:pt x="184751" y="70507"/>
                  </a:cubicBezTo>
                  <a:cubicBezTo>
                    <a:pt x="273106" y="80328"/>
                    <a:pt x="326726" y="91903"/>
                    <a:pt x="344098" y="104928"/>
                  </a:cubicBezTo>
                  <a:cubicBezTo>
                    <a:pt x="345539" y="106017"/>
                    <a:pt x="349931" y="109303"/>
                    <a:pt x="348716" y="113686"/>
                  </a:cubicBezTo>
                  <a:cubicBezTo>
                    <a:pt x="346772" y="120698"/>
                    <a:pt x="332586" y="122453"/>
                    <a:pt x="300676" y="125757"/>
                  </a:cubicBezTo>
                  <a:cubicBezTo>
                    <a:pt x="276644" y="128250"/>
                    <a:pt x="246723" y="131346"/>
                    <a:pt x="224860" y="138637"/>
                  </a:cubicBezTo>
                  <a:cubicBezTo>
                    <a:pt x="208460" y="144101"/>
                    <a:pt x="188045" y="146099"/>
                    <a:pt x="166397" y="146099"/>
                  </a:cubicBezTo>
                  <a:close/>
                  <a:moveTo>
                    <a:pt x="58824" y="6383"/>
                  </a:moveTo>
                  <a:cubicBezTo>
                    <a:pt x="47501" y="6383"/>
                    <a:pt x="35583" y="10254"/>
                    <a:pt x="22846" y="19813"/>
                  </a:cubicBezTo>
                  <a:lnTo>
                    <a:pt x="22846" y="19813"/>
                  </a:lnTo>
                  <a:cubicBezTo>
                    <a:pt x="8669" y="30443"/>
                    <a:pt x="1973" y="68068"/>
                    <a:pt x="9335" y="95774"/>
                  </a:cubicBezTo>
                  <a:cubicBezTo>
                    <a:pt x="12783" y="108736"/>
                    <a:pt x="20587" y="124649"/>
                    <a:pt x="38256" y="126855"/>
                  </a:cubicBezTo>
                  <a:cubicBezTo>
                    <a:pt x="44953" y="127692"/>
                    <a:pt x="52631" y="128772"/>
                    <a:pt x="61038" y="129960"/>
                  </a:cubicBezTo>
                  <a:cubicBezTo>
                    <a:pt x="108555" y="136666"/>
                    <a:pt x="180349" y="146792"/>
                    <a:pt x="222852" y="132624"/>
                  </a:cubicBezTo>
                  <a:cubicBezTo>
                    <a:pt x="245373" y="125118"/>
                    <a:pt x="275681" y="121976"/>
                    <a:pt x="300029" y="119465"/>
                  </a:cubicBezTo>
                  <a:cubicBezTo>
                    <a:pt x="317860" y="117619"/>
                    <a:pt x="339994" y="115324"/>
                    <a:pt x="342595" y="111985"/>
                  </a:cubicBezTo>
                  <a:cubicBezTo>
                    <a:pt x="342424" y="111940"/>
                    <a:pt x="341929" y="111193"/>
                    <a:pt x="340309" y="109978"/>
                  </a:cubicBezTo>
                  <a:cubicBezTo>
                    <a:pt x="324080" y="97808"/>
                    <a:pt x="270046" y="86332"/>
                    <a:pt x="184048" y="76772"/>
                  </a:cubicBezTo>
                  <a:cubicBezTo>
                    <a:pt x="164327" y="74585"/>
                    <a:pt x="146171" y="59238"/>
                    <a:pt x="126936" y="43000"/>
                  </a:cubicBezTo>
                  <a:cubicBezTo>
                    <a:pt x="105513" y="24907"/>
                    <a:pt x="83595" y="6383"/>
                    <a:pt x="58833" y="6383"/>
                  </a:cubicBezTo>
                  <a:close/>
                  <a:moveTo>
                    <a:pt x="20947" y="17284"/>
                  </a:moveTo>
                  <a:lnTo>
                    <a:pt x="21028" y="17284"/>
                  </a:lnTo>
                  <a:lnTo>
                    <a:pt x="20947" y="172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5" name="Google Shape;1735;p6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1736" name="Google Shape;1736;p6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6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6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6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6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6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6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6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6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6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6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6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6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6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6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6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6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6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6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6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6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6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6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6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6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6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6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6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6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6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6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6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6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6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6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6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6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6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6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6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6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6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6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6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6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6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6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6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6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6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6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6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6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6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6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6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6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6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6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6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6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6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6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6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6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6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6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6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6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6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6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6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6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6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6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6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6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6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6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6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6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6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6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6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6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6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6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6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6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6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6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6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6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6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6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6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6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6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6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6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6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6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6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6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6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6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6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6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6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6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6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6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6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6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6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6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6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6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6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6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6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6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6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6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6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6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6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6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6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6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6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6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6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6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6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6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6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6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6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6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6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6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6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6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6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6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6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6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6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6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6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6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6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6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6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6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6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6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6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6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6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6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6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6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6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6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6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6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6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6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6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6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6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6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6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6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6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6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6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6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6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6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6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6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6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6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6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6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6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6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6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6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6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6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6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6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6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6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6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6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6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6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6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6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6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6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6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6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6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6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6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6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6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6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6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6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6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6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6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6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6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6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6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6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6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6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6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6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6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6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6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6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6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6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6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6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6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6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6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6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6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6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6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6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6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6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6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6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6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6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6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6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6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6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6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6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6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6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6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6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6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6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6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6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6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6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6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6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6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6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6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6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6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6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6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6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6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6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6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6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6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6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6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6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6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6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6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6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6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6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6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6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6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6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6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6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6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6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6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6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6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6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6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6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6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6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6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6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6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6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6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6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6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6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6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6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6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6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6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6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6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6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6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6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6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6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6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6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6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6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6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6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6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6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6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6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6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2" name="Google Shape;2142;p6"/>
          <p:cNvSpPr txBox="1">
            <a:spLocks noGrp="1"/>
          </p:cNvSpPr>
          <p:nvPr>
            <p:ph type="title"/>
          </p:nvPr>
        </p:nvSpPr>
        <p:spPr>
          <a:xfrm>
            <a:off x="719988" y="536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43" name="Google Shape;2143;p6"/>
          <p:cNvGrpSpPr/>
          <p:nvPr/>
        </p:nvGrpSpPr>
        <p:grpSpPr>
          <a:xfrm>
            <a:off x="8114838" y="-126989"/>
            <a:ext cx="4386165" cy="5062682"/>
            <a:chOff x="8114838" y="-126989"/>
            <a:chExt cx="4386165" cy="5062682"/>
          </a:xfrm>
        </p:grpSpPr>
        <p:sp>
          <p:nvSpPr>
            <p:cNvPr id="2144" name="Google Shape;2144;p6"/>
            <p:cNvSpPr/>
            <p:nvPr/>
          </p:nvSpPr>
          <p:spPr>
            <a:xfrm flipH="1">
              <a:off x="8114838" y="-121104"/>
              <a:ext cx="4386165" cy="2008226"/>
            </a:xfrm>
            <a:custGeom>
              <a:avLst/>
              <a:gdLst/>
              <a:ahLst/>
              <a:cxnLst/>
              <a:rect l="l" t="t" r="r" b="b"/>
              <a:pathLst>
                <a:path w="4386165" h="2008226" extrusionOk="0">
                  <a:moveTo>
                    <a:pt x="3270649" y="2008227"/>
                  </a:moveTo>
                  <a:cubicBezTo>
                    <a:pt x="3035790" y="2008236"/>
                    <a:pt x="2855262" y="1865828"/>
                    <a:pt x="2708660" y="1750208"/>
                  </a:cubicBezTo>
                  <a:cubicBezTo>
                    <a:pt x="2643239" y="1698604"/>
                    <a:pt x="2581437" y="1649863"/>
                    <a:pt x="2523092" y="1619520"/>
                  </a:cubicBezTo>
                  <a:cubicBezTo>
                    <a:pt x="2313958" y="1510776"/>
                    <a:pt x="1559560" y="1325775"/>
                    <a:pt x="1464868" y="1347657"/>
                  </a:cubicBezTo>
                  <a:cubicBezTo>
                    <a:pt x="1382201" y="1366703"/>
                    <a:pt x="1245086" y="1299024"/>
                    <a:pt x="1182284" y="1228067"/>
                  </a:cubicBezTo>
                  <a:cubicBezTo>
                    <a:pt x="1150195" y="1191811"/>
                    <a:pt x="1139007" y="1156805"/>
                    <a:pt x="1149907" y="1126831"/>
                  </a:cubicBezTo>
                  <a:cubicBezTo>
                    <a:pt x="1153292" y="1117515"/>
                    <a:pt x="1151050" y="1107425"/>
                    <a:pt x="1143039" y="1095984"/>
                  </a:cubicBezTo>
                  <a:cubicBezTo>
                    <a:pt x="1093452" y="1025190"/>
                    <a:pt x="858944" y="946312"/>
                    <a:pt x="601717" y="946312"/>
                  </a:cubicBezTo>
                  <a:cubicBezTo>
                    <a:pt x="301159" y="946312"/>
                    <a:pt x="20529" y="993820"/>
                    <a:pt x="17730" y="994298"/>
                  </a:cubicBezTo>
                  <a:cubicBezTo>
                    <a:pt x="9538" y="995720"/>
                    <a:pt x="1644" y="990175"/>
                    <a:pt x="222" y="981912"/>
                  </a:cubicBezTo>
                  <a:cubicBezTo>
                    <a:pt x="-1200" y="973658"/>
                    <a:pt x="4354" y="965818"/>
                    <a:pt x="12608" y="964405"/>
                  </a:cubicBezTo>
                  <a:cubicBezTo>
                    <a:pt x="15425" y="963919"/>
                    <a:pt x="298602" y="915969"/>
                    <a:pt x="601717" y="915969"/>
                  </a:cubicBezTo>
                  <a:cubicBezTo>
                    <a:pt x="846873" y="915969"/>
                    <a:pt x="1106143" y="990436"/>
                    <a:pt x="1167883" y="1078576"/>
                  </a:cubicBezTo>
                  <a:cubicBezTo>
                    <a:pt x="1185210" y="1103320"/>
                    <a:pt x="1183176" y="1124104"/>
                    <a:pt x="1178414" y="1137191"/>
                  </a:cubicBezTo>
                  <a:cubicBezTo>
                    <a:pt x="1169278" y="1162305"/>
                    <a:pt x="1191151" y="1192315"/>
                    <a:pt x="1205003" y="1207968"/>
                  </a:cubicBezTo>
                  <a:cubicBezTo>
                    <a:pt x="1266346" y="1277286"/>
                    <a:pt x="1394010" y="1332859"/>
                    <a:pt x="1458036" y="1318097"/>
                  </a:cubicBezTo>
                  <a:cubicBezTo>
                    <a:pt x="1568588" y="1292552"/>
                    <a:pt x="2335048" y="1487553"/>
                    <a:pt x="2537088" y="1592606"/>
                  </a:cubicBezTo>
                  <a:cubicBezTo>
                    <a:pt x="2597981" y="1624272"/>
                    <a:pt x="2660863" y="1673869"/>
                    <a:pt x="2727445" y="1726391"/>
                  </a:cubicBezTo>
                  <a:cubicBezTo>
                    <a:pt x="2885983" y="1851435"/>
                    <a:pt x="3065575" y="1993294"/>
                    <a:pt x="3308436" y="1976605"/>
                  </a:cubicBezTo>
                  <a:cubicBezTo>
                    <a:pt x="3503329" y="1963320"/>
                    <a:pt x="3628563" y="1911662"/>
                    <a:pt x="3739061" y="1866080"/>
                  </a:cubicBezTo>
                  <a:cubicBezTo>
                    <a:pt x="3825283" y="1830516"/>
                    <a:pt x="3899759" y="1799804"/>
                    <a:pt x="3984406" y="1799804"/>
                  </a:cubicBezTo>
                  <a:cubicBezTo>
                    <a:pt x="4159533" y="1799804"/>
                    <a:pt x="4340619" y="1799804"/>
                    <a:pt x="4355021" y="1684526"/>
                  </a:cubicBezTo>
                  <a:cubicBezTo>
                    <a:pt x="4360854" y="1637873"/>
                    <a:pt x="4336767" y="1580040"/>
                    <a:pt x="4288934" y="1525862"/>
                  </a:cubicBezTo>
                  <a:cubicBezTo>
                    <a:pt x="4219427" y="1447120"/>
                    <a:pt x="4118812" y="1396254"/>
                    <a:pt x="4032607" y="1396254"/>
                  </a:cubicBezTo>
                  <a:cubicBezTo>
                    <a:pt x="3864997" y="1396254"/>
                    <a:pt x="3559442" y="1194070"/>
                    <a:pt x="3559442" y="1107901"/>
                  </a:cubicBezTo>
                  <a:cubicBezTo>
                    <a:pt x="3559442" y="1064651"/>
                    <a:pt x="3511961" y="1016612"/>
                    <a:pt x="3466037" y="970138"/>
                  </a:cubicBezTo>
                  <a:cubicBezTo>
                    <a:pt x="3443534" y="947365"/>
                    <a:pt x="3420266" y="923818"/>
                    <a:pt x="3401949" y="900271"/>
                  </a:cubicBezTo>
                  <a:cubicBezTo>
                    <a:pt x="3359778" y="846048"/>
                    <a:pt x="3339733" y="779448"/>
                    <a:pt x="3349634" y="726458"/>
                  </a:cubicBezTo>
                  <a:cubicBezTo>
                    <a:pt x="3356187" y="691363"/>
                    <a:pt x="3375719" y="663171"/>
                    <a:pt x="3406116" y="644944"/>
                  </a:cubicBezTo>
                  <a:cubicBezTo>
                    <a:pt x="3451914" y="617454"/>
                    <a:pt x="3578210" y="596328"/>
                    <a:pt x="3711922" y="573960"/>
                  </a:cubicBezTo>
                  <a:cubicBezTo>
                    <a:pt x="3820972" y="555715"/>
                    <a:pt x="3933730" y="536849"/>
                    <a:pt x="3995406" y="515084"/>
                  </a:cubicBezTo>
                  <a:cubicBezTo>
                    <a:pt x="4127093" y="468602"/>
                    <a:pt x="4311330" y="375277"/>
                    <a:pt x="4314714" y="320955"/>
                  </a:cubicBezTo>
                  <a:cubicBezTo>
                    <a:pt x="4314939" y="317310"/>
                    <a:pt x="4315632" y="306202"/>
                    <a:pt x="4290969" y="293871"/>
                  </a:cubicBezTo>
                  <a:cubicBezTo>
                    <a:pt x="4242740" y="269756"/>
                    <a:pt x="4212280" y="233365"/>
                    <a:pt x="4200444" y="185685"/>
                  </a:cubicBezTo>
                  <a:cubicBezTo>
                    <a:pt x="4184259" y="120490"/>
                    <a:pt x="4208149" y="47013"/>
                    <a:pt x="4237205" y="6346"/>
                  </a:cubicBezTo>
                  <a:cubicBezTo>
                    <a:pt x="4242083" y="-468"/>
                    <a:pt x="4251553" y="-2034"/>
                    <a:pt x="4258357" y="2817"/>
                  </a:cubicBezTo>
                  <a:cubicBezTo>
                    <a:pt x="4265180" y="7687"/>
                    <a:pt x="4266756" y="17156"/>
                    <a:pt x="4261886" y="23970"/>
                  </a:cubicBezTo>
                  <a:cubicBezTo>
                    <a:pt x="4240904" y="53350"/>
                    <a:pt x="4215062" y="118708"/>
                    <a:pt x="4229886" y="178367"/>
                  </a:cubicBezTo>
                  <a:cubicBezTo>
                    <a:pt x="4239491" y="217046"/>
                    <a:pt x="4264604" y="246776"/>
                    <a:pt x="4304533" y="266741"/>
                  </a:cubicBezTo>
                  <a:cubicBezTo>
                    <a:pt x="4339755" y="284356"/>
                    <a:pt x="4345975" y="306976"/>
                    <a:pt x="4344985" y="322836"/>
                  </a:cubicBezTo>
                  <a:cubicBezTo>
                    <a:pt x="4338729" y="423335"/>
                    <a:pt x="4008836" y="542510"/>
                    <a:pt x="4005496" y="543689"/>
                  </a:cubicBezTo>
                  <a:cubicBezTo>
                    <a:pt x="3941336" y="566336"/>
                    <a:pt x="3827246" y="585419"/>
                    <a:pt x="3716918" y="603880"/>
                  </a:cubicBezTo>
                  <a:cubicBezTo>
                    <a:pt x="3591874" y="624799"/>
                    <a:pt x="3462581" y="646429"/>
                    <a:pt x="3421706" y="670948"/>
                  </a:cubicBezTo>
                  <a:cubicBezTo>
                    <a:pt x="3398645" y="684783"/>
                    <a:pt x="3384424" y="705333"/>
                    <a:pt x="3379437" y="732030"/>
                  </a:cubicBezTo>
                  <a:cubicBezTo>
                    <a:pt x="3371201" y="776073"/>
                    <a:pt x="3389437" y="834797"/>
                    <a:pt x="3425874" y="881648"/>
                  </a:cubicBezTo>
                  <a:cubicBezTo>
                    <a:pt x="3443084" y="903782"/>
                    <a:pt x="3465713" y="926672"/>
                    <a:pt x="3487595" y="948815"/>
                  </a:cubicBezTo>
                  <a:cubicBezTo>
                    <a:pt x="3537822" y="999644"/>
                    <a:pt x="3589768" y="1052193"/>
                    <a:pt x="3589768" y="1107901"/>
                  </a:cubicBezTo>
                  <a:cubicBezTo>
                    <a:pt x="3589768" y="1166625"/>
                    <a:pt x="3864321" y="1365920"/>
                    <a:pt x="4032589" y="1365920"/>
                  </a:cubicBezTo>
                  <a:cubicBezTo>
                    <a:pt x="4127111" y="1365920"/>
                    <a:pt x="4236647" y="1420828"/>
                    <a:pt x="4311653" y="1505790"/>
                  </a:cubicBezTo>
                  <a:cubicBezTo>
                    <a:pt x="4365237" y="1566494"/>
                    <a:pt x="4392007" y="1633012"/>
                    <a:pt x="4385094" y="1688298"/>
                  </a:cubicBezTo>
                  <a:cubicBezTo>
                    <a:pt x="4367362" y="1830147"/>
                    <a:pt x="4172657" y="1830147"/>
                    <a:pt x="3984370" y="1830147"/>
                  </a:cubicBezTo>
                  <a:cubicBezTo>
                    <a:pt x="3905736" y="1830147"/>
                    <a:pt x="3833844" y="1859797"/>
                    <a:pt x="3750601" y="1894128"/>
                  </a:cubicBezTo>
                  <a:cubicBezTo>
                    <a:pt x="3643532" y="1938288"/>
                    <a:pt x="3510287" y="1993249"/>
                    <a:pt x="3310470" y="2006868"/>
                  </a:cubicBezTo>
                  <a:cubicBezTo>
                    <a:pt x="3297022" y="2007777"/>
                    <a:pt x="3283727" y="2008227"/>
                    <a:pt x="3270613" y="2008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6"/>
            <p:cNvSpPr/>
            <p:nvPr/>
          </p:nvSpPr>
          <p:spPr>
            <a:xfrm flipH="1">
              <a:off x="8784463" y="372915"/>
              <a:ext cx="2657250" cy="1177770"/>
            </a:xfrm>
            <a:custGeom>
              <a:avLst/>
              <a:gdLst/>
              <a:ahLst/>
              <a:cxnLst/>
              <a:rect l="l" t="t" r="r" b="b"/>
              <a:pathLst>
                <a:path w="2657250" h="1177770" extrusionOk="0">
                  <a:moveTo>
                    <a:pt x="2169800" y="1177771"/>
                  </a:moveTo>
                  <a:cubicBezTo>
                    <a:pt x="2078744" y="1177771"/>
                    <a:pt x="1957282" y="1121244"/>
                    <a:pt x="1797313" y="1041268"/>
                  </a:cubicBezTo>
                  <a:cubicBezTo>
                    <a:pt x="1653222" y="969223"/>
                    <a:pt x="1593878" y="914153"/>
                    <a:pt x="1546198" y="869904"/>
                  </a:cubicBezTo>
                  <a:cubicBezTo>
                    <a:pt x="1524487" y="849750"/>
                    <a:pt x="1505738" y="832360"/>
                    <a:pt x="1481984" y="815581"/>
                  </a:cubicBezTo>
                  <a:cubicBezTo>
                    <a:pt x="1410047" y="764806"/>
                    <a:pt x="1289701" y="733905"/>
                    <a:pt x="1182722" y="738828"/>
                  </a:cubicBezTo>
                  <a:cubicBezTo>
                    <a:pt x="1098777" y="742807"/>
                    <a:pt x="975758" y="628735"/>
                    <a:pt x="894189" y="553350"/>
                  </a:cubicBezTo>
                  <a:cubicBezTo>
                    <a:pt x="870993" y="531918"/>
                    <a:pt x="850974" y="513403"/>
                    <a:pt x="841532" y="507111"/>
                  </a:cubicBezTo>
                  <a:cubicBezTo>
                    <a:pt x="805113" y="482835"/>
                    <a:pt x="707486" y="481404"/>
                    <a:pt x="642651" y="495283"/>
                  </a:cubicBezTo>
                  <a:cubicBezTo>
                    <a:pt x="579039" y="509010"/>
                    <a:pt x="522980" y="392184"/>
                    <a:pt x="481205" y="288976"/>
                  </a:cubicBezTo>
                  <a:cubicBezTo>
                    <a:pt x="479342" y="284386"/>
                    <a:pt x="477794" y="280542"/>
                    <a:pt x="476570" y="277626"/>
                  </a:cubicBezTo>
                  <a:cubicBezTo>
                    <a:pt x="455102" y="261676"/>
                    <a:pt x="294728" y="242107"/>
                    <a:pt x="198406" y="230361"/>
                  </a:cubicBezTo>
                  <a:cubicBezTo>
                    <a:pt x="119385" y="220720"/>
                    <a:pt x="51138" y="212394"/>
                    <a:pt x="26970" y="204968"/>
                  </a:cubicBezTo>
                  <a:cubicBezTo>
                    <a:pt x="5268" y="198280"/>
                    <a:pt x="-4354" y="179540"/>
                    <a:pt x="1857" y="156038"/>
                  </a:cubicBezTo>
                  <a:cubicBezTo>
                    <a:pt x="16015" y="102544"/>
                    <a:pt x="118161" y="20651"/>
                    <a:pt x="226490" y="44702"/>
                  </a:cubicBezTo>
                  <a:lnTo>
                    <a:pt x="226490" y="44702"/>
                  </a:lnTo>
                  <a:cubicBezTo>
                    <a:pt x="300255" y="61102"/>
                    <a:pt x="420024" y="49212"/>
                    <a:pt x="603352" y="7302"/>
                  </a:cubicBezTo>
                  <a:cubicBezTo>
                    <a:pt x="744733" y="-25021"/>
                    <a:pt x="803664" y="55864"/>
                    <a:pt x="860677" y="134084"/>
                  </a:cubicBezTo>
                  <a:cubicBezTo>
                    <a:pt x="874296" y="152779"/>
                    <a:pt x="888383" y="172114"/>
                    <a:pt x="903595" y="189999"/>
                  </a:cubicBezTo>
                  <a:cubicBezTo>
                    <a:pt x="947674" y="241873"/>
                    <a:pt x="1015201" y="231999"/>
                    <a:pt x="1093385" y="220558"/>
                  </a:cubicBezTo>
                  <a:cubicBezTo>
                    <a:pt x="1143981" y="213159"/>
                    <a:pt x="1196295" y="205508"/>
                    <a:pt x="1249591" y="212853"/>
                  </a:cubicBezTo>
                  <a:cubicBezTo>
                    <a:pt x="1358083" y="227822"/>
                    <a:pt x="1471435" y="371031"/>
                    <a:pt x="1546441" y="465795"/>
                  </a:cubicBezTo>
                  <a:cubicBezTo>
                    <a:pt x="1569871" y="495391"/>
                    <a:pt x="1590097" y="520946"/>
                    <a:pt x="1604355" y="535204"/>
                  </a:cubicBezTo>
                  <a:cubicBezTo>
                    <a:pt x="1639136" y="569993"/>
                    <a:pt x="1753721" y="570299"/>
                    <a:pt x="1854813" y="570578"/>
                  </a:cubicBezTo>
                  <a:cubicBezTo>
                    <a:pt x="1914716" y="570740"/>
                    <a:pt x="1971306" y="570893"/>
                    <a:pt x="2012397" y="577743"/>
                  </a:cubicBezTo>
                  <a:cubicBezTo>
                    <a:pt x="2092147" y="591038"/>
                    <a:pt x="2117692" y="620670"/>
                    <a:pt x="2153049" y="661688"/>
                  </a:cubicBezTo>
                  <a:cubicBezTo>
                    <a:pt x="2170439" y="681860"/>
                    <a:pt x="2190143" y="704723"/>
                    <a:pt x="2220846" y="730817"/>
                  </a:cubicBezTo>
                  <a:cubicBezTo>
                    <a:pt x="2275726" y="777470"/>
                    <a:pt x="2282801" y="798713"/>
                    <a:pt x="2287932" y="828165"/>
                  </a:cubicBezTo>
                  <a:cubicBezTo>
                    <a:pt x="2290704" y="844079"/>
                    <a:pt x="2293575" y="860542"/>
                    <a:pt x="2314269" y="890984"/>
                  </a:cubicBezTo>
                  <a:cubicBezTo>
                    <a:pt x="2344486" y="935459"/>
                    <a:pt x="2439890" y="969772"/>
                    <a:pt x="2516553" y="997342"/>
                  </a:cubicBezTo>
                  <a:cubicBezTo>
                    <a:pt x="2601272" y="1027820"/>
                    <a:pt x="2657250" y="1047947"/>
                    <a:pt x="2657250" y="1082502"/>
                  </a:cubicBezTo>
                  <a:cubicBezTo>
                    <a:pt x="2657250" y="1122783"/>
                    <a:pt x="2586321" y="1128463"/>
                    <a:pt x="2450412" y="1135744"/>
                  </a:cubicBezTo>
                  <a:cubicBezTo>
                    <a:pt x="2370113" y="1140047"/>
                    <a:pt x="2279093" y="1144926"/>
                    <a:pt x="2240919" y="1163009"/>
                  </a:cubicBezTo>
                  <a:cubicBezTo>
                    <a:pt x="2219604" y="1173108"/>
                    <a:pt x="2195958" y="1177762"/>
                    <a:pt x="2169827" y="1177762"/>
                  </a:cubicBezTo>
                  <a:close/>
                  <a:moveTo>
                    <a:pt x="1204766" y="707999"/>
                  </a:moveTo>
                  <a:cubicBezTo>
                    <a:pt x="1311871" y="707999"/>
                    <a:pt x="1427716" y="740152"/>
                    <a:pt x="1499464" y="790792"/>
                  </a:cubicBezTo>
                  <a:cubicBezTo>
                    <a:pt x="1524883" y="808741"/>
                    <a:pt x="1545253" y="827643"/>
                    <a:pt x="1566820" y="847662"/>
                  </a:cubicBezTo>
                  <a:cubicBezTo>
                    <a:pt x="1615499" y="892830"/>
                    <a:pt x="1670667" y="944028"/>
                    <a:pt x="1810869" y="1014130"/>
                  </a:cubicBezTo>
                  <a:cubicBezTo>
                    <a:pt x="2008787" y="1113088"/>
                    <a:pt x="2144750" y="1174981"/>
                    <a:pt x="2227903" y="1135591"/>
                  </a:cubicBezTo>
                  <a:cubicBezTo>
                    <a:pt x="2271478" y="1114952"/>
                    <a:pt x="2361606" y="1110118"/>
                    <a:pt x="2448765" y="1105446"/>
                  </a:cubicBezTo>
                  <a:cubicBezTo>
                    <a:pt x="2514590" y="1101927"/>
                    <a:pt x="2613514" y="1096625"/>
                    <a:pt x="2626691" y="1081746"/>
                  </a:cubicBezTo>
                  <a:cubicBezTo>
                    <a:pt x="2621768" y="1067425"/>
                    <a:pt x="2552422" y="1042474"/>
                    <a:pt x="2506264" y="1025876"/>
                  </a:cubicBezTo>
                  <a:cubicBezTo>
                    <a:pt x="2421266" y="995299"/>
                    <a:pt x="2324927" y="960653"/>
                    <a:pt x="2289156" y="908033"/>
                  </a:cubicBezTo>
                  <a:cubicBezTo>
                    <a:pt x="2264790" y="872190"/>
                    <a:pt x="2261045" y="850668"/>
                    <a:pt x="2258030" y="833368"/>
                  </a:cubicBezTo>
                  <a:cubicBezTo>
                    <a:pt x="2254330" y="812161"/>
                    <a:pt x="2251666" y="796850"/>
                    <a:pt x="2201178" y="753932"/>
                  </a:cubicBezTo>
                  <a:cubicBezTo>
                    <a:pt x="2168684" y="726308"/>
                    <a:pt x="2147261" y="701455"/>
                    <a:pt x="2130051" y="681491"/>
                  </a:cubicBezTo>
                  <a:cubicBezTo>
                    <a:pt x="2096540" y="642615"/>
                    <a:pt x="2076314" y="619149"/>
                    <a:pt x="2007392" y="607654"/>
                  </a:cubicBezTo>
                  <a:cubicBezTo>
                    <a:pt x="1968732" y="601209"/>
                    <a:pt x="1913348" y="601065"/>
                    <a:pt x="1854705" y="600903"/>
                  </a:cubicBezTo>
                  <a:cubicBezTo>
                    <a:pt x="1742523" y="600597"/>
                    <a:pt x="1626516" y="600282"/>
                    <a:pt x="1582887" y="556644"/>
                  </a:cubicBezTo>
                  <a:cubicBezTo>
                    <a:pt x="1567387" y="541144"/>
                    <a:pt x="1546648" y="514942"/>
                    <a:pt x="1522642" y="484608"/>
                  </a:cubicBezTo>
                  <a:cubicBezTo>
                    <a:pt x="1450642" y="393651"/>
                    <a:pt x="1341845" y="256194"/>
                    <a:pt x="1245424" y="242899"/>
                  </a:cubicBezTo>
                  <a:cubicBezTo>
                    <a:pt x="1196412" y="236103"/>
                    <a:pt x="1146258" y="243466"/>
                    <a:pt x="1097759" y="250568"/>
                  </a:cubicBezTo>
                  <a:cubicBezTo>
                    <a:pt x="1014300" y="262783"/>
                    <a:pt x="935450" y="274313"/>
                    <a:pt x="880471" y="209640"/>
                  </a:cubicBezTo>
                  <a:cubicBezTo>
                    <a:pt x="864521" y="190881"/>
                    <a:pt x="850092" y="171079"/>
                    <a:pt x="836140" y="151942"/>
                  </a:cubicBezTo>
                  <a:cubicBezTo>
                    <a:pt x="780252" y="75243"/>
                    <a:pt x="731978" y="8986"/>
                    <a:pt x="610093" y="36871"/>
                  </a:cubicBezTo>
                  <a:cubicBezTo>
                    <a:pt x="422194" y="79825"/>
                    <a:pt x="298212" y="91706"/>
                    <a:pt x="219883" y="74307"/>
                  </a:cubicBezTo>
                  <a:lnTo>
                    <a:pt x="219883" y="74307"/>
                  </a:lnTo>
                  <a:cubicBezTo>
                    <a:pt x="124507" y="53118"/>
                    <a:pt x="40913" y="126946"/>
                    <a:pt x="31155" y="163788"/>
                  </a:cubicBezTo>
                  <a:cubicBezTo>
                    <a:pt x="28536" y="173707"/>
                    <a:pt x="32092" y="174805"/>
                    <a:pt x="35863" y="175967"/>
                  </a:cubicBezTo>
                  <a:cubicBezTo>
                    <a:pt x="57448" y="182609"/>
                    <a:pt x="127693" y="191178"/>
                    <a:pt x="202052" y="200243"/>
                  </a:cubicBezTo>
                  <a:cubicBezTo>
                    <a:pt x="422797" y="227165"/>
                    <a:pt x="493204" y="239470"/>
                    <a:pt x="503708" y="263998"/>
                  </a:cubicBezTo>
                  <a:cubicBezTo>
                    <a:pt x="505068" y="267166"/>
                    <a:pt x="506949" y="271802"/>
                    <a:pt x="509289" y="277590"/>
                  </a:cubicBezTo>
                  <a:cubicBezTo>
                    <a:pt x="579030" y="449908"/>
                    <a:pt x="618834" y="469306"/>
                    <a:pt x="636260" y="465616"/>
                  </a:cubicBezTo>
                  <a:cubicBezTo>
                    <a:pt x="696613" y="452690"/>
                    <a:pt x="808912" y="448918"/>
                    <a:pt x="858319" y="481863"/>
                  </a:cubicBezTo>
                  <a:cubicBezTo>
                    <a:pt x="869751" y="489487"/>
                    <a:pt x="888626" y="506922"/>
                    <a:pt x="914739" y="531063"/>
                  </a:cubicBezTo>
                  <a:cubicBezTo>
                    <a:pt x="983057" y="594206"/>
                    <a:pt x="1110028" y="711528"/>
                    <a:pt x="1181299" y="708521"/>
                  </a:cubicBezTo>
                  <a:cubicBezTo>
                    <a:pt x="1189041" y="708170"/>
                    <a:pt x="1196872" y="707999"/>
                    <a:pt x="1204730" y="7079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6"/>
            <p:cNvSpPr/>
            <p:nvPr/>
          </p:nvSpPr>
          <p:spPr>
            <a:xfrm flipH="1">
              <a:off x="8231669" y="-126989"/>
              <a:ext cx="4037104" cy="1931472"/>
            </a:xfrm>
            <a:custGeom>
              <a:avLst/>
              <a:gdLst/>
              <a:ahLst/>
              <a:cxnLst/>
              <a:rect l="l" t="t" r="r" b="b"/>
              <a:pathLst>
                <a:path w="4037104" h="1931472" extrusionOk="0">
                  <a:moveTo>
                    <a:pt x="3078357" y="1931454"/>
                  </a:moveTo>
                  <a:cubicBezTo>
                    <a:pt x="2995664" y="1931454"/>
                    <a:pt x="2914104" y="1911246"/>
                    <a:pt x="2827324" y="1870408"/>
                  </a:cubicBezTo>
                  <a:cubicBezTo>
                    <a:pt x="2724476" y="1822009"/>
                    <a:pt x="2551527" y="1698278"/>
                    <a:pt x="2425250" y="1607934"/>
                  </a:cubicBezTo>
                  <a:cubicBezTo>
                    <a:pt x="2400397" y="1590156"/>
                    <a:pt x="2377390" y="1573693"/>
                    <a:pt x="2357138" y="1559399"/>
                  </a:cubicBezTo>
                  <a:cubicBezTo>
                    <a:pt x="2234506" y="1472835"/>
                    <a:pt x="1906017" y="1378304"/>
                    <a:pt x="1715128" y="1335882"/>
                  </a:cubicBezTo>
                  <a:cubicBezTo>
                    <a:pt x="1653326" y="1322146"/>
                    <a:pt x="1590102" y="1307141"/>
                    <a:pt x="1528957" y="1292631"/>
                  </a:cubicBezTo>
                  <a:cubicBezTo>
                    <a:pt x="1398179" y="1261586"/>
                    <a:pt x="1285232" y="1234790"/>
                    <a:pt x="1246104" y="1234790"/>
                  </a:cubicBezTo>
                  <a:cubicBezTo>
                    <a:pt x="1188856" y="1234790"/>
                    <a:pt x="1093039" y="1234790"/>
                    <a:pt x="1055981" y="1197732"/>
                  </a:cubicBezTo>
                  <a:cubicBezTo>
                    <a:pt x="1040994" y="1182745"/>
                    <a:pt x="1034963" y="1157757"/>
                    <a:pt x="1027996" y="1128828"/>
                  </a:cubicBezTo>
                  <a:cubicBezTo>
                    <a:pt x="1017429" y="1084965"/>
                    <a:pt x="1004269" y="1030391"/>
                    <a:pt x="954817" y="980938"/>
                  </a:cubicBezTo>
                  <a:cubicBezTo>
                    <a:pt x="873590" y="899712"/>
                    <a:pt x="617956" y="830114"/>
                    <a:pt x="465656" y="830114"/>
                  </a:cubicBezTo>
                  <a:cubicBezTo>
                    <a:pt x="313356" y="830114"/>
                    <a:pt x="6488" y="851573"/>
                    <a:pt x="3383" y="851789"/>
                  </a:cubicBezTo>
                  <a:cubicBezTo>
                    <a:pt x="1411" y="851879"/>
                    <a:pt x="133" y="850601"/>
                    <a:pt x="7" y="848855"/>
                  </a:cubicBezTo>
                  <a:cubicBezTo>
                    <a:pt x="-110" y="847118"/>
                    <a:pt x="1195" y="845606"/>
                    <a:pt x="2942" y="845480"/>
                  </a:cubicBezTo>
                  <a:cubicBezTo>
                    <a:pt x="6056" y="845264"/>
                    <a:pt x="315535" y="823796"/>
                    <a:pt x="465656" y="823796"/>
                  </a:cubicBezTo>
                  <a:cubicBezTo>
                    <a:pt x="615778" y="823796"/>
                    <a:pt x="877055" y="894248"/>
                    <a:pt x="959281" y="976474"/>
                  </a:cubicBezTo>
                  <a:cubicBezTo>
                    <a:pt x="1009994" y="1027186"/>
                    <a:pt x="1023379" y="1082724"/>
                    <a:pt x="1034135" y="1127352"/>
                  </a:cubicBezTo>
                  <a:cubicBezTo>
                    <a:pt x="1040886" y="1155354"/>
                    <a:pt x="1046710" y="1179540"/>
                    <a:pt x="1060446" y="1193267"/>
                  </a:cubicBezTo>
                  <a:cubicBezTo>
                    <a:pt x="1095649" y="1228471"/>
                    <a:pt x="1189829" y="1228471"/>
                    <a:pt x="1246095" y="1228471"/>
                  </a:cubicBezTo>
                  <a:cubicBezTo>
                    <a:pt x="1285970" y="1228471"/>
                    <a:pt x="1399250" y="1255357"/>
                    <a:pt x="1530415" y="1286483"/>
                  </a:cubicBezTo>
                  <a:cubicBezTo>
                    <a:pt x="1591533" y="1300993"/>
                    <a:pt x="1654740" y="1315989"/>
                    <a:pt x="1716497" y="1329716"/>
                  </a:cubicBezTo>
                  <a:cubicBezTo>
                    <a:pt x="1907880" y="1372247"/>
                    <a:pt x="2237395" y="1467137"/>
                    <a:pt x="2360774" y="1554242"/>
                  </a:cubicBezTo>
                  <a:cubicBezTo>
                    <a:pt x="2381045" y="1568544"/>
                    <a:pt x="2404061" y="1585008"/>
                    <a:pt x="2428922" y="1602794"/>
                  </a:cubicBezTo>
                  <a:cubicBezTo>
                    <a:pt x="2555011" y="1693004"/>
                    <a:pt x="2727690" y="1816536"/>
                    <a:pt x="2830015" y="1864692"/>
                  </a:cubicBezTo>
                  <a:cubicBezTo>
                    <a:pt x="2978417" y="1934505"/>
                    <a:pt x="3111419" y="1943399"/>
                    <a:pt x="3261252" y="1893451"/>
                  </a:cubicBezTo>
                  <a:cubicBezTo>
                    <a:pt x="3343847" y="1865925"/>
                    <a:pt x="3406063" y="1833413"/>
                    <a:pt x="3460953" y="1804735"/>
                  </a:cubicBezTo>
                  <a:cubicBezTo>
                    <a:pt x="3519325" y="1774240"/>
                    <a:pt x="3569750" y="1747902"/>
                    <a:pt x="3623145" y="1740719"/>
                  </a:cubicBezTo>
                  <a:cubicBezTo>
                    <a:pt x="3650301" y="1737065"/>
                    <a:pt x="3689402" y="1735462"/>
                    <a:pt x="3734697" y="1733608"/>
                  </a:cubicBezTo>
                  <a:cubicBezTo>
                    <a:pt x="3850866" y="1728846"/>
                    <a:pt x="4009971" y="1722339"/>
                    <a:pt x="4025210" y="1671527"/>
                  </a:cubicBezTo>
                  <a:cubicBezTo>
                    <a:pt x="4036371" y="1634325"/>
                    <a:pt x="4030593" y="1593253"/>
                    <a:pt x="4009764" y="1561650"/>
                  </a:cubicBezTo>
                  <a:cubicBezTo>
                    <a:pt x="3994309" y="1538192"/>
                    <a:pt x="3963588" y="1508831"/>
                    <a:pt x="3905026" y="1502143"/>
                  </a:cubicBezTo>
                  <a:cubicBezTo>
                    <a:pt x="3722185" y="1481251"/>
                    <a:pt x="3502466" y="1404786"/>
                    <a:pt x="3404812" y="1328060"/>
                  </a:cubicBezTo>
                  <a:cubicBezTo>
                    <a:pt x="3373992" y="1303847"/>
                    <a:pt x="3344342" y="1283540"/>
                    <a:pt x="3318176" y="1265628"/>
                  </a:cubicBezTo>
                  <a:cubicBezTo>
                    <a:pt x="3257526" y="1224105"/>
                    <a:pt x="3213717" y="1194104"/>
                    <a:pt x="3208524" y="1152528"/>
                  </a:cubicBezTo>
                  <a:cubicBezTo>
                    <a:pt x="3204284" y="1118638"/>
                    <a:pt x="3168369" y="1067827"/>
                    <a:pt x="3133634" y="1018689"/>
                  </a:cubicBezTo>
                  <a:cubicBezTo>
                    <a:pt x="3110258" y="985619"/>
                    <a:pt x="3086080" y="951432"/>
                    <a:pt x="3071526" y="922314"/>
                  </a:cubicBezTo>
                  <a:cubicBezTo>
                    <a:pt x="3034729" y="848711"/>
                    <a:pt x="3028005" y="684061"/>
                    <a:pt x="3071777" y="622772"/>
                  </a:cubicBezTo>
                  <a:cubicBezTo>
                    <a:pt x="3125353" y="547783"/>
                    <a:pt x="3225878" y="539214"/>
                    <a:pt x="3314575" y="531662"/>
                  </a:cubicBezTo>
                  <a:cubicBezTo>
                    <a:pt x="3347673" y="528845"/>
                    <a:pt x="3378934" y="526181"/>
                    <a:pt x="3406100" y="520357"/>
                  </a:cubicBezTo>
                  <a:cubicBezTo>
                    <a:pt x="3442284" y="512607"/>
                    <a:pt x="3485571" y="507674"/>
                    <a:pt x="3531414" y="502462"/>
                  </a:cubicBezTo>
                  <a:cubicBezTo>
                    <a:pt x="3614360" y="493011"/>
                    <a:pt x="3700123" y="483254"/>
                    <a:pt x="3757037" y="455575"/>
                  </a:cubicBezTo>
                  <a:cubicBezTo>
                    <a:pt x="3782097" y="443388"/>
                    <a:pt x="3807714" y="432505"/>
                    <a:pt x="3832485" y="421983"/>
                  </a:cubicBezTo>
                  <a:cubicBezTo>
                    <a:pt x="3893172" y="396204"/>
                    <a:pt x="3945576" y="373944"/>
                    <a:pt x="3945576" y="350027"/>
                  </a:cubicBezTo>
                  <a:cubicBezTo>
                    <a:pt x="3945576" y="335554"/>
                    <a:pt x="3921723" y="320918"/>
                    <a:pt x="3896475" y="305427"/>
                  </a:cubicBezTo>
                  <a:cubicBezTo>
                    <a:pt x="3863603" y="285255"/>
                    <a:pt x="3826347" y="262401"/>
                    <a:pt x="3826347" y="230789"/>
                  </a:cubicBezTo>
                  <a:cubicBezTo>
                    <a:pt x="3826347" y="176674"/>
                    <a:pt x="3885439" y="9207"/>
                    <a:pt x="3887951" y="2105"/>
                  </a:cubicBezTo>
                  <a:cubicBezTo>
                    <a:pt x="3888545" y="467"/>
                    <a:pt x="3890336" y="-398"/>
                    <a:pt x="3891983" y="179"/>
                  </a:cubicBezTo>
                  <a:cubicBezTo>
                    <a:pt x="3893622" y="764"/>
                    <a:pt x="3894486" y="2564"/>
                    <a:pt x="3893909" y="4211"/>
                  </a:cubicBezTo>
                  <a:cubicBezTo>
                    <a:pt x="3893288" y="5939"/>
                    <a:pt x="3832665" y="177745"/>
                    <a:pt x="3832665" y="230789"/>
                  </a:cubicBezTo>
                  <a:cubicBezTo>
                    <a:pt x="3832665" y="258864"/>
                    <a:pt x="3868319" y="280736"/>
                    <a:pt x="3899778" y="300035"/>
                  </a:cubicBezTo>
                  <a:cubicBezTo>
                    <a:pt x="3927745" y="317191"/>
                    <a:pt x="3951904" y="332016"/>
                    <a:pt x="3951904" y="350018"/>
                  </a:cubicBezTo>
                  <a:cubicBezTo>
                    <a:pt x="3951904" y="378120"/>
                    <a:pt x="3900300" y="400038"/>
                    <a:pt x="3834961" y="427798"/>
                  </a:cubicBezTo>
                  <a:cubicBezTo>
                    <a:pt x="3810261" y="438293"/>
                    <a:pt x="3784716" y="449139"/>
                    <a:pt x="3759810" y="461255"/>
                  </a:cubicBezTo>
                  <a:cubicBezTo>
                    <a:pt x="3701923" y="489411"/>
                    <a:pt x="3615602" y="499240"/>
                    <a:pt x="3532134" y="508745"/>
                  </a:cubicBezTo>
                  <a:cubicBezTo>
                    <a:pt x="3486462" y="513948"/>
                    <a:pt x="3443310" y="518863"/>
                    <a:pt x="3407432" y="526550"/>
                  </a:cubicBezTo>
                  <a:cubicBezTo>
                    <a:pt x="3379879" y="532454"/>
                    <a:pt x="3348420" y="535137"/>
                    <a:pt x="3315125" y="537972"/>
                  </a:cubicBezTo>
                  <a:cubicBezTo>
                    <a:pt x="3227795" y="545407"/>
                    <a:pt x="3128809" y="553841"/>
                    <a:pt x="3076935" y="626463"/>
                  </a:cubicBezTo>
                  <a:cubicBezTo>
                    <a:pt x="3034261" y="686213"/>
                    <a:pt x="3041102" y="847325"/>
                    <a:pt x="3077187" y="919496"/>
                  </a:cubicBezTo>
                  <a:cubicBezTo>
                    <a:pt x="3091535" y="948183"/>
                    <a:pt x="3115559" y="982180"/>
                    <a:pt x="3138800" y="1015053"/>
                  </a:cubicBezTo>
                  <a:cubicBezTo>
                    <a:pt x="3173986" y="1064820"/>
                    <a:pt x="3210360" y="1116289"/>
                    <a:pt x="3214797" y="1151754"/>
                  </a:cubicBezTo>
                  <a:cubicBezTo>
                    <a:pt x="3219640" y="1190495"/>
                    <a:pt x="3262468" y="1219830"/>
                    <a:pt x="3321749" y="1260416"/>
                  </a:cubicBezTo>
                  <a:cubicBezTo>
                    <a:pt x="3347988" y="1278391"/>
                    <a:pt x="3377737" y="1298752"/>
                    <a:pt x="3408719" y="1323091"/>
                  </a:cubicBezTo>
                  <a:cubicBezTo>
                    <a:pt x="3505589" y="1399205"/>
                    <a:pt x="3723904" y="1475094"/>
                    <a:pt x="3905746" y="1495869"/>
                  </a:cubicBezTo>
                  <a:cubicBezTo>
                    <a:pt x="3966729" y="1502836"/>
                    <a:pt x="3998836" y="1533602"/>
                    <a:pt x="4015038" y="1558184"/>
                  </a:cubicBezTo>
                  <a:cubicBezTo>
                    <a:pt x="4036884" y="1591326"/>
                    <a:pt x="4042951" y="1634379"/>
                    <a:pt x="4031258" y="1673354"/>
                  </a:cubicBezTo>
                  <a:cubicBezTo>
                    <a:pt x="4014724" y="1728486"/>
                    <a:pt x="3859597" y="1734832"/>
                    <a:pt x="3734958" y="1739936"/>
                  </a:cubicBezTo>
                  <a:cubicBezTo>
                    <a:pt x="3689826" y="1741781"/>
                    <a:pt x="3650851" y="1743383"/>
                    <a:pt x="3623982" y="1746993"/>
                  </a:cubicBezTo>
                  <a:cubicBezTo>
                    <a:pt x="3571676" y="1754032"/>
                    <a:pt x="3524105" y="1778884"/>
                    <a:pt x="3463869" y="1810352"/>
                  </a:cubicBezTo>
                  <a:cubicBezTo>
                    <a:pt x="3408764" y="1839147"/>
                    <a:pt x="3346305" y="1871776"/>
                    <a:pt x="3263242" y="1899464"/>
                  </a:cubicBezTo>
                  <a:cubicBezTo>
                    <a:pt x="3199405" y="1920743"/>
                    <a:pt x="3138575" y="1931463"/>
                    <a:pt x="3078357" y="1931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6"/>
            <p:cNvSpPr/>
            <p:nvPr/>
          </p:nvSpPr>
          <p:spPr>
            <a:xfrm flipH="1">
              <a:off x="8318649" y="-77785"/>
              <a:ext cx="3950138" cy="1768799"/>
            </a:xfrm>
            <a:custGeom>
              <a:avLst/>
              <a:gdLst/>
              <a:ahLst/>
              <a:cxnLst/>
              <a:rect l="l" t="t" r="r" b="b"/>
              <a:pathLst>
                <a:path w="3950138" h="1768799" extrusionOk="0">
                  <a:moveTo>
                    <a:pt x="3069892" y="1768799"/>
                  </a:moveTo>
                  <a:cubicBezTo>
                    <a:pt x="3022518" y="1768799"/>
                    <a:pt x="2965964" y="1746179"/>
                    <a:pt x="2881425" y="1712362"/>
                  </a:cubicBezTo>
                  <a:cubicBezTo>
                    <a:pt x="2780045" y="1671820"/>
                    <a:pt x="2508488" y="1501590"/>
                    <a:pt x="2346242" y="1399877"/>
                  </a:cubicBezTo>
                  <a:cubicBezTo>
                    <a:pt x="2306268" y="1374817"/>
                    <a:pt x="2271739" y="1353170"/>
                    <a:pt x="2249002" y="1339281"/>
                  </a:cubicBezTo>
                  <a:cubicBezTo>
                    <a:pt x="2180836" y="1297623"/>
                    <a:pt x="2083668" y="1285526"/>
                    <a:pt x="2005583" y="1275804"/>
                  </a:cubicBezTo>
                  <a:cubicBezTo>
                    <a:pt x="1953331" y="1269297"/>
                    <a:pt x="1908199" y="1263680"/>
                    <a:pt x="1882708" y="1250934"/>
                  </a:cubicBezTo>
                  <a:cubicBezTo>
                    <a:pt x="1864543" y="1241852"/>
                    <a:pt x="1837153" y="1230240"/>
                    <a:pt x="1805442" y="1216793"/>
                  </a:cubicBezTo>
                  <a:cubicBezTo>
                    <a:pt x="1726204" y="1183200"/>
                    <a:pt x="1627578" y="1141381"/>
                    <a:pt x="1591196" y="1104989"/>
                  </a:cubicBezTo>
                  <a:cubicBezTo>
                    <a:pt x="1533975" y="1047778"/>
                    <a:pt x="1446241" y="1068786"/>
                    <a:pt x="1411163" y="1080479"/>
                  </a:cubicBezTo>
                  <a:cubicBezTo>
                    <a:pt x="1356967" y="1098535"/>
                    <a:pt x="1145034" y="1088544"/>
                    <a:pt x="1117238" y="1060757"/>
                  </a:cubicBezTo>
                  <a:cubicBezTo>
                    <a:pt x="1106806" y="1050325"/>
                    <a:pt x="1100820" y="1024482"/>
                    <a:pt x="1093250" y="991772"/>
                  </a:cubicBezTo>
                  <a:cubicBezTo>
                    <a:pt x="1081486" y="940933"/>
                    <a:pt x="1066841" y="877655"/>
                    <a:pt x="1028766" y="839580"/>
                  </a:cubicBezTo>
                  <a:cubicBezTo>
                    <a:pt x="965343" y="776149"/>
                    <a:pt x="498614" y="651320"/>
                    <a:pt x="330112" y="682465"/>
                  </a:cubicBezTo>
                  <a:cubicBezTo>
                    <a:pt x="161223" y="713744"/>
                    <a:pt x="4854" y="720369"/>
                    <a:pt x="3288" y="720441"/>
                  </a:cubicBezTo>
                  <a:cubicBezTo>
                    <a:pt x="1632" y="720441"/>
                    <a:pt x="75" y="719153"/>
                    <a:pt x="3" y="717407"/>
                  </a:cubicBezTo>
                  <a:cubicBezTo>
                    <a:pt x="-69" y="715661"/>
                    <a:pt x="1290" y="714194"/>
                    <a:pt x="3036" y="714122"/>
                  </a:cubicBezTo>
                  <a:cubicBezTo>
                    <a:pt x="4593" y="714059"/>
                    <a:pt x="160539" y="707452"/>
                    <a:pt x="328969" y="676263"/>
                  </a:cubicBezTo>
                  <a:cubicBezTo>
                    <a:pt x="498614" y="644831"/>
                    <a:pt x="969187" y="771072"/>
                    <a:pt x="1033230" y="835116"/>
                  </a:cubicBezTo>
                  <a:cubicBezTo>
                    <a:pt x="1072575" y="874460"/>
                    <a:pt x="1087454" y="938719"/>
                    <a:pt x="1099407" y="990350"/>
                  </a:cubicBezTo>
                  <a:cubicBezTo>
                    <a:pt x="1106464" y="1020828"/>
                    <a:pt x="1112549" y="1047147"/>
                    <a:pt x="1121703" y="1056293"/>
                  </a:cubicBezTo>
                  <a:cubicBezTo>
                    <a:pt x="1145664" y="1080263"/>
                    <a:pt x="1352538" y="1093342"/>
                    <a:pt x="1409165" y="1074484"/>
                  </a:cubicBezTo>
                  <a:cubicBezTo>
                    <a:pt x="1445358" y="1062431"/>
                    <a:pt x="1535964" y="1040829"/>
                    <a:pt x="1595660" y="1100524"/>
                  </a:cubicBezTo>
                  <a:cubicBezTo>
                    <a:pt x="1631179" y="1136043"/>
                    <a:pt x="1729175" y="1177593"/>
                    <a:pt x="1807908" y="1210969"/>
                  </a:cubicBezTo>
                  <a:cubicBezTo>
                    <a:pt x="1839718" y="1224462"/>
                    <a:pt x="1867190" y="1236109"/>
                    <a:pt x="1885534" y="1245272"/>
                  </a:cubicBezTo>
                  <a:cubicBezTo>
                    <a:pt x="1910053" y="1257532"/>
                    <a:pt x="1954681" y="1263086"/>
                    <a:pt x="2006366" y="1269522"/>
                  </a:cubicBezTo>
                  <a:cubicBezTo>
                    <a:pt x="2085054" y="1279315"/>
                    <a:pt x="2182978" y="1291502"/>
                    <a:pt x="2252296" y="1333871"/>
                  </a:cubicBezTo>
                  <a:cubicBezTo>
                    <a:pt x="2275060" y="1347778"/>
                    <a:pt x="2309607" y="1369435"/>
                    <a:pt x="2349590" y="1394503"/>
                  </a:cubicBezTo>
                  <a:cubicBezTo>
                    <a:pt x="2511666" y="1496099"/>
                    <a:pt x="2782916" y="1666141"/>
                    <a:pt x="2883765" y="1706484"/>
                  </a:cubicBezTo>
                  <a:cubicBezTo>
                    <a:pt x="3009017" y="1756584"/>
                    <a:pt x="3071899" y="1781752"/>
                    <a:pt x="3133746" y="1744622"/>
                  </a:cubicBezTo>
                  <a:cubicBezTo>
                    <a:pt x="3198735" y="1705629"/>
                    <a:pt x="3332564" y="1668121"/>
                    <a:pt x="3419300" y="1655726"/>
                  </a:cubicBezTo>
                  <a:cubicBezTo>
                    <a:pt x="3442964" y="1652342"/>
                    <a:pt x="3470885" y="1647121"/>
                    <a:pt x="3500445" y="1641586"/>
                  </a:cubicBezTo>
                  <a:cubicBezTo>
                    <a:pt x="3583310" y="1626067"/>
                    <a:pt x="3677228" y="1608497"/>
                    <a:pt x="3742478" y="1617804"/>
                  </a:cubicBezTo>
                  <a:cubicBezTo>
                    <a:pt x="3802363" y="1626364"/>
                    <a:pt x="3886353" y="1634358"/>
                    <a:pt x="3924005" y="1605086"/>
                  </a:cubicBezTo>
                  <a:cubicBezTo>
                    <a:pt x="3935553" y="1596120"/>
                    <a:pt x="3941953" y="1584455"/>
                    <a:pt x="3943574" y="1569441"/>
                  </a:cubicBezTo>
                  <a:cubicBezTo>
                    <a:pt x="3944824" y="1557865"/>
                    <a:pt x="3941710" y="1548090"/>
                    <a:pt x="3934041" y="1539557"/>
                  </a:cubicBezTo>
                  <a:cubicBezTo>
                    <a:pt x="3901835" y="1503678"/>
                    <a:pt x="3798430" y="1498737"/>
                    <a:pt x="3691468" y="1498737"/>
                  </a:cubicBezTo>
                  <a:cubicBezTo>
                    <a:pt x="3593653" y="1498737"/>
                    <a:pt x="3495018" y="1441372"/>
                    <a:pt x="3436087" y="1407096"/>
                  </a:cubicBezTo>
                  <a:cubicBezTo>
                    <a:pt x="3417787" y="1396456"/>
                    <a:pt x="3403332" y="1388049"/>
                    <a:pt x="3393205" y="1383711"/>
                  </a:cubicBezTo>
                  <a:cubicBezTo>
                    <a:pt x="3387147" y="1381109"/>
                    <a:pt x="3380253" y="1378274"/>
                    <a:pt x="3372818" y="1375222"/>
                  </a:cubicBezTo>
                  <a:cubicBezTo>
                    <a:pt x="3323869" y="1355096"/>
                    <a:pt x="3256837" y="1327516"/>
                    <a:pt x="3239951" y="1293753"/>
                  </a:cubicBezTo>
                  <a:cubicBezTo>
                    <a:pt x="3237431" y="1288721"/>
                    <a:pt x="3234640" y="1282744"/>
                    <a:pt x="3231535" y="1276092"/>
                  </a:cubicBezTo>
                  <a:cubicBezTo>
                    <a:pt x="3211489" y="1233220"/>
                    <a:pt x="3177933" y="1161462"/>
                    <a:pt x="3121460" y="1137258"/>
                  </a:cubicBezTo>
                  <a:cubicBezTo>
                    <a:pt x="3057524" y="1109859"/>
                    <a:pt x="3025660" y="1082045"/>
                    <a:pt x="3005866" y="989666"/>
                  </a:cubicBezTo>
                  <a:cubicBezTo>
                    <a:pt x="2995929" y="943283"/>
                    <a:pt x="2989565" y="901103"/>
                    <a:pt x="2982832" y="856457"/>
                  </a:cubicBezTo>
                  <a:cubicBezTo>
                    <a:pt x="2976838" y="816726"/>
                    <a:pt x="2970645" y="775654"/>
                    <a:pt x="2961626" y="730522"/>
                  </a:cubicBezTo>
                  <a:cubicBezTo>
                    <a:pt x="2942336" y="634092"/>
                    <a:pt x="2933740" y="566835"/>
                    <a:pt x="2987765" y="512810"/>
                  </a:cubicBezTo>
                  <a:cubicBezTo>
                    <a:pt x="3057380" y="443195"/>
                    <a:pt x="3122342" y="410773"/>
                    <a:pt x="3192218" y="410773"/>
                  </a:cubicBezTo>
                  <a:cubicBezTo>
                    <a:pt x="3230995" y="410773"/>
                    <a:pt x="3282464" y="405120"/>
                    <a:pt x="3336957" y="399134"/>
                  </a:cubicBezTo>
                  <a:cubicBezTo>
                    <a:pt x="3398012" y="392428"/>
                    <a:pt x="3461155" y="385498"/>
                    <a:pt x="3514505" y="385498"/>
                  </a:cubicBezTo>
                  <a:cubicBezTo>
                    <a:pt x="3604499" y="385498"/>
                    <a:pt x="3786404" y="344254"/>
                    <a:pt x="3798384" y="315342"/>
                  </a:cubicBezTo>
                  <a:cubicBezTo>
                    <a:pt x="3799041" y="313740"/>
                    <a:pt x="3799455" y="311544"/>
                    <a:pt x="3796647" y="308735"/>
                  </a:cubicBezTo>
                  <a:cubicBezTo>
                    <a:pt x="3789140" y="301229"/>
                    <a:pt x="3779851" y="293748"/>
                    <a:pt x="3770022" y="285827"/>
                  </a:cubicBezTo>
                  <a:cubicBezTo>
                    <a:pt x="3738878" y="260741"/>
                    <a:pt x="3703584" y="232306"/>
                    <a:pt x="3713666" y="191990"/>
                  </a:cubicBezTo>
                  <a:cubicBezTo>
                    <a:pt x="3726141" y="142070"/>
                    <a:pt x="3755026" y="3919"/>
                    <a:pt x="3755314" y="2524"/>
                  </a:cubicBezTo>
                  <a:cubicBezTo>
                    <a:pt x="3755674" y="823"/>
                    <a:pt x="3757321" y="-311"/>
                    <a:pt x="3759049" y="76"/>
                  </a:cubicBezTo>
                  <a:cubicBezTo>
                    <a:pt x="3760750" y="436"/>
                    <a:pt x="3761849" y="2110"/>
                    <a:pt x="3761497" y="3811"/>
                  </a:cubicBezTo>
                  <a:cubicBezTo>
                    <a:pt x="3761210" y="5198"/>
                    <a:pt x="3732307" y="143474"/>
                    <a:pt x="3719795" y="193511"/>
                  </a:cubicBezTo>
                  <a:cubicBezTo>
                    <a:pt x="3710695" y="229912"/>
                    <a:pt x="3742874" y="255827"/>
                    <a:pt x="3773982" y="280895"/>
                  </a:cubicBezTo>
                  <a:cubicBezTo>
                    <a:pt x="3783946" y="288933"/>
                    <a:pt x="3793371" y="296512"/>
                    <a:pt x="3801112" y="304262"/>
                  </a:cubicBezTo>
                  <a:cubicBezTo>
                    <a:pt x="3806188" y="309339"/>
                    <a:pt x="3805603" y="314397"/>
                    <a:pt x="3804217" y="317755"/>
                  </a:cubicBezTo>
                  <a:cubicBezTo>
                    <a:pt x="3790094" y="351833"/>
                    <a:pt x="3602321" y="391807"/>
                    <a:pt x="3514505" y="391807"/>
                  </a:cubicBezTo>
                  <a:cubicBezTo>
                    <a:pt x="3461497" y="391807"/>
                    <a:pt x="3398534" y="398720"/>
                    <a:pt x="3337641" y="405408"/>
                  </a:cubicBezTo>
                  <a:cubicBezTo>
                    <a:pt x="3282968" y="411412"/>
                    <a:pt x="3231337" y="417083"/>
                    <a:pt x="3192218" y="417083"/>
                  </a:cubicBezTo>
                  <a:cubicBezTo>
                    <a:pt x="3124133" y="417083"/>
                    <a:pt x="3060585" y="448920"/>
                    <a:pt x="2992230" y="517266"/>
                  </a:cubicBezTo>
                  <a:cubicBezTo>
                    <a:pt x="2940302" y="569194"/>
                    <a:pt x="2948367" y="632004"/>
                    <a:pt x="2967818" y="729280"/>
                  </a:cubicBezTo>
                  <a:cubicBezTo>
                    <a:pt x="2976874" y="774547"/>
                    <a:pt x="2983084" y="815700"/>
                    <a:pt x="2989079" y="855503"/>
                  </a:cubicBezTo>
                  <a:cubicBezTo>
                    <a:pt x="2995803" y="900050"/>
                    <a:pt x="3002149" y="942140"/>
                    <a:pt x="3012050" y="988334"/>
                  </a:cubicBezTo>
                  <a:cubicBezTo>
                    <a:pt x="3031376" y="1078544"/>
                    <a:pt x="3060873" y="1104404"/>
                    <a:pt x="3123953" y="1131434"/>
                  </a:cubicBezTo>
                  <a:cubicBezTo>
                    <a:pt x="3182641" y="1156593"/>
                    <a:pt x="3216827" y="1229709"/>
                    <a:pt x="3237251" y="1273410"/>
                  </a:cubicBezTo>
                  <a:cubicBezTo>
                    <a:pt x="3240338" y="1279999"/>
                    <a:pt x="3243111" y="1285922"/>
                    <a:pt x="3245604" y="1290917"/>
                  </a:cubicBezTo>
                  <a:cubicBezTo>
                    <a:pt x="3261428" y="1322575"/>
                    <a:pt x="3329900" y="1350739"/>
                    <a:pt x="3375212" y="1369372"/>
                  </a:cubicBezTo>
                  <a:cubicBezTo>
                    <a:pt x="3382683" y="1372441"/>
                    <a:pt x="3389596" y="1375295"/>
                    <a:pt x="3395690" y="1377896"/>
                  </a:cubicBezTo>
                  <a:cubicBezTo>
                    <a:pt x="3406158" y="1382387"/>
                    <a:pt x="3420767" y="1390885"/>
                    <a:pt x="3439255" y="1401632"/>
                  </a:cubicBezTo>
                  <a:cubicBezTo>
                    <a:pt x="3497637" y="1435584"/>
                    <a:pt x="3595345" y="1492418"/>
                    <a:pt x="3691459" y="1492418"/>
                  </a:cubicBezTo>
                  <a:cubicBezTo>
                    <a:pt x="3799879" y="1492418"/>
                    <a:pt x="3904869" y="1497612"/>
                    <a:pt x="3938731" y="1535335"/>
                  </a:cubicBezTo>
                  <a:cubicBezTo>
                    <a:pt x="3947534" y="1545138"/>
                    <a:pt x="3951279" y="1556848"/>
                    <a:pt x="3949838" y="1570125"/>
                  </a:cubicBezTo>
                  <a:cubicBezTo>
                    <a:pt x="3948047" y="1586705"/>
                    <a:pt x="3940657" y="1600153"/>
                    <a:pt x="3927866" y="1610081"/>
                  </a:cubicBezTo>
                  <a:cubicBezTo>
                    <a:pt x="3888324" y="1640820"/>
                    <a:pt x="3802597" y="1632800"/>
                    <a:pt x="3741569" y="1624069"/>
                  </a:cubicBezTo>
                  <a:cubicBezTo>
                    <a:pt x="3677346" y="1614915"/>
                    <a:pt x="3583976" y="1632377"/>
                    <a:pt x="3501588" y="1647796"/>
                  </a:cubicBezTo>
                  <a:cubicBezTo>
                    <a:pt x="3471957" y="1653341"/>
                    <a:pt x="3443972" y="1658580"/>
                    <a:pt x="3420173" y="1661982"/>
                  </a:cubicBezTo>
                  <a:cubicBezTo>
                    <a:pt x="3334049" y="1674278"/>
                    <a:pt x="3201291" y="1711444"/>
                    <a:pt x="3136978" y="1750032"/>
                  </a:cubicBezTo>
                  <a:cubicBezTo>
                    <a:pt x="3115339" y="1763020"/>
                    <a:pt x="3093772" y="1768772"/>
                    <a:pt x="3069874" y="17687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6"/>
            <p:cNvSpPr/>
            <p:nvPr/>
          </p:nvSpPr>
          <p:spPr>
            <a:xfrm>
              <a:off x="8423997" y="3810596"/>
              <a:ext cx="1633811" cy="1125097"/>
            </a:xfrm>
            <a:custGeom>
              <a:avLst/>
              <a:gdLst/>
              <a:ahLst/>
              <a:cxnLst/>
              <a:rect l="l" t="t" r="r" b="b"/>
              <a:pathLst>
                <a:path w="1291550" h="889405" extrusionOk="0">
                  <a:moveTo>
                    <a:pt x="124989" y="889405"/>
                  </a:moveTo>
                  <a:cubicBezTo>
                    <a:pt x="96546" y="889405"/>
                    <a:pt x="82792" y="874041"/>
                    <a:pt x="76275" y="861151"/>
                  </a:cubicBezTo>
                  <a:cubicBezTo>
                    <a:pt x="46706" y="802742"/>
                    <a:pt x="106087" y="661307"/>
                    <a:pt x="161669" y="585607"/>
                  </a:cubicBezTo>
                  <a:cubicBezTo>
                    <a:pt x="191265" y="545317"/>
                    <a:pt x="202363" y="501941"/>
                    <a:pt x="193776" y="460166"/>
                  </a:cubicBezTo>
                  <a:cubicBezTo>
                    <a:pt x="185315" y="419022"/>
                    <a:pt x="158159" y="383125"/>
                    <a:pt x="117311" y="359092"/>
                  </a:cubicBezTo>
                  <a:cubicBezTo>
                    <a:pt x="52530" y="320981"/>
                    <a:pt x="-15726" y="201886"/>
                    <a:pt x="3212" y="132307"/>
                  </a:cubicBezTo>
                  <a:cubicBezTo>
                    <a:pt x="11997" y="100047"/>
                    <a:pt x="37885" y="82279"/>
                    <a:pt x="76095" y="82279"/>
                  </a:cubicBezTo>
                  <a:cubicBezTo>
                    <a:pt x="128941" y="82279"/>
                    <a:pt x="215082" y="64681"/>
                    <a:pt x="314824" y="44312"/>
                  </a:cubicBezTo>
                  <a:cubicBezTo>
                    <a:pt x="376635" y="31692"/>
                    <a:pt x="446692" y="17380"/>
                    <a:pt x="517990" y="5453"/>
                  </a:cubicBezTo>
                  <a:cubicBezTo>
                    <a:pt x="712820" y="-27140"/>
                    <a:pt x="827514" y="94295"/>
                    <a:pt x="889109" y="159536"/>
                  </a:cubicBezTo>
                  <a:cubicBezTo>
                    <a:pt x="908497" y="180058"/>
                    <a:pt x="928480" y="207647"/>
                    <a:pt x="949642" y="236856"/>
                  </a:cubicBezTo>
                  <a:cubicBezTo>
                    <a:pt x="999436" y="305580"/>
                    <a:pt x="1055883" y="383467"/>
                    <a:pt x="1126794" y="403954"/>
                  </a:cubicBezTo>
                  <a:cubicBezTo>
                    <a:pt x="1204987" y="426538"/>
                    <a:pt x="1272883" y="483722"/>
                    <a:pt x="1288221" y="539917"/>
                  </a:cubicBezTo>
                  <a:cubicBezTo>
                    <a:pt x="1296079" y="568702"/>
                    <a:pt x="1289967" y="594797"/>
                    <a:pt x="1270543" y="615365"/>
                  </a:cubicBezTo>
                  <a:cubicBezTo>
                    <a:pt x="1211324" y="678076"/>
                    <a:pt x="1014621" y="744406"/>
                    <a:pt x="887875" y="744406"/>
                  </a:cubicBezTo>
                  <a:cubicBezTo>
                    <a:pt x="831780" y="744406"/>
                    <a:pt x="781788" y="734693"/>
                    <a:pt x="733451" y="725296"/>
                  </a:cubicBezTo>
                  <a:cubicBezTo>
                    <a:pt x="671181" y="713198"/>
                    <a:pt x="612376" y="701785"/>
                    <a:pt x="548198" y="713100"/>
                  </a:cubicBezTo>
                  <a:cubicBezTo>
                    <a:pt x="493660" y="722731"/>
                    <a:pt x="414926" y="763794"/>
                    <a:pt x="338785" y="803516"/>
                  </a:cubicBezTo>
                  <a:cubicBezTo>
                    <a:pt x="254102" y="847685"/>
                    <a:pt x="174118" y="889405"/>
                    <a:pt x="125007" y="889405"/>
                  </a:cubicBezTo>
                  <a:close/>
                  <a:moveTo>
                    <a:pt x="582330" y="30306"/>
                  </a:moveTo>
                  <a:cubicBezTo>
                    <a:pt x="563527" y="30306"/>
                    <a:pt x="543769" y="31908"/>
                    <a:pt x="522977" y="35382"/>
                  </a:cubicBezTo>
                  <a:cubicBezTo>
                    <a:pt x="452218" y="47210"/>
                    <a:pt x="382441" y="61468"/>
                    <a:pt x="320882" y="74043"/>
                  </a:cubicBezTo>
                  <a:cubicBezTo>
                    <a:pt x="219529" y="94745"/>
                    <a:pt x="131992" y="112621"/>
                    <a:pt x="76086" y="112621"/>
                  </a:cubicBezTo>
                  <a:cubicBezTo>
                    <a:pt x="43745" y="112621"/>
                    <a:pt x="35707" y="128410"/>
                    <a:pt x="32475" y="140291"/>
                  </a:cubicBezTo>
                  <a:cubicBezTo>
                    <a:pt x="18388" y="191994"/>
                    <a:pt x="73647" y="298226"/>
                    <a:pt x="132676" y="332961"/>
                  </a:cubicBezTo>
                  <a:cubicBezTo>
                    <a:pt x="181022" y="361396"/>
                    <a:pt x="213264" y="404413"/>
                    <a:pt x="223471" y="454073"/>
                  </a:cubicBezTo>
                  <a:cubicBezTo>
                    <a:pt x="233688" y="503768"/>
                    <a:pt x="220420" y="556866"/>
                    <a:pt x="186107" y="603582"/>
                  </a:cubicBezTo>
                  <a:cubicBezTo>
                    <a:pt x="131146" y="678418"/>
                    <a:pt x="82162" y="805650"/>
                    <a:pt x="103324" y="847469"/>
                  </a:cubicBezTo>
                  <a:cubicBezTo>
                    <a:pt x="106060" y="852879"/>
                    <a:pt x="111001" y="859080"/>
                    <a:pt x="124980" y="859080"/>
                  </a:cubicBezTo>
                  <a:cubicBezTo>
                    <a:pt x="166656" y="859080"/>
                    <a:pt x="247009" y="817162"/>
                    <a:pt x="324726" y="776630"/>
                  </a:cubicBezTo>
                  <a:cubicBezTo>
                    <a:pt x="402901" y="735846"/>
                    <a:pt x="483749" y="693684"/>
                    <a:pt x="542896" y="683242"/>
                  </a:cubicBezTo>
                  <a:cubicBezTo>
                    <a:pt x="612574" y="670911"/>
                    <a:pt x="674088" y="682882"/>
                    <a:pt x="739203" y="695538"/>
                  </a:cubicBezTo>
                  <a:cubicBezTo>
                    <a:pt x="786135" y="704656"/>
                    <a:pt x="834661" y="714081"/>
                    <a:pt x="887839" y="714081"/>
                  </a:cubicBezTo>
                  <a:cubicBezTo>
                    <a:pt x="1015440" y="714081"/>
                    <a:pt x="1199172" y="646743"/>
                    <a:pt x="1248454" y="594554"/>
                  </a:cubicBezTo>
                  <a:cubicBezTo>
                    <a:pt x="1260398" y="581898"/>
                    <a:pt x="1263927" y="566209"/>
                    <a:pt x="1258931" y="547910"/>
                  </a:cubicBezTo>
                  <a:cubicBezTo>
                    <a:pt x="1246402" y="501986"/>
                    <a:pt x="1185959" y="452632"/>
                    <a:pt x="1118351" y="433109"/>
                  </a:cubicBezTo>
                  <a:cubicBezTo>
                    <a:pt x="1037421" y="409733"/>
                    <a:pt x="977725" y="327354"/>
                    <a:pt x="925059" y="254669"/>
                  </a:cubicBezTo>
                  <a:cubicBezTo>
                    <a:pt x="904492" y="226279"/>
                    <a:pt x="885067" y="199465"/>
                    <a:pt x="867029" y="180373"/>
                  </a:cubicBezTo>
                  <a:cubicBezTo>
                    <a:pt x="812437" y="122559"/>
                    <a:pt x="725332" y="30315"/>
                    <a:pt x="582321" y="303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6"/>
            <p:cNvSpPr/>
            <p:nvPr/>
          </p:nvSpPr>
          <p:spPr>
            <a:xfrm>
              <a:off x="8691259" y="3965782"/>
              <a:ext cx="503364" cy="355487"/>
            </a:xfrm>
            <a:custGeom>
              <a:avLst/>
              <a:gdLst/>
              <a:ahLst/>
              <a:cxnLst/>
              <a:rect l="l" t="t" r="r" b="b"/>
              <a:pathLst>
                <a:path w="397916" h="281017" extrusionOk="0">
                  <a:moveTo>
                    <a:pt x="178033" y="281009"/>
                  </a:moveTo>
                  <a:cubicBezTo>
                    <a:pt x="150490" y="281009"/>
                    <a:pt x="107941" y="268695"/>
                    <a:pt x="96735" y="257489"/>
                  </a:cubicBezTo>
                  <a:cubicBezTo>
                    <a:pt x="93071" y="253825"/>
                    <a:pt x="87688" y="243780"/>
                    <a:pt x="80218" y="229882"/>
                  </a:cubicBezTo>
                  <a:cubicBezTo>
                    <a:pt x="66167" y="203707"/>
                    <a:pt x="46913" y="167855"/>
                    <a:pt x="27669" y="153291"/>
                  </a:cubicBezTo>
                  <a:cubicBezTo>
                    <a:pt x="7398" y="137953"/>
                    <a:pt x="-1603" y="102065"/>
                    <a:pt x="233" y="76106"/>
                  </a:cubicBezTo>
                  <a:cubicBezTo>
                    <a:pt x="1565" y="57212"/>
                    <a:pt x="8010" y="43639"/>
                    <a:pt x="18361" y="37878"/>
                  </a:cubicBezTo>
                  <a:lnTo>
                    <a:pt x="18361" y="37878"/>
                  </a:lnTo>
                  <a:cubicBezTo>
                    <a:pt x="45068" y="23044"/>
                    <a:pt x="136502" y="12063"/>
                    <a:pt x="155440" y="12063"/>
                  </a:cubicBezTo>
                  <a:cubicBezTo>
                    <a:pt x="159806" y="12063"/>
                    <a:pt x="166683" y="12585"/>
                    <a:pt x="175369" y="13251"/>
                  </a:cubicBezTo>
                  <a:cubicBezTo>
                    <a:pt x="207062" y="15663"/>
                    <a:pt x="260079" y="19714"/>
                    <a:pt x="292645" y="6761"/>
                  </a:cubicBezTo>
                  <a:cubicBezTo>
                    <a:pt x="328137" y="-7326"/>
                    <a:pt x="350658" y="3377"/>
                    <a:pt x="372468" y="13719"/>
                  </a:cubicBezTo>
                  <a:cubicBezTo>
                    <a:pt x="377554" y="16131"/>
                    <a:pt x="382810" y="18625"/>
                    <a:pt x="388166" y="20767"/>
                  </a:cubicBezTo>
                  <a:cubicBezTo>
                    <a:pt x="392748" y="22603"/>
                    <a:pt x="395763" y="25726"/>
                    <a:pt x="397122" y="30065"/>
                  </a:cubicBezTo>
                  <a:cubicBezTo>
                    <a:pt x="402037" y="45709"/>
                    <a:pt x="383278" y="74243"/>
                    <a:pt x="365141" y="101832"/>
                  </a:cubicBezTo>
                  <a:cubicBezTo>
                    <a:pt x="356986" y="114244"/>
                    <a:pt x="349281" y="125964"/>
                    <a:pt x="344636" y="135244"/>
                  </a:cubicBezTo>
                  <a:lnTo>
                    <a:pt x="337372" y="149880"/>
                  </a:lnTo>
                  <a:cubicBezTo>
                    <a:pt x="321566" y="181843"/>
                    <a:pt x="301890" y="221628"/>
                    <a:pt x="282240" y="248650"/>
                  </a:cubicBezTo>
                  <a:cubicBezTo>
                    <a:pt x="258702" y="281018"/>
                    <a:pt x="206225" y="281018"/>
                    <a:pt x="178024" y="281018"/>
                  </a:cubicBezTo>
                  <a:close/>
                  <a:moveTo>
                    <a:pt x="155440" y="18390"/>
                  </a:moveTo>
                  <a:cubicBezTo>
                    <a:pt x="134288" y="18390"/>
                    <a:pt x="45698" y="29930"/>
                    <a:pt x="21440" y="43414"/>
                  </a:cubicBezTo>
                  <a:lnTo>
                    <a:pt x="21440" y="43414"/>
                  </a:lnTo>
                  <a:cubicBezTo>
                    <a:pt x="13132" y="48022"/>
                    <a:pt x="7704" y="60111"/>
                    <a:pt x="6543" y="76556"/>
                  </a:cubicBezTo>
                  <a:cubicBezTo>
                    <a:pt x="4824" y="100868"/>
                    <a:pt x="12988" y="134254"/>
                    <a:pt x="31485" y="148260"/>
                  </a:cubicBezTo>
                  <a:cubicBezTo>
                    <a:pt x="51837" y="163661"/>
                    <a:pt x="71459" y="200205"/>
                    <a:pt x="85789" y="226894"/>
                  </a:cubicBezTo>
                  <a:cubicBezTo>
                    <a:pt x="92450" y="239307"/>
                    <a:pt x="98202" y="250027"/>
                    <a:pt x="101208" y="253024"/>
                  </a:cubicBezTo>
                  <a:cubicBezTo>
                    <a:pt x="110264" y="262079"/>
                    <a:pt x="150679" y="274690"/>
                    <a:pt x="178042" y="274690"/>
                  </a:cubicBezTo>
                  <a:cubicBezTo>
                    <a:pt x="205406" y="274690"/>
                    <a:pt x="255497" y="274690"/>
                    <a:pt x="277145" y="244923"/>
                  </a:cubicBezTo>
                  <a:cubicBezTo>
                    <a:pt x="296480" y="218334"/>
                    <a:pt x="316022" y="178818"/>
                    <a:pt x="331720" y="147071"/>
                  </a:cubicBezTo>
                  <a:lnTo>
                    <a:pt x="338992" y="132418"/>
                  </a:lnTo>
                  <a:cubicBezTo>
                    <a:pt x="343799" y="122813"/>
                    <a:pt x="351603" y="110932"/>
                    <a:pt x="359866" y="98366"/>
                  </a:cubicBezTo>
                  <a:cubicBezTo>
                    <a:pt x="375564" y="74477"/>
                    <a:pt x="395115" y="44746"/>
                    <a:pt x="391091" y="31964"/>
                  </a:cubicBezTo>
                  <a:cubicBezTo>
                    <a:pt x="390308" y="29462"/>
                    <a:pt x="388625" y="27770"/>
                    <a:pt x="385817" y="26636"/>
                  </a:cubicBezTo>
                  <a:cubicBezTo>
                    <a:pt x="380281" y="24430"/>
                    <a:pt x="374934" y="21883"/>
                    <a:pt x="369759" y="19435"/>
                  </a:cubicBezTo>
                  <a:cubicBezTo>
                    <a:pt x="348237" y="9218"/>
                    <a:pt x="327894" y="-431"/>
                    <a:pt x="294977" y="12639"/>
                  </a:cubicBezTo>
                  <a:cubicBezTo>
                    <a:pt x="261051" y="26105"/>
                    <a:pt x="207107" y="22000"/>
                    <a:pt x="174892" y="19561"/>
                  </a:cubicBezTo>
                  <a:cubicBezTo>
                    <a:pt x="166332" y="18904"/>
                    <a:pt x="159572" y="18390"/>
                    <a:pt x="155440" y="18390"/>
                  </a:cubicBezTo>
                  <a:close/>
                  <a:moveTo>
                    <a:pt x="19901" y="40650"/>
                  </a:moveTo>
                  <a:lnTo>
                    <a:pt x="19982" y="40650"/>
                  </a:lnTo>
                  <a:lnTo>
                    <a:pt x="19901" y="40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6"/>
            <p:cNvSpPr/>
            <p:nvPr/>
          </p:nvSpPr>
          <p:spPr>
            <a:xfrm>
              <a:off x="8811949" y="4050410"/>
              <a:ext cx="261704" cy="185971"/>
            </a:xfrm>
            <a:custGeom>
              <a:avLst/>
              <a:gdLst/>
              <a:ahLst/>
              <a:cxnLst/>
              <a:rect l="l" t="t" r="r" b="b"/>
              <a:pathLst>
                <a:path w="206881" h="147013" extrusionOk="0">
                  <a:moveTo>
                    <a:pt x="92715" y="147013"/>
                  </a:moveTo>
                  <a:cubicBezTo>
                    <a:pt x="78025" y="147013"/>
                    <a:pt x="56062" y="140595"/>
                    <a:pt x="49995" y="134520"/>
                  </a:cubicBezTo>
                  <a:cubicBezTo>
                    <a:pt x="48051" y="132575"/>
                    <a:pt x="45665" y="128209"/>
                    <a:pt x="41273" y="120019"/>
                  </a:cubicBezTo>
                  <a:cubicBezTo>
                    <a:pt x="34549" y="107489"/>
                    <a:pt x="24378" y="88551"/>
                    <a:pt x="14791" y="81296"/>
                  </a:cubicBezTo>
                  <a:cubicBezTo>
                    <a:pt x="3855" y="73024"/>
                    <a:pt x="-862" y="54481"/>
                    <a:pt x="129" y="40439"/>
                  </a:cubicBezTo>
                  <a:cubicBezTo>
                    <a:pt x="849" y="30223"/>
                    <a:pt x="4431" y="22833"/>
                    <a:pt x="10210" y="19620"/>
                  </a:cubicBezTo>
                  <a:lnTo>
                    <a:pt x="10210" y="19620"/>
                  </a:lnTo>
                  <a:cubicBezTo>
                    <a:pt x="24081" y="11914"/>
                    <a:pt x="71373" y="6207"/>
                    <a:pt x="81157" y="6207"/>
                  </a:cubicBezTo>
                  <a:cubicBezTo>
                    <a:pt x="83389" y="6207"/>
                    <a:pt x="86981" y="6478"/>
                    <a:pt x="91473" y="6820"/>
                  </a:cubicBezTo>
                  <a:cubicBezTo>
                    <a:pt x="107576" y="8044"/>
                    <a:pt x="134498" y="10087"/>
                    <a:pt x="150844" y="3597"/>
                  </a:cubicBezTo>
                  <a:cubicBezTo>
                    <a:pt x="169621" y="-3865"/>
                    <a:pt x="181484" y="1752"/>
                    <a:pt x="192961" y="7198"/>
                  </a:cubicBezTo>
                  <a:cubicBezTo>
                    <a:pt x="195562" y="8431"/>
                    <a:pt x="198191" y="9682"/>
                    <a:pt x="200909" y="10771"/>
                  </a:cubicBezTo>
                  <a:cubicBezTo>
                    <a:pt x="203663" y="11869"/>
                    <a:pt x="205562" y="13850"/>
                    <a:pt x="206400" y="16496"/>
                  </a:cubicBezTo>
                  <a:cubicBezTo>
                    <a:pt x="209136" y="25200"/>
                    <a:pt x="199766" y="39458"/>
                    <a:pt x="189846" y="54553"/>
                  </a:cubicBezTo>
                  <a:cubicBezTo>
                    <a:pt x="185697" y="60872"/>
                    <a:pt x="181772" y="66840"/>
                    <a:pt x="179432" y="71511"/>
                  </a:cubicBezTo>
                  <a:lnTo>
                    <a:pt x="175706" y="79018"/>
                  </a:lnTo>
                  <a:cubicBezTo>
                    <a:pt x="167587" y="95436"/>
                    <a:pt x="157478" y="115860"/>
                    <a:pt x="147352" y="129803"/>
                  </a:cubicBezTo>
                  <a:cubicBezTo>
                    <a:pt x="134840" y="147004"/>
                    <a:pt x="107441" y="147004"/>
                    <a:pt x="92733" y="147004"/>
                  </a:cubicBezTo>
                  <a:close/>
                  <a:moveTo>
                    <a:pt x="81148" y="12517"/>
                  </a:moveTo>
                  <a:cubicBezTo>
                    <a:pt x="70725" y="12517"/>
                    <a:pt x="25242" y="18485"/>
                    <a:pt x="13270" y="25137"/>
                  </a:cubicBezTo>
                  <a:lnTo>
                    <a:pt x="13270" y="25137"/>
                  </a:lnTo>
                  <a:cubicBezTo>
                    <a:pt x="9472" y="27243"/>
                    <a:pt x="6978" y="32977"/>
                    <a:pt x="6429" y="40871"/>
                  </a:cubicBezTo>
                  <a:cubicBezTo>
                    <a:pt x="5565" y="53086"/>
                    <a:pt x="9886" y="69657"/>
                    <a:pt x="18599" y="76255"/>
                  </a:cubicBezTo>
                  <a:cubicBezTo>
                    <a:pt x="29283" y="84347"/>
                    <a:pt x="39428" y="103231"/>
                    <a:pt x="46836" y="117030"/>
                  </a:cubicBezTo>
                  <a:cubicBezTo>
                    <a:pt x="50049" y="123016"/>
                    <a:pt x="53091" y="128678"/>
                    <a:pt x="54460" y="130055"/>
                  </a:cubicBezTo>
                  <a:cubicBezTo>
                    <a:pt x="58474" y="134060"/>
                    <a:pt x="78007" y="140694"/>
                    <a:pt x="92715" y="140694"/>
                  </a:cubicBezTo>
                  <a:cubicBezTo>
                    <a:pt x="106306" y="140694"/>
                    <a:pt x="131600" y="140694"/>
                    <a:pt x="142230" y="126095"/>
                  </a:cubicBezTo>
                  <a:cubicBezTo>
                    <a:pt x="152051" y="112584"/>
                    <a:pt x="162024" y="92421"/>
                    <a:pt x="170035" y="76228"/>
                  </a:cubicBezTo>
                  <a:lnTo>
                    <a:pt x="173770" y="68694"/>
                  </a:lnTo>
                  <a:cubicBezTo>
                    <a:pt x="176273" y="63689"/>
                    <a:pt x="180296" y="57568"/>
                    <a:pt x="184554" y="51088"/>
                  </a:cubicBezTo>
                  <a:cubicBezTo>
                    <a:pt x="191998" y="39755"/>
                    <a:pt x="202196" y="24246"/>
                    <a:pt x="200360" y="18395"/>
                  </a:cubicBezTo>
                  <a:cubicBezTo>
                    <a:pt x="200171" y="17810"/>
                    <a:pt x="199820" y="17144"/>
                    <a:pt x="198560" y="16640"/>
                  </a:cubicBezTo>
                  <a:cubicBezTo>
                    <a:pt x="195706" y="15506"/>
                    <a:pt x="192970" y="14210"/>
                    <a:pt x="190242" y="12913"/>
                  </a:cubicBezTo>
                  <a:cubicBezTo>
                    <a:pt x="179072" y="7621"/>
                    <a:pt x="169423" y="3030"/>
                    <a:pt x="153176" y="9475"/>
                  </a:cubicBezTo>
                  <a:cubicBezTo>
                    <a:pt x="135470" y="16514"/>
                    <a:pt x="107630" y="14390"/>
                    <a:pt x="90986" y="13120"/>
                  </a:cubicBezTo>
                  <a:cubicBezTo>
                    <a:pt x="86702" y="12797"/>
                    <a:pt x="83272" y="12526"/>
                    <a:pt x="81148" y="12526"/>
                  </a:cubicBezTo>
                  <a:close/>
                  <a:moveTo>
                    <a:pt x="11731" y="22374"/>
                  </a:moveTo>
                  <a:lnTo>
                    <a:pt x="11812" y="22374"/>
                  </a:lnTo>
                  <a:lnTo>
                    <a:pt x="11731" y="223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6"/>
            <p:cNvSpPr/>
            <p:nvPr/>
          </p:nvSpPr>
          <p:spPr>
            <a:xfrm>
              <a:off x="8726692" y="4119726"/>
              <a:ext cx="1078305" cy="606461"/>
            </a:xfrm>
            <a:custGeom>
              <a:avLst/>
              <a:gdLst/>
              <a:ahLst/>
              <a:cxnLst/>
              <a:rect l="l" t="t" r="r" b="b"/>
              <a:pathLst>
                <a:path w="852415" h="479416" extrusionOk="0">
                  <a:moveTo>
                    <a:pt x="4835" y="479417"/>
                  </a:moveTo>
                  <a:cubicBezTo>
                    <a:pt x="3224" y="479417"/>
                    <a:pt x="1820" y="478562"/>
                    <a:pt x="974" y="477059"/>
                  </a:cubicBezTo>
                  <a:cubicBezTo>
                    <a:pt x="-5552" y="465528"/>
                    <a:pt x="22397" y="375390"/>
                    <a:pt x="34962" y="354480"/>
                  </a:cubicBezTo>
                  <a:cubicBezTo>
                    <a:pt x="49715" y="329961"/>
                    <a:pt x="164003" y="249122"/>
                    <a:pt x="275393" y="207329"/>
                  </a:cubicBezTo>
                  <a:cubicBezTo>
                    <a:pt x="352938" y="178219"/>
                    <a:pt x="357349" y="161522"/>
                    <a:pt x="363460" y="138416"/>
                  </a:cubicBezTo>
                  <a:cubicBezTo>
                    <a:pt x="365693" y="129991"/>
                    <a:pt x="368213" y="120441"/>
                    <a:pt x="374541" y="109414"/>
                  </a:cubicBezTo>
                  <a:cubicBezTo>
                    <a:pt x="397359" y="69656"/>
                    <a:pt x="430636" y="27512"/>
                    <a:pt x="453670" y="9222"/>
                  </a:cubicBezTo>
                  <a:lnTo>
                    <a:pt x="453670" y="9222"/>
                  </a:lnTo>
                  <a:cubicBezTo>
                    <a:pt x="467856" y="-2039"/>
                    <a:pt x="490521" y="-6233"/>
                    <a:pt x="511647" y="15712"/>
                  </a:cubicBezTo>
                  <a:cubicBezTo>
                    <a:pt x="522241" y="26712"/>
                    <a:pt x="529109" y="40789"/>
                    <a:pt x="537813" y="58612"/>
                  </a:cubicBezTo>
                  <a:cubicBezTo>
                    <a:pt x="546814" y="77037"/>
                    <a:pt x="558003" y="99963"/>
                    <a:pt x="577652" y="128659"/>
                  </a:cubicBezTo>
                  <a:cubicBezTo>
                    <a:pt x="613405" y="180884"/>
                    <a:pt x="703903" y="206969"/>
                    <a:pt x="776606" y="227942"/>
                  </a:cubicBezTo>
                  <a:lnTo>
                    <a:pt x="790873" y="232064"/>
                  </a:lnTo>
                  <a:cubicBezTo>
                    <a:pt x="819271" y="240327"/>
                    <a:pt x="838093" y="253892"/>
                    <a:pt x="846806" y="272372"/>
                  </a:cubicBezTo>
                  <a:cubicBezTo>
                    <a:pt x="855591" y="291004"/>
                    <a:pt x="854052" y="314371"/>
                    <a:pt x="842233" y="341834"/>
                  </a:cubicBezTo>
                  <a:cubicBezTo>
                    <a:pt x="827165" y="376866"/>
                    <a:pt x="606078" y="393392"/>
                    <a:pt x="578031" y="393392"/>
                  </a:cubicBezTo>
                  <a:cubicBezTo>
                    <a:pt x="537840" y="393392"/>
                    <a:pt x="376188" y="371303"/>
                    <a:pt x="341389" y="362266"/>
                  </a:cubicBezTo>
                  <a:cubicBezTo>
                    <a:pt x="304899" y="352788"/>
                    <a:pt x="199045" y="372186"/>
                    <a:pt x="171978" y="389774"/>
                  </a:cubicBezTo>
                  <a:cubicBezTo>
                    <a:pt x="147918" y="405427"/>
                    <a:pt x="15673" y="479399"/>
                    <a:pt x="4835" y="479399"/>
                  </a:cubicBezTo>
                  <a:close/>
                  <a:moveTo>
                    <a:pt x="6492" y="473980"/>
                  </a:moveTo>
                  <a:lnTo>
                    <a:pt x="6564" y="473980"/>
                  </a:lnTo>
                  <a:lnTo>
                    <a:pt x="6492" y="473980"/>
                  </a:lnTo>
                  <a:close/>
                  <a:moveTo>
                    <a:pt x="457595" y="14173"/>
                  </a:moveTo>
                  <a:lnTo>
                    <a:pt x="457595" y="14173"/>
                  </a:lnTo>
                  <a:cubicBezTo>
                    <a:pt x="435110" y="32022"/>
                    <a:pt x="402481" y="73410"/>
                    <a:pt x="380022" y="112565"/>
                  </a:cubicBezTo>
                  <a:cubicBezTo>
                    <a:pt x="374109" y="122862"/>
                    <a:pt x="371804" y="131593"/>
                    <a:pt x="369572" y="140036"/>
                  </a:cubicBezTo>
                  <a:cubicBezTo>
                    <a:pt x="363226" y="164033"/>
                    <a:pt x="358213" y="182999"/>
                    <a:pt x="277616" y="213243"/>
                  </a:cubicBezTo>
                  <a:cubicBezTo>
                    <a:pt x="171366" y="253118"/>
                    <a:pt x="54945" y="333544"/>
                    <a:pt x="40381" y="357748"/>
                  </a:cubicBezTo>
                  <a:cubicBezTo>
                    <a:pt x="26258" y="381232"/>
                    <a:pt x="4358" y="459632"/>
                    <a:pt x="6177" y="472774"/>
                  </a:cubicBezTo>
                  <a:cubicBezTo>
                    <a:pt x="22442" y="467571"/>
                    <a:pt x="138638" y="403942"/>
                    <a:pt x="168540" y="384499"/>
                  </a:cubicBezTo>
                  <a:cubicBezTo>
                    <a:pt x="196407" y="366371"/>
                    <a:pt x="305349" y="346388"/>
                    <a:pt x="342983" y="356164"/>
                  </a:cubicBezTo>
                  <a:cubicBezTo>
                    <a:pt x="377556" y="365156"/>
                    <a:pt x="538119" y="387092"/>
                    <a:pt x="578031" y="387092"/>
                  </a:cubicBezTo>
                  <a:cubicBezTo>
                    <a:pt x="627753" y="387092"/>
                    <a:pt x="824636" y="366785"/>
                    <a:pt x="836436" y="339358"/>
                  </a:cubicBezTo>
                  <a:cubicBezTo>
                    <a:pt x="847508" y="313624"/>
                    <a:pt x="849074" y="292003"/>
                    <a:pt x="841099" y="275081"/>
                  </a:cubicBezTo>
                  <a:cubicBezTo>
                    <a:pt x="833187" y="258312"/>
                    <a:pt x="815698" y="245881"/>
                    <a:pt x="789108" y="238149"/>
                  </a:cubicBezTo>
                  <a:lnTo>
                    <a:pt x="774859" y="234027"/>
                  </a:lnTo>
                  <a:cubicBezTo>
                    <a:pt x="701176" y="212775"/>
                    <a:pt x="609472" y="186338"/>
                    <a:pt x="572441" y="132241"/>
                  </a:cubicBezTo>
                  <a:cubicBezTo>
                    <a:pt x="552530" y="103158"/>
                    <a:pt x="541216" y="80008"/>
                    <a:pt x="532134" y="61402"/>
                  </a:cubicBezTo>
                  <a:cubicBezTo>
                    <a:pt x="523681" y="44074"/>
                    <a:pt x="516994" y="30393"/>
                    <a:pt x="507092" y="20114"/>
                  </a:cubicBezTo>
                  <a:cubicBezTo>
                    <a:pt x="484193" y="-3667"/>
                    <a:pt x="463428" y="9564"/>
                    <a:pt x="457595" y="141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6"/>
            <p:cNvSpPr/>
            <p:nvPr/>
          </p:nvSpPr>
          <p:spPr>
            <a:xfrm>
              <a:off x="9052654" y="4254509"/>
              <a:ext cx="491864" cy="272591"/>
            </a:xfrm>
            <a:custGeom>
              <a:avLst/>
              <a:gdLst/>
              <a:ahLst/>
              <a:cxnLst/>
              <a:rect l="l" t="t" r="r" b="b"/>
              <a:pathLst>
                <a:path w="388825" h="215487" extrusionOk="0">
                  <a:moveTo>
                    <a:pt x="346037" y="215487"/>
                  </a:moveTo>
                  <a:cubicBezTo>
                    <a:pt x="318322" y="215487"/>
                    <a:pt x="280400" y="210042"/>
                    <a:pt x="242433" y="204038"/>
                  </a:cubicBezTo>
                  <a:cubicBezTo>
                    <a:pt x="226618" y="201536"/>
                    <a:pt x="214133" y="199564"/>
                    <a:pt x="209489" y="199564"/>
                  </a:cubicBezTo>
                  <a:cubicBezTo>
                    <a:pt x="198984" y="199564"/>
                    <a:pt x="152664" y="197854"/>
                    <a:pt x="107874" y="196198"/>
                  </a:cubicBezTo>
                  <a:cubicBezTo>
                    <a:pt x="63138" y="194542"/>
                    <a:pt x="16881" y="192831"/>
                    <a:pt x="6494" y="192831"/>
                  </a:cubicBezTo>
                  <a:cubicBezTo>
                    <a:pt x="2705" y="192831"/>
                    <a:pt x="553" y="191625"/>
                    <a:pt x="85" y="189240"/>
                  </a:cubicBezTo>
                  <a:cubicBezTo>
                    <a:pt x="-419" y="186603"/>
                    <a:pt x="-1769" y="179582"/>
                    <a:pt x="97865" y="139733"/>
                  </a:cubicBezTo>
                  <a:cubicBezTo>
                    <a:pt x="112267" y="133973"/>
                    <a:pt x="133050" y="99642"/>
                    <a:pt x="151386" y="69344"/>
                  </a:cubicBezTo>
                  <a:cubicBezTo>
                    <a:pt x="170343" y="38029"/>
                    <a:pt x="188255" y="8442"/>
                    <a:pt x="202279" y="2429"/>
                  </a:cubicBezTo>
                  <a:lnTo>
                    <a:pt x="202279" y="2429"/>
                  </a:lnTo>
                  <a:cubicBezTo>
                    <a:pt x="230290" y="-9560"/>
                    <a:pt x="252658" y="25004"/>
                    <a:pt x="274288" y="58453"/>
                  </a:cubicBezTo>
                  <a:cubicBezTo>
                    <a:pt x="287538" y="78957"/>
                    <a:pt x="301238" y="100146"/>
                    <a:pt x="315774" y="110210"/>
                  </a:cubicBezTo>
                  <a:cubicBezTo>
                    <a:pt x="354813" y="137240"/>
                    <a:pt x="385651" y="158591"/>
                    <a:pt x="388774" y="196135"/>
                  </a:cubicBezTo>
                  <a:cubicBezTo>
                    <a:pt x="389125" y="200384"/>
                    <a:pt x="387658" y="204164"/>
                    <a:pt x="384517" y="207080"/>
                  </a:cubicBezTo>
                  <a:cubicBezTo>
                    <a:pt x="377991" y="213147"/>
                    <a:pt x="364210" y="215487"/>
                    <a:pt x="346037" y="215487"/>
                  </a:cubicBezTo>
                  <a:close/>
                  <a:moveTo>
                    <a:pt x="9698" y="186539"/>
                  </a:moveTo>
                  <a:cubicBezTo>
                    <a:pt x="24433" y="186782"/>
                    <a:pt x="66919" y="188358"/>
                    <a:pt x="108108" y="189870"/>
                  </a:cubicBezTo>
                  <a:cubicBezTo>
                    <a:pt x="152844" y="191526"/>
                    <a:pt x="199101" y="193236"/>
                    <a:pt x="209489" y="193236"/>
                  </a:cubicBezTo>
                  <a:cubicBezTo>
                    <a:pt x="214628" y="193236"/>
                    <a:pt x="226708" y="195145"/>
                    <a:pt x="243414" y="197791"/>
                  </a:cubicBezTo>
                  <a:cubicBezTo>
                    <a:pt x="285774" y="204479"/>
                    <a:pt x="364597" y="216936"/>
                    <a:pt x="380214" y="202445"/>
                  </a:cubicBezTo>
                  <a:cubicBezTo>
                    <a:pt x="381951" y="200834"/>
                    <a:pt x="382671" y="198997"/>
                    <a:pt x="382482" y="196657"/>
                  </a:cubicBezTo>
                  <a:cubicBezTo>
                    <a:pt x="379602" y="162083"/>
                    <a:pt x="349844" y="141489"/>
                    <a:pt x="312183" y="115403"/>
                  </a:cubicBezTo>
                  <a:cubicBezTo>
                    <a:pt x="296611" y="104620"/>
                    <a:pt x="282560" y="82891"/>
                    <a:pt x="268977" y="61882"/>
                  </a:cubicBezTo>
                  <a:cubicBezTo>
                    <a:pt x="247843" y="29190"/>
                    <a:pt x="227842" y="-1684"/>
                    <a:pt x="204763" y="8244"/>
                  </a:cubicBezTo>
                  <a:cubicBezTo>
                    <a:pt x="192593" y="13456"/>
                    <a:pt x="174384" y="43529"/>
                    <a:pt x="156778" y="72620"/>
                  </a:cubicBezTo>
                  <a:cubicBezTo>
                    <a:pt x="136102" y="106789"/>
                    <a:pt x="116569" y="139058"/>
                    <a:pt x="100196" y="145593"/>
                  </a:cubicBezTo>
                  <a:cubicBezTo>
                    <a:pt x="63237" y="160382"/>
                    <a:pt x="22138" y="178592"/>
                    <a:pt x="9689" y="186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5" name="Google Shape;2575;p8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2576" name="Google Shape;2576;p8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8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8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8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8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8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8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8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8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8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8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8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8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8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8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8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8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8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8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8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8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8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8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8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8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8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8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8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8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8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8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8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8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8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8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8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8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8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8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8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8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8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8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8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8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8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8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8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8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8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8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8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8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8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8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8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8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8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8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8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8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8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8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8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8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8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8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8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8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8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8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8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8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8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8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8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8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8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8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8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8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8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8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8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8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8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8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8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8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8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8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8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8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8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8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8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8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8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8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8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8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8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8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8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8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8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8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8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8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8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8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8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8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8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8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8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8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8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8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8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8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8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8" name="Google Shape;2698;p8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8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8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8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8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8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8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8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8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8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8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8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8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8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8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8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8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8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8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8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8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8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8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8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8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8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8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8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8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8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8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8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8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8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8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8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8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8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8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8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8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8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8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8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8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8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8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8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8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8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8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8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8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8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8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8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4" name="Google Shape;2754;p8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5" name="Google Shape;2755;p8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8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7" name="Google Shape;2757;p8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8" name="Google Shape;2758;p8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8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0" name="Google Shape;2760;p8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8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2" name="Google Shape;2762;p8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8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4" name="Google Shape;2764;p8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8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8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7" name="Google Shape;2767;p8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8" name="Google Shape;2768;p8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8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0" name="Google Shape;2770;p8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1" name="Google Shape;2771;p8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2" name="Google Shape;2772;p8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8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4" name="Google Shape;2774;p8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5" name="Google Shape;2775;p8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6" name="Google Shape;2776;p8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7" name="Google Shape;2777;p8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8" name="Google Shape;2778;p8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8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8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8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8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8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4" name="Google Shape;2784;p8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5" name="Google Shape;2785;p8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6" name="Google Shape;2786;p8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7" name="Google Shape;2787;p8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8" name="Google Shape;2788;p8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9" name="Google Shape;2789;p8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0" name="Google Shape;2790;p8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8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8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3" name="Google Shape;2793;p8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4" name="Google Shape;2794;p8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5" name="Google Shape;2795;p8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6" name="Google Shape;2796;p8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7" name="Google Shape;2797;p8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8" name="Google Shape;2798;p8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9" name="Google Shape;2799;p8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0" name="Google Shape;2800;p8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8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8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8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8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8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8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8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8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8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8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1" name="Google Shape;2811;p8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2" name="Google Shape;2812;p8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8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8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5" name="Google Shape;2815;p8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6" name="Google Shape;2816;p8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8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8" name="Google Shape;2818;p8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9" name="Google Shape;2819;p8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0" name="Google Shape;2820;p8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1" name="Google Shape;2821;p8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2" name="Google Shape;2822;p8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3" name="Google Shape;2823;p8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4" name="Google Shape;2824;p8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p8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8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7" name="Google Shape;2827;p8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8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8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8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8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8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8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8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8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6" name="Google Shape;2836;p8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8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8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9" name="Google Shape;2839;p8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8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8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2" name="Google Shape;2842;p8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3" name="Google Shape;2843;p8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4" name="Google Shape;2844;p8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5" name="Google Shape;2845;p8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8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8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8" name="Google Shape;2848;p8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9" name="Google Shape;2849;p8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0" name="Google Shape;2850;p8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1" name="Google Shape;2851;p8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8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8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8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8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8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7" name="Google Shape;2857;p8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8" name="Google Shape;2858;p8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9" name="Google Shape;2859;p8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0" name="Google Shape;2860;p8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8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8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8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8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8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8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7" name="Google Shape;2867;p8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8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9" name="Google Shape;2869;p8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8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8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2" name="Google Shape;2872;p8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8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4" name="Google Shape;2874;p8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8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6" name="Google Shape;2876;p8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7" name="Google Shape;2877;p8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8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8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8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8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8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8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8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8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8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8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8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8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8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8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8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8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8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8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8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8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8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8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8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8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8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8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8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8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8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8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8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8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8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8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8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8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8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8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8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8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8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8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8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8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8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8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8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8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8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8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8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8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8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8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8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8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8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8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8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8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8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8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8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8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8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8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8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8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8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8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8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8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8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8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8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8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8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8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8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8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8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8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8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8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8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8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8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8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8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8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8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8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8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8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8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3" name="Google Shape;2973;p8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4" name="Google Shape;2974;p8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8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8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8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8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8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0" name="Google Shape;2980;p8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1" name="Google Shape;2981;p8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2" name="Google Shape;2982;p8"/>
          <p:cNvSpPr txBox="1">
            <a:spLocks noGrp="1"/>
          </p:cNvSpPr>
          <p:nvPr>
            <p:ph type="title"/>
          </p:nvPr>
        </p:nvSpPr>
        <p:spPr>
          <a:xfrm>
            <a:off x="3017050" y="1307100"/>
            <a:ext cx="494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83" name="Google Shape;2983;p8"/>
          <p:cNvGrpSpPr/>
          <p:nvPr/>
        </p:nvGrpSpPr>
        <p:grpSpPr>
          <a:xfrm>
            <a:off x="-504137" y="-232777"/>
            <a:ext cx="4169411" cy="5113338"/>
            <a:chOff x="-504137" y="-232777"/>
            <a:chExt cx="4169411" cy="5113338"/>
          </a:xfrm>
        </p:grpSpPr>
        <p:sp>
          <p:nvSpPr>
            <p:cNvPr id="2984" name="Google Shape;2984;p8"/>
            <p:cNvSpPr/>
            <p:nvPr/>
          </p:nvSpPr>
          <p:spPr>
            <a:xfrm flipH="1">
              <a:off x="870360" y="3846986"/>
              <a:ext cx="34050" cy="156134"/>
            </a:xfrm>
            <a:custGeom>
              <a:avLst/>
              <a:gdLst/>
              <a:ahLst/>
              <a:cxnLst/>
              <a:rect l="l" t="t" r="r" b="b"/>
              <a:pathLst>
                <a:path w="30334" h="139095" extrusionOk="0">
                  <a:moveTo>
                    <a:pt x="15168" y="139095"/>
                  </a:moveTo>
                  <a:cubicBezTo>
                    <a:pt x="6796" y="139095"/>
                    <a:pt x="0" y="132299"/>
                    <a:pt x="0" y="123928"/>
                  </a:cubicBezTo>
                  <a:lnTo>
                    <a:pt x="0" y="15167"/>
                  </a:lnTo>
                  <a:cubicBezTo>
                    <a:pt x="0" y="6796"/>
                    <a:pt x="6796" y="0"/>
                    <a:pt x="15168" y="0"/>
                  </a:cubicBezTo>
                  <a:cubicBezTo>
                    <a:pt x="23538" y="0"/>
                    <a:pt x="30334" y="6796"/>
                    <a:pt x="30334" y="15167"/>
                  </a:cubicBezTo>
                  <a:lnTo>
                    <a:pt x="30334" y="123928"/>
                  </a:lnTo>
                  <a:cubicBezTo>
                    <a:pt x="30334" y="132299"/>
                    <a:pt x="23538" y="139095"/>
                    <a:pt x="15168" y="1390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5" name="Google Shape;2985;p8"/>
            <p:cNvSpPr/>
            <p:nvPr/>
          </p:nvSpPr>
          <p:spPr>
            <a:xfrm flipH="1">
              <a:off x="809324" y="3908033"/>
              <a:ext cx="156134" cy="34050"/>
            </a:xfrm>
            <a:custGeom>
              <a:avLst/>
              <a:gdLst/>
              <a:ahLst/>
              <a:cxnLst/>
              <a:rect l="l" t="t" r="r" b="b"/>
              <a:pathLst>
                <a:path w="139095" h="30334" extrusionOk="0">
                  <a:moveTo>
                    <a:pt x="123929" y="30334"/>
                  </a:moveTo>
                  <a:lnTo>
                    <a:pt x="15168" y="30334"/>
                  </a:lnTo>
                  <a:cubicBezTo>
                    <a:pt x="6797" y="30334"/>
                    <a:pt x="0" y="23538"/>
                    <a:pt x="0" y="15167"/>
                  </a:cubicBezTo>
                  <a:cubicBezTo>
                    <a:pt x="0" y="6796"/>
                    <a:pt x="6797" y="0"/>
                    <a:pt x="15168" y="0"/>
                  </a:cubicBezTo>
                  <a:lnTo>
                    <a:pt x="123929" y="0"/>
                  </a:lnTo>
                  <a:cubicBezTo>
                    <a:pt x="132300" y="0"/>
                    <a:pt x="139096" y="6796"/>
                    <a:pt x="139096" y="15167"/>
                  </a:cubicBezTo>
                  <a:cubicBezTo>
                    <a:pt x="139096" y="23538"/>
                    <a:pt x="132300" y="30334"/>
                    <a:pt x="123929" y="30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6" name="Google Shape;2986;p8"/>
            <p:cNvSpPr/>
            <p:nvPr/>
          </p:nvSpPr>
          <p:spPr>
            <a:xfrm flipH="1">
              <a:off x="-345814" y="1982675"/>
              <a:ext cx="2276401" cy="2897886"/>
            </a:xfrm>
            <a:custGeom>
              <a:avLst/>
              <a:gdLst/>
              <a:ahLst/>
              <a:cxnLst/>
              <a:rect l="l" t="t" r="r" b="b"/>
              <a:pathLst>
                <a:path w="2027974" h="2581636" extrusionOk="0">
                  <a:moveTo>
                    <a:pt x="1215831" y="2581636"/>
                  </a:moveTo>
                  <a:cubicBezTo>
                    <a:pt x="1192967" y="2581636"/>
                    <a:pt x="1168935" y="2580502"/>
                    <a:pt x="1143551" y="2578018"/>
                  </a:cubicBezTo>
                  <a:cubicBezTo>
                    <a:pt x="802343" y="2544731"/>
                    <a:pt x="539095" y="2421478"/>
                    <a:pt x="456536" y="2256351"/>
                  </a:cubicBezTo>
                  <a:cubicBezTo>
                    <a:pt x="419622" y="2182524"/>
                    <a:pt x="340655" y="2090856"/>
                    <a:pt x="264270" y="2002203"/>
                  </a:cubicBezTo>
                  <a:cubicBezTo>
                    <a:pt x="173278" y="1896565"/>
                    <a:pt x="94680" y="1805338"/>
                    <a:pt x="85498" y="1745669"/>
                  </a:cubicBezTo>
                  <a:cubicBezTo>
                    <a:pt x="77235" y="1691968"/>
                    <a:pt x="98190" y="1649555"/>
                    <a:pt x="124726" y="1595845"/>
                  </a:cubicBezTo>
                  <a:cubicBezTo>
                    <a:pt x="155177" y="1534196"/>
                    <a:pt x="193089" y="1457479"/>
                    <a:pt x="214062" y="1323208"/>
                  </a:cubicBezTo>
                  <a:cubicBezTo>
                    <a:pt x="243640" y="1133913"/>
                    <a:pt x="139514" y="977509"/>
                    <a:pt x="63490" y="863311"/>
                  </a:cubicBezTo>
                  <a:cubicBezTo>
                    <a:pt x="39340" y="827045"/>
                    <a:pt x="18493" y="795712"/>
                    <a:pt x="6378" y="769464"/>
                  </a:cubicBezTo>
                  <a:cubicBezTo>
                    <a:pt x="-5755" y="743181"/>
                    <a:pt x="-562" y="707149"/>
                    <a:pt x="21833" y="662377"/>
                  </a:cubicBezTo>
                  <a:cubicBezTo>
                    <a:pt x="93914" y="518214"/>
                    <a:pt x="326451" y="312924"/>
                    <a:pt x="507096" y="274219"/>
                  </a:cubicBezTo>
                  <a:cubicBezTo>
                    <a:pt x="604398" y="253364"/>
                    <a:pt x="660619" y="213362"/>
                    <a:pt x="720135" y="171012"/>
                  </a:cubicBezTo>
                  <a:cubicBezTo>
                    <a:pt x="795386" y="117464"/>
                    <a:pt x="880672" y="56778"/>
                    <a:pt x="1062091" y="25031"/>
                  </a:cubicBezTo>
                  <a:cubicBezTo>
                    <a:pt x="1381722" y="-30903"/>
                    <a:pt x="2007845" y="24292"/>
                    <a:pt x="2014146" y="24860"/>
                  </a:cubicBezTo>
                  <a:cubicBezTo>
                    <a:pt x="2022517" y="25616"/>
                    <a:pt x="2028637" y="32979"/>
                    <a:pt x="2027917" y="41323"/>
                  </a:cubicBezTo>
                  <a:cubicBezTo>
                    <a:pt x="2027107" y="49676"/>
                    <a:pt x="2019816" y="55743"/>
                    <a:pt x="2011445" y="55077"/>
                  </a:cubicBezTo>
                  <a:cubicBezTo>
                    <a:pt x="2005234" y="54518"/>
                    <a:pt x="1383072" y="-326"/>
                    <a:pt x="1067311" y="54905"/>
                  </a:cubicBezTo>
                  <a:cubicBezTo>
                    <a:pt x="892671" y="85456"/>
                    <a:pt x="813901" y="141515"/>
                    <a:pt x="737733" y="195720"/>
                  </a:cubicBezTo>
                  <a:cubicBezTo>
                    <a:pt x="675588" y="239943"/>
                    <a:pt x="616892" y="281717"/>
                    <a:pt x="513460" y="303878"/>
                  </a:cubicBezTo>
                  <a:cubicBezTo>
                    <a:pt x="345497" y="339865"/>
                    <a:pt x="117678" y="538539"/>
                    <a:pt x="48972" y="675942"/>
                  </a:cubicBezTo>
                  <a:cubicBezTo>
                    <a:pt x="31419" y="711047"/>
                    <a:pt x="26072" y="739742"/>
                    <a:pt x="33922" y="756746"/>
                  </a:cubicBezTo>
                  <a:cubicBezTo>
                    <a:pt x="45056" y="780860"/>
                    <a:pt x="65299" y="811275"/>
                    <a:pt x="88757" y="846496"/>
                  </a:cubicBezTo>
                  <a:cubicBezTo>
                    <a:pt x="163098" y="958174"/>
                    <a:pt x="275441" y="1126928"/>
                    <a:pt x="244045" y="1327888"/>
                  </a:cubicBezTo>
                  <a:cubicBezTo>
                    <a:pt x="222352" y="1466759"/>
                    <a:pt x="181648" y="1549138"/>
                    <a:pt x="151936" y="1609293"/>
                  </a:cubicBezTo>
                  <a:cubicBezTo>
                    <a:pt x="125896" y="1661994"/>
                    <a:pt x="108694" y="1696820"/>
                    <a:pt x="115499" y="1741061"/>
                  </a:cubicBezTo>
                  <a:cubicBezTo>
                    <a:pt x="123357" y="1792133"/>
                    <a:pt x="206690" y="1888860"/>
                    <a:pt x="287269" y="1982410"/>
                  </a:cubicBezTo>
                  <a:cubicBezTo>
                    <a:pt x="364859" y="2072457"/>
                    <a:pt x="445077" y="2165584"/>
                    <a:pt x="483674" y="2242787"/>
                  </a:cubicBezTo>
                  <a:cubicBezTo>
                    <a:pt x="560437" y="2396302"/>
                    <a:pt x="820607" y="2516044"/>
                    <a:pt x="1146522" y="2547828"/>
                  </a:cubicBezTo>
                  <a:cubicBezTo>
                    <a:pt x="1297741" y="2562599"/>
                    <a:pt x="1398555" y="2527224"/>
                    <a:pt x="1505399" y="2489770"/>
                  </a:cubicBezTo>
                  <a:cubicBezTo>
                    <a:pt x="1629435" y="2446285"/>
                    <a:pt x="1757702" y="2401333"/>
                    <a:pt x="1974450" y="2427338"/>
                  </a:cubicBezTo>
                  <a:cubicBezTo>
                    <a:pt x="1982731" y="2428337"/>
                    <a:pt x="1988672" y="2435889"/>
                    <a:pt x="1987682" y="2444206"/>
                  </a:cubicBezTo>
                  <a:cubicBezTo>
                    <a:pt x="1986692" y="2452523"/>
                    <a:pt x="1979131" y="2458473"/>
                    <a:pt x="1970850" y="2457456"/>
                  </a:cubicBezTo>
                  <a:cubicBezTo>
                    <a:pt x="1761032" y="2432262"/>
                    <a:pt x="1636186" y="2476052"/>
                    <a:pt x="1515390" y="2518394"/>
                  </a:cubicBezTo>
                  <a:cubicBezTo>
                    <a:pt x="1423128" y="2550762"/>
                    <a:pt x="1335007" y="2581627"/>
                    <a:pt x="1215831" y="25816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7" name="Google Shape;2987;p8"/>
            <p:cNvSpPr/>
            <p:nvPr/>
          </p:nvSpPr>
          <p:spPr>
            <a:xfrm flipH="1">
              <a:off x="-320111" y="2530931"/>
              <a:ext cx="1443046" cy="935122"/>
            </a:xfrm>
            <a:custGeom>
              <a:avLst/>
              <a:gdLst/>
              <a:ahLst/>
              <a:cxnLst/>
              <a:rect l="l" t="t" r="r" b="b"/>
              <a:pathLst>
                <a:path w="1285564" h="833071" extrusionOk="0">
                  <a:moveTo>
                    <a:pt x="1270358" y="833071"/>
                  </a:moveTo>
                  <a:cubicBezTo>
                    <a:pt x="1264327" y="833071"/>
                    <a:pt x="1258747" y="829462"/>
                    <a:pt x="1256316" y="823674"/>
                  </a:cubicBezTo>
                  <a:cubicBezTo>
                    <a:pt x="1237144" y="795959"/>
                    <a:pt x="980339" y="666685"/>
                    <a:pt x="923002" y="662265"/>
                  </a:cubicBezTo>
                  <a:cubicBezTo>
                    <a:pt x="860714" y="657476"/>
                    <a:pt x="833980" y="583352"/>
                    <a:pt x="814448" y="529228"/>
                  </a:cubicBezTo>
                  <a:cubicBezTo>
                    <a:pt x="811388" y="520658"/>
                    <a:pt x="808507" y="512683"/>
                    <a:pt x="805716" y="505743"/>
                  </a:cubicBezTo>
                  <a:cubicBezTo>
                    <a:pt x="792305" y="472169"/>
                    <a:pt x="722276" y="449162"/>
                    <a:pt x="666108" y="430674"/>
                  </a:cubicBezTo>
                  <a:cubicBezTo>
                    <a:pt x="654677" y="426911"/>
                    <a:pt x="643516" y="423248"/>
                    <a:pt x="632984" y="419566"/>
                  </a:cubicBezTo>
                  <a:cubicBezTo>
                    <a:pt x="585728" y="403094"/>
                    <a:pt x="482124" y="424238"/>
                    <a:pt x="356018" y="476183"/>
                  </a:cubicBezTo>
                  <a:cubicBezTo>
                    <a:pt x="268581" y="512170"/>
                    <a:pt x="101195" y="475553"/>
                    <a:pt x="43766" y="442060"/>
                  </a:cubicBezTo>
                  <a:cubicBezTo>
                    <a:pt x="22344" y="429566"/>
                    <a:pt x="8545" y="400556"/>
                    <a:pt x="2766" y="355847"/>
                  </a:cubicBezTo>
                  <a:cubicBezTo>
                    <a:pt x="-6253" y="286169"/>
                    <a:pt x="7294" y="176525"/>
                    <a:pt x="35945" y="147883"/>
                  </a:cubicBezTo>
                  <a:cubicBezTo>
                    <a:pt x="54172" y="129647"/>
                    <a:pt x="101104" y="108062"/>
                    <a:pt x="150791" y="85199"/>
                  </a:cubicBezTo>
                  <a:cubicBezTo>
                    <a:pt x="196094" y="64361"/>
                    <a:pt x="247437" y="40733"/>
                    <a:pt x="263611" y="24558"/>
                  </a:cubicBezTo>
                  <a:cubicBezTo>
                    <a:pt x="296259" y="-8089"/>
                    <a:pt x="420556" y="-2004"/>
                    <a:pt x="556114" y="7807"/>
                  </a:cubicBezTo>
                  <a:cubicBezTo>
                    <a:pt x="572046" y="8959"/>
                    <a:pt x="586178" y="9976"/>
                    <a:pt x="597789" y="10660"/>
                  </a:cubicBezTo>
                  <a:cubicBezTo>
                    <a:pt x="677270" y="15332"/>
                    <a:pt x="1223912" y="156975"/>
                    <a:pt x="1266217" y="172862"/>
                  </a:cubicBezTo>
                  <a:cubicBezTo>
                    <a:pt x="1274049" y="175796"/>
                    <a:pt x="1278009" y="184545"/>
                    <a:pt x="1275128" y="192385"/>
                  </a:cubicBezTo>
                  <a:cubicBezTo>
                    <a:pt x="1272158" y="200225"/>
                    <a:pt x="1263426" y="204213"/>
                    <a:pt x="1255596" y="201260"/>
                  </a:cubicBezTo>
                  <a:cubicBezTo>
                    <a:pt x="1213650" y="185553"/>
                    <a:pt x="674209" y="45540"/>
                    <a:pt x="595989" y="40931"/>
                  </a:cubicBezTo>
                  <a:cubicBezTo>
                    <a:pt x="584287" y="40247"/>
                    <a:pt x="569976" y="39212"/>
                    <a:pt x="553954" y="38060"/>
                  </a:cubicBezTo>
                  <a:cubicBezTo>
                    <a:pt x="481134" y="32794"/>
                    <a:pt x="310598" y="20463"/>
                    <a:pt x="285070" y="46008"/>
                  </a:cubicBezTo>
                  <a:cubicBezTo>
                    <a:pt x="265061" y="66018"/>
                    <a:pt x="215707" y="88719"/>
                    <a:pt x="163473" y="112761"/>
                  </a:cubicBezTo>
                  <a:cubicBezTo>
                    <a:pt x="120501" y="132527"/>
                    <a:pt x="71797" y="154931"/>
                    <a:pt x="57403" y="169333"/>
                  </a:cubicBezTo>
                  <a:cubicBezTo>
                    <a:pt x="41337" y="185400"/>
                    <a:pt x="23217" y="277401"/>
                    <a:pt x="32858" y="351958"/>
                  </a:cubicBezTo>
                  <a:cubicBezTo>
                    <a:pt x="37178" y="385380"/>
                    <a:pt x="46728" y="408675"/>
                    <a:pt x="59060" y="415867"/>
                  </a:cubicBezTo>
                  <a:cubicBezTo>
                    <a:pt x="110600" y="445931"/>
                    <a:pt x="266564" y="480225"/>
                    <a:pt x="344496" y="448145"/>
                  </a:cubicBezTo>
                  <a:cubicBezTo>
                    <a:pt x="423707" y="415525"/>
                    <a:pt x="567815" y="364704"/>
                    <a:pt x="642975" y="390933"/>
                  </a:cubicBezTo>
                  <a:cubicBezTo>
                    <a:pt x="653327" y="394552"/>
                    <a:pt x="664308" y="398161"/>
                    <a:pt x="675560" y="401861"/>
                  </a:cubicBezTo>
                  <a:cubicBezTo>
                    <a:pt x="740998" y="423383"/>
                    <a:pt x="815168" y="447767"/>
                    <a:pt x="833891" y="494474"/>
                  </a:cubicBezTo>
                  <a:cubicBezTo>
                    <a:pt x="836770" y="501711"/>
                    <a:pt x="839742" y="510010"/>
                    <a:pt x="842982" y="518930"/>
                  </a:cubicBezTo>
                  <a:cubicBezTo>
                    <a:pt x="859723" y="565268"/>
                    <a:pt x="882587" y="628736"/>
                    <a:pt x="925342" y="632030"/>
                  </a:cubicBezTo>
                  <a:cubicBezTo>
                    <a:pt x="985740" y="636684"/>
                    <a:pt x="1271618" y="773727"/>
                    <a:pt x="1284759" y="813107"/>
                  </a:cubicBezTo>
                  <a:cubicBezTo>
                    <a:pt x="1287460" y="821046"/>
                    <a:pt x="1283139" y="829642"/>
                    <a:pt x="1275219" y="832288"/>
                  </a:cubicBezTo>
                  <a:cubicBezTo>
                    <a:pt x="1273599" y="832819"/>
                    <a:pt x="1271978" y="833071"/>
                    <a:pt x="1270358" y="833071"/>
                  </a:cubicBezTo>
                  <a:close/>
                  <a:moveTo>
                    <a:pt x="1255956" y="822693"/>
                  </a:moveTo>
                  <a:cubicBezTo>
                    <a:pt x="1255956" y="822693"/>
                    <a:pt x="1255956" y="822702"/>
                    <a:pt x="1255956" y="822711"/>
                  </a:cubicBezTo>
                  <a:cubicBezTo>
                    <a:pt x="1255956" y="822711"/>
                    <a:pt x="1255956" y="822702"/>
                    <a:pt x="1255956" y="822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8"/>
            <p:cNvSpPr/>
            <p:nvPr/>
          </p:nvSpPr>
          <p:spPr>
            <a:xfrm flipH="1">
              <a:off x="357423" y="2650674"/>
              <a:ext cx="623385" cy="315764"/>
            </a:xfrm>
            <a:custGeom>
              <a:avLst/>
              <a:gdLst/>
              <a:ahLst/>
              <a:cxnLst/>
              <a:rect l="l" t="t" r="r" b="b"/>
              <a:pathLst>
                <a:path w="555354" h="281304" extrusionOk="0">
                  <a:moveTo>
                    <a:pt x="133911" y="281304"/>
                  </a:moveTo>
                  <a:cubicBezTo>
                    <a:pt x="103838" y="281304"/>
                    <a:pt x="68401" y="273446"/>
                    <a:pt x="43089" y="267839"/>
                  </a:cubicBezTo>
                  <a:cubicBezTo>
                    <a:pt x="36932" y="266470"/>
                    <a:pt x="31424" y="265246"/>
                    <a:pt x="26815" y="264328"/>
                  </a:cubicBezTo>
                  <a:cubicBezTo>
                    <a:pt x="-4986" y="257964"/>
                    <a:pt x="-900" y="195415"/>
                    <a:pt x="1801" y="154037"/>
                  </a:cubicBezTo>
                  <a:cubicBezTo>
                    <a:pt x="2368" y="145386"/>
                    <a:pt x="2854" y="137907"/>
                    <a:pt x="2854" y="132731"/>
                  </a:cubicBezTo>
                  <a:cubicBezTo>
                    <a:pt x="2854" y="110426"/>
                    <a:pt x="74908" y="63917"/>
                    <a:pt x="152759" y="16994"/>
                  </a:cubicBezTo>
                  <a:cubicBezTo>
                    <a:pt x="162291" y="11251"/>
                    <a:pt x="169168" y="7101"/>
                    <a:pt x="172004" y="5175"/>
                  </a:cubicBezTo>
                  <a:lnTo>
                    <a:pt x="172004" y="5175"/>
                  </a:lnTo>
                  <a:cubicBezTo>
                    <a:pt x="190312" y="-7247"/>
                    <a:pt x="272178" y="4518"/>
                    <a:pt x="377312" y="21179"/>
                  </a:cubicBezTo>
                  <a:cubicBezTo>
                    <a:pt x="411066" y="26535"/>
                    <a:pt x="440230" y="31162"/>
                    <a:pt x="459672" y="33205"/>
                  </a:cubicBezTo>
                  <a:cubicBezTo>
                    <a:pt x="529882" y="40586"/>
                    <a:pt x="555355" y="81820"/>
                    <a:pt x="555355" y="107735"/>
                  </a:cubicBezTo>
                  <a:cubicBezTo>
                    <a:pt x="555355" y="135314"/>
                    <a:pt x="452291" y="189510"/>
                    <a:pt x="413766" y="200024"/>
                  </a:cubicBezTo>
                  <a:cubicBezTo>
                    <a:pt x="404315" y="202607"/>
                    <a:pt x="388113" y="206118"/>
                    <a:pt x="367591" y="210555"/>
                  </a:cubicBezTo>
                  <a:cubicBezTo>
                    <a:pt x="306472" y="223796"/>
                    <a:pt x="204228" y="245957"/>
                    <a:pt x="183156" y="267028"/>
                  </a:cubicBezTo>
                  <a:cubicBezTo>
                    <a:pt x="172562" y="277623"/>
                    <a:pt x="154488" y="281304"/>
                    <a:pt x="133911" y="281304"/>
                  </a:cubicBezTo>
                  <a:close/>
                  <a:moveTo>
                    <a:pt x="202319" y="6273"/>
                  </a:moveTo>
                  <a:cubicBezTo>
                    <a:pt x="189322" y="6273"/>
                    <a:pt x="179853" y="7488"/>
                    <a:pt x="175551" y="10405"/>
                  </a:cubicBezTo>
                  <a:cubicBezTo>
                    <a:pt x="172580" y="12421"/>
                    <a:pt x="165631" y="16607"/>
                    <a:pt x="156027" y="22403"/>
                  </a:cubicBezTo>
                  <a:cubicBezTo>
                    <a:pt x="115863" y="46608"/>
                    <a:pt x="9172" y="110912"/>
                    <a:pt x="9172" y="132731"/>
                  </a:cubicBezTo>
                  <a:cubicBezTo>
                    <a:pt x="9172" y="138123"/>
                    <a:pt x="8677" y="145684"/>
                    <a:pt x="8101" y="154451"/>
                  </a:cubicBezTo>
                  <a:cubicBezTo>
                    <a:pt x="5698" y="191266"/>
                    <a:pt x="1675" y="252861"/>
                    <a:pt x="28038" y="258144"/>
                  </a:cubicBezTo>
                  <a:cubicBezTo>
                    <a:pt x="32683" y="259080"/>
                    <a:pt x="38237" y="260305"/>
                    <a:pt x="44439" y="261682"/>
                  </a:cubicBezTo>
                  <a:cubicBezTo>
                    <a:pt x="83090" y="270242"/>
                    <a:pt x="155046" y="286210"/>
                    <a:pt x="178674" y="262573"/>
                  </a:cubicBezTo>
                  <a:cubicBezTo>
                    <a:pt x="201060" y="240187"/>
                    <a:pt x="300442" y="218647"/>
                    <a:pt x="366240" y="204389"/>
                  </a:cubicBezTo>
                  <a:cubicBezTo>
                    <a:pt x="386673" y="199970"/>
                    <a:pt x="402785" y="196468"/>
                    <a:pt x="412146" y="193939"/>
                  </a:cubicBezTo>
                  <a:cubicBezTo>
                    <a:pt x="455082" y="182228"/>
                    <a:pt x="548964" y="128734"/>
                    <a:pt x="548964" y="107753"/>
                  </a:cubicBezTo>
                  <a:cubicBezTo>
                    <a:pt x="548964" y="84124"/>
                    <a:pt x="525022" y="46446"/>
                    <a:pt x="459042" y="39506"/>
                  </a:cubicBezTo>
                  <a:cubicBezTo>
                    <a:pt x="439420" y="37435"/>
                    <a:pt x="410166" y="32800"/>
                    <a:pt x="376322" y="27444"/>
                  </a:cubicBezTo>
                  <a:cubicBezTo>
                    <a:pt x="317814" y="18173"/>
                    <a:pt x="242924" y="6291"/>
                    <a:pt x="202311" y="6291"/>
                  </a:cubicBezTo>
                  <a:close/>
                  <a:moveTo>
                    <a:pt x="173786" y="7785"/>
                  </a:moveTo>
                  <a:lnTo>
                    <a:pt x="173867" y="7785"/>
                  </a:lnTo>
                  <a:lnTo>
                    <a:pt x="173786" y="77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9" name="Google Shape;2989;p8"/>
            <p:cNvSpPr/>
            <p:nvPr/>
          </p:nvSpPr>
          <p:spPr>
            <a:xfrm flipH="1">
              <a:off x="-504137" y="2707440"/>
              <a:ext cx="775916" cy="572538"/>
            </a:xfrm>
            <a:custGeom>
              <a:avLst/>
              <a:gdLst/>
              <a:ahLst/>
              <a:cxnLst/>
              <a:rect l="l" t="t" r="r" b="b"/>
              <a:pathLst>
                <a:path w="691239" h="510056" extrusionOk="0">
                  <a:moveTo>
                    <a:pt x="441734" y="510057"/>
                  </a:moveTo>
                  <a:cubicBezTo>
                    <a:pt x="433633" y="510057"/>
                    <a:pt x="426972" y="508833"/>
                    <a:pt x="422292" y="506105"/>
                  </a:cubicBezTo>
                  <a:cubicBezTo>
                    <a:pt x="411220" y="499615"/>
                    <a:pt x="393488" y="489939"/>
                    <a:pt x="372965" y="478733"/>
                  </a:cubicBezTo>
                  <a:cubicBezTo>
                    <a:pt x="313648" y="446392"/>
                    <a:pt x="232547" y="402106"/>
                    <a:pt x="211124" y="380674"/>
                  </a:cubicBezTo>
                  <a:cubicBezTo>
                    <a:pt x="194922" y="364517"/>
                    <a:pt x="175569" y="336181"/>
                    <a:pt x="158377" y="311176"/>
                  </a:cubicBezTo>
                  <a:cubicBezTo>
                    <a:pt x="145415" y="292120"/>
                    <a:pt x="133084" y="274127"/>
                    <a:pt x="125433" y="266449"/>
                  </a:cubicBezTo>
                  <a:cubicBezTo>
                    <a:pt x="120662" y="261687"/>
                    <a:pt x="110671" y="255350"/>
                    <a:pt x="99239" y="248023"/>
                  </a:cubicBezTo>
                  <a:cubicBezTo>
                    <a:pt x="68725" y="228617"/>
                    <a:pt x="26960" y="202036"/>
                    <a:pt x="35331" y="174070"/>
                  </a:cubicBezTo>
                  <a:cubicBezTo>
                    <a:pt x="45772" y="139496"/>
                    <a:pt x="20659" y="68513"/>
                    <a:pt x="3737" y="44741"/>
                  </a:cubicBezTo>
                  <a:cubicBezTo>
                    <a:pt x="-1663" y="37171"/>
                    <a:pt x="-224" y="30888"/>
                    <a:pt x="1937" y="26936"/>
                  </a:cubicBezTo>
                  <a:cubicBezTo>
                    <a:pt x="11928" y="8655"/>
                    <a:pt x="61795" y="-2506"/>
                    <a:pt x="120662" y="482"/>
                  </a:cubicBezTo>
                  <a:cubicBezTo>
                    <a:pt x="169179" y="2903"/>
                    <a:pt x="288804" y="42643"/>
                    <a:pt x="376115" y="71654"/>
                  </a:cubicBezTo>
                  <a:cubicBezTo>
                    <a:pt x="417071" y="85282"/>
                    <a:pt x="452536" y="97047"/>
                    <a:pt x="467477" y="100503"/>
                  </a:cubicBezTo>
                  <a:cubicBezTo>
                    <a:pt x="469188" y="100899"/>
                    <a:pt x="470268" y="102591"/>
                    <a:pt x="469818" y="104293"/>
                  </a:cubicBezTo>
                  <a:cubicBezTo>
                    <a:pt x="469458" y="105994"/>
                    <a:pt x="467748" y="107083"/>
                    <a:pt x="466038" y="106660"/>
                  </a:cubicBezTo>
                  <a:cubicBezTo>
                    <a:pt x="450736" y="103140"/>
                    <a:pt x="416981" y="91889"/>
                    <a:pt x="374136" y="77658"/>
                  </a:cubicBezTo>
                  <a:cubicBezTo>
                    <a:pt x="287094" y="48755"/>
                    <a:pt x="168009" y="9177"/>
                    <a:pt x="120392" y="6792"/>
                  </a:cubicBezTo>
                  <a:cubicBezTo>
                    <a:pt x="59364" y="3785"/>
                    <a:pt x="14989" y="16180"/>
                    <a:pt x="7427" y="29961"/>
                  </a:cubicBezTo>
                  <a:cubicBezTo>
                    <a:pt x="5537" y="33444"/>
                    <a:pt x="5988" y="37081"/>
                    <a:pt x="8867" y="41059"/>
                  </a:cubicBezTo>
                  <a:cubicBezTo>
                    <a:pt x="26960" y="66353"/>
                    <a:pt x="52523" y="138965"/>
                    <a:pt x="41452" y="175888"/>
                  </a:cubicBezTo>
                  <a:cubicBezTo>
                    <a:pt x="34431" y="199273"/>
                    <a:pt x="73856" y="224368"/>
                    <a:pt x="102570" y="242695"/>
                  </a:cubicBezTo>
                  <a:cubicBezTo>
                    <a:pt x="114452" y="250220"/>
                    <a:pt x="124623" y="256728"/>
                    <a:pt x="129843" y="261984"/>
                  </a:cubicBezTo>
                  <a:cubicBezTo>
                    <a:pt x="137945" y="270067"/>
                    <a:pt x="149916" y="287467"/>
                    <a:pt x="163598" y="307611"/>
                  </a:cubicBezTo>
                  <a:cubicBezTo>
                    <a:pt x="180610" y="332392"/>
                    <a:pt x="199783" y="360466"/>
                    <a:pt x="215535" y="376209"/>
                  </a:cubicBezTo>
                  <a:cubicBezTo>
                    <a:pt x="236327" y="397011"/>
                    <a:pt x="317068" y="441036"/>
                    <a:pt x="375936" y="473188"/>
                  </a:cubicBezTo>
                  <a:cubicBezTo>
                    <a:pt x="396548" y="484413"/>
                    <a:pt x="414281" y="494116"/>
                    <a:pt x="425532" y="500651"/>
                  </a:cubicBezTo>
                  <a:cubicBezTo>
                    <a:pt x="458206" y="519742"/>
                    <a:pt x="610596" y="452890"/>
                    <a:pt x="686656" y="414878"/>
                  </a:cubicBezTo>
                  <a:cubicBezTo>
                    <a:pt x="688187" y="414095"/>
                    <a:pt x="690077" y="414734"/>
                    <a:pt x="690887" y="416292"/>
                  </a:cubicBezTo>
                  <a:cubicBezTo>
                    <a:pt x="691697" y="417849"/>
                    <a:pt x="691067" y="419748"/>
                    <a:pt x="689447" y="420531"/>
                  </a:cubicBezTo>
                  <a:cubicBezTo>
                    <a:pt x="681346" y="424591"/>
                    <a:pt x="509513" y="510057"/>
                    <a:pt x="441734" y="5100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0" name="Google Shape;2990;p8"/>
            <p:cNvSpPr/>
            <p:nvPr/>
          </p:nvSpPr>
          <p:spPr>
            <a:xfrm flipH="1">
              <a:off x="494589" y="2712322"/>
              <a:ext cx="329968" cy="142983"/>
            </a:xfrm>
            <a:custGeom>
              <a:avLst/>
              <a:gdLst/>
              <a:ahLst/>
              <a:cxnLst/>
              <a:rect l="l" t="t" r="r" b="b"/>
              <a:pathLst>
                <a:path w="293958" h="127379" extrusionOk="0">
                  <a:moveTo>
                    <a:pt x="13196" y="127371"/>
                  </a:moveTo>
                  <a:cubicBezTo>
                    <a:pt x="9299" y="127371"/>
                    <a:pt x="6058" y="125472"/>
                    <a:pt x="3844" y="121880"/>
                  </a:cubicBezTo>
                  <a:cubicBezTo>
                    <a:pt x="-7183" y="104022"/>
                    <a:pt x="8074" y="41725"/>
                    <a:pt x="17517" y="22858"/>
                  </a:cubicBezTo>
                  <a:cubicBezTo>
                    <a:pt x="29516" y="-1139"/>
                    <a:pt x="108518" y="-3479"/>
                    <a:pt x="145873" y="3308"/>
                  </a:cubicBezTo>
                  <a:cubicBezTo>
                    <a:pt x="160366" y="5945"/>
                    <a:pt x="180888" y="6944"/>
                    <a:pt x="202581" y="7997"/>
                  </a:cubicBezTo>
                  <a:cubicBezTo>
                    <a:pt x="240476" y="9833"/>
                    <a:pt x="276301" y="11571"/>
                    <a:pt x="286742" y="22039"/>
                  </a:cubicBezTo>
                  <a:lnTo>
                    <a:pt x="286742" y="22039"/>
                  </a:lnTo>
                  <a:cubicBezTo>
                    <a:pt x="293223" y="28565"/>
                    <a:pt x="295384" y="35694"/>
                    <a:pt x="293043" y="43192"/>
                  </a:cubicBezTo>
                  <a:cubicBezTo>
                    <a:pt x="283591" y="73283"/>
                    <a:pt x="200421" y="99881"/>
                    <a:pt x="167296" y="105912"/>
                  </a:cubicBezTo>
                  <a:cubicBezTo>
                    <a:pt x="131202" y="112465"/>
                    <a:pt x="35609" y="127380"/>
                    <a:pt x="13205" y="127380"/>
                  </a:cubicBezTo>
                  <a:close/>
                  <a:moveTo>
                    <a:pt x="102578" y="6206"/>
                  </a:moveTo>
                  <a:cubicBezTo>
                    <a:pt x="67059" y="6206"/>
                    <a:pt x="29821" y="12372"/>
                    <a:pt x="23170" y="25684"/>
                  </a:cubicBezTo>
                  <a:cubicBezTo>
                    <a:pt x="13403" y="45208"/>
                    <a:pt x="468" y="104382"/>
                    <a:pt x="9227" y="118559"/>
                  </a:cubicBezTo>
                  <a:cubicBezTo>
                    <a:pt x="10595" y="120773"/>
                    <a:pt x="12062" y="121061"/>
                    <a:pt x="13205" y="121061"/>
                  </a:cubicBezTo>
                  <a:cubicBezTo>
                    <a:pt x="34025" y="121061"/>
                    <a:pt x="124901" y="107199"/>
                    <a:pt x="166126" y="99692"/>
                  </a:cubicBezTo>
                  <a:cubicBezTo>
                    <a:pt x="203031" y="92977"/>
                    <a:pt x="279181" y="66280"/>
                    <a:pt x="287012" y="41310"/>
                  </a:cubicBezTo>
                  <a:cubicBezTo>
                    <a:pt x="288633" y="36153"/>
                    <a:pt x="287102" y="31310"/>
                    <a:pt x="282241" y="26504"/>
                  </a:cubicBezTo>
                  <a:lnTo>
                    <a:pt x="282241" y="26504"/>
                  </a:lnTo>
                  <a:cubicBezTo>
                    <a:pt x="273510" y="17754"/>
                    <a:pt x="235705" y="15927"/>
                    <a:pt x="202311" y="14307"/>
                  </a:cubicBezTo>
                  <a:cubicBezTo>
                    <a:pt x="180348" y="13245"/>
                    <a:pt x="159645" y="12237"/>
                    <a:pt x="144703" y="9527"/>
                  </a:cubicBezTo>
                  <a:cubicBezTo>
                    <a:pt x="132641" y="7340"/>
                    <a:pt x="117790" y="6206"/>
                    <a:pt x="102578" y="62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8"/>
            <p:cNvSpPr/>
            <p:nvPr/>
          </p:nvSpPr>
          <p:spPr>
            <a:xfrm flipH="1">
              <a:off x="-262274" y="2792193"/>
              <a:ext cx="420208" cy="331716"/>
            </a:xfrm>
            <a:custGeom>
              <a:avLst/>
              <a:gdLst/>
              <a:ahLst/>
              <a:cxnLst/>
              <a:rect l="l" t="t" r="r" b="b"/>
              <a:pathLst>
                <a:path w="374350" h="295515" extrusionOk="0">
                  <a:moveTo>
                    <a:pt x="310356" y="295506"/>
                  </a:moveTo>
                  <a:cubicBezTo>
                    <a:pt x="283802" y="295506"/>
                    <a:pt x="134383" y="237260"/>
                    <a:pt x="112780" y="203550"/>
                  </a:cubicBezTo>
                  <a:cubicBezTo>
                    <a:pt x="91627" y="170426"/>
                    <a:pt x="39960" y="121982"/>
                    <a:pt x="20518" y="103745"/>
                  </a:cubicBezTo>
                  <a:cubicBezTo>
                    <a:pt x="6025" y="90126"/>
                    <a:pt x="-5316" y="49639"/>
                    <a:pt x="2605" y="23509"/>
                  </a:cubicBezTo>
                  <a:cubicBezTo>
                    <a:pt x="6475" y="10799"/>
                    <a:pt x="14487" y="3085"/>
                    <a:pt x="25738" y="1195"/>
                  </a:cubicBezTo>
                  <a:lnTo>
                    <a:pt x="25738" y="1195"/>
                  </a:lnTo>
                  <a:cubicBezTo>
                    <a:pt x="51842" y="-3171"/>
                    <a:pt x="87757" y="5128"/>
                    <a:pt x="129341" y="14750"/>
                  </a:cubicBezTo>
                  <a:cubicBezTo>
                    <a:pt x="151485" y="19890"/>
                    <a:pt x="174438" y="25201"/>
                    <a:pt x="198111" y="29098"/>
                  </a:cubicBezTo>
                  <a:cubicBezTo>
                    <a:pt x="265800" y="40242"/>
                    <a:pt x="355542" y="84501"/>
                    <a:pt x="371114" y="99100"/>
                  </a:cubicBezTo>
                  <a:cubicBezTo>
                    <a:pt x="381195" y="108606"/>
                    <a:pt x="365172" y="168311"/>
                    <a:pt x="357792" y="193541"/>
                  </a:cubicBezTo>
                  <a:cubicBezTo>
                    <a:pt x="354821" y="203640"/>
                    <a:pt x="328538" y="292329"/>
                    <a:pt x="312426" y="295353"/>
                  </a:cubicBezTo>
                  <a:cubicBezTo>
                    <a:pt x="311796" y="295461"/>
                    <a:pt x="311165" y="295515"/>
                    <a:pt x="310356" y="295515"/>
                  </a:cubicBezTo>
                  <a:close/>
                  <a:moveTo>
                    <a:pt x="41580" y="6298"/>
                  </a:moveTo>
                  <a:cubicBezTo>
                    <a:pt x="36270" y="6298"/>
                    <a:pt x="31409" y="6649"/>
                    <a:pt x="26818" y="7423"/>
                  </a:cubicBezTo>
                  <a:lnTo>
                    <a:pt x="26818" y="7423"/>
                  </a:lnTo>
                  <a:cubicBezTo>
                    <a:pt x="17907" y="8909"/>
                    <a:pt x="11786" y="14939"/>
                    <a:pt x="8636" y="25336"/>
                  </a:cubicBezTo>
                  <a:cubicBezTo>
                    <a:pt x="1525" y="48838"/>
                    <a:pt x="11786" y="86814"/>
                    <a:pt x="24838" y="99100"/>
                  </a:cubicBezTo>
                  <a:cubicBezTo>
                    <a:pt x="44460" y="117526"/>
                    <a:pt x="96578" y="166357"/>
                    <a:pt x="118180" y="200148"/>
                  </a:cubicBezTo>
                  <a:cubicBezTo>
                    <a:pt x="138523" y="231994"/>
                    <a:pt x="295054" y="292185"/>
                    <a:pt x="311256" y="289142"/>
                  </a:cubicBezTo>
                  <a:cubicBezTo>
                    <a:pt x="317916" y="287747"/>
                    <a:pt x="337629" y="242354"/>
                    <a:pt x="354011" y="183712"/>
                  </a:cubicBezTo>
                  <a:cubicBezTo>
                    <a:pt x="369044" y="130308"/>
                    <a:pt x="369853" y="106608"/>
                    <a:pt x="366793" y="103709"/>
                  </a:cubicBezTo>
                  <a:cubicBezTo>
                    <a:pt x="354101" y="91864"/>
                    <a:pt x="265800" y="46651"/>
                    <a:pt x="197030" y="35336"/>
                  </a:cubicBezTo>
                  <a:cubicBezTo>
                    <a:pt x="173268" y="31412"/>
                    <a:pt x="150224" y="26074"/>
                    <a:pt x="127902" y="20916"/>
                  </a:cubicBezTo>
                  <a:cubicBezTo>
                    <a:pt x="94507" y="13184"/>
                    <a:pt x="64893" y="6307"/>
                    <a:pt x="41580" y="6307"/>
                  </a:cubicBezTo>
                  <a:close/>
                  <a:moveTo>
                    <a:pt x="26278" y="4309"/>
                  </a:moveTo>
                  <a:lnTo>
                    <a:pt x="26368" y="4309"/>
                  </a:lnTo>
                  <a:lnTo>
                    <a:pt x="26278" y="4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8"/>
            <p:cNvSpPr/>
            <p:nvPr/>
          </p:nvSpPr>
          <p:spPr>
            <a:xfrm flipH="1">
              <a:off x="-351709" y="2431456"/>
              <a:ext cx="1562023" cy="1149057"/>
            </a:xfrm>
            <a:custGeom>
              <a:avLst/>
              <a:gdLst/>
              <a:ahLst/>
              <a:cxnLst/>
              <a:rect l="l" t="t" r="r" b="b"/>
              <a:pathLst>
                <a:path w="1391557" h="1023659" extrusionOk="0">
                  <a:moveTo>
                    <a:pt x="1299131" y="1023650"/>
                  </a:moveTo>
                  <a:cubicBezTo>
                    <a:pt x="1298322" y="1023650"/>
                    <a:pt x="1297511" y="1023344"/>
                    <a:pt x="1296972" y="1022723"/>
                  </a:cubicBezTo>
                  <a:cubicBezTo>
                    <a:pt x="1253766" y="979545"/>
                    <a:pt x="1033327" y="855625"/>
                    <a:pt x="995161" y="848686"/>
                  </a:cubicBezTo>
                  <a:cubicBezTo>
                    <a:pt x="938184" y="838334"/>
                    <a:pt x="862484" y="820818"/>
                    <a:pt x="862484" y="788467"/>
                  </a:cubicBezTo>
                  <a:cubicBezTo>
                    <a:pt x="862484" y="756117"/>
                    <a:pt x="824949" y="623098"/>
                    <a:pt x="818559" y="615906"/>
                  </a:cubicBezTo>
                  <a:cubicBezTo>
                    <a:pt x="811448" y="609362"/>
                    <a:pt x="681381" y="566948"/>
                    <a:pt x="643215" y="577345"/>
                  </a:cubicBezTo>
                  <a:cubicBezTo>
                    <a:pt x="604601" y="587876"/>
                    <a:pt x="421607" y="651110"/>
                    <a:pt x="379283" y="666501"/>
                  </a:cubicBezTo>
                  <a:cubicBezTo>
                    <a:pt x="339353" y="681020"/>
                    <a:pt x="195794" y="656618"/>
                    <a:pt x="152750" y="648796"/>
                  </a:cubicBezTo>
                  <a:cubicBezTo>
                    <a:pt x="111848" y="641352"/>
                    <a:pt x="47589" y="562511"/>
                    <a:pt x="32773" y="536596"/>
                  </a:cubicBezTo>
                  <a:cubicBezTo>
                    <a:pt x="18102" y="510907"/>
                    <a:pt x="-10424" y="266687"/>
                    <a:pt x="3925" y="216469"/>
                  </a:cubicBezTo>
                  <a:cubicBezTo>
                    <a:pt x="13313" y="183615"/>
                    <a:pt x="78626" y="161058"/>
                    <a:pt x="136242" y="141156"/>
                  </a:cubicBezTo>
                  <a:cubicBezTo>
                    <a:pt x="167323" y="130427"/>
                    <a:pt x="196676" y="120283"/>
                    <a:pt x="205371" y="111588"/>
                  </a:cubicBezTo>
                  <a:cubicBezTo>
                    <a:pt x="230196" y="86762"/>
                    <a:pt x="330659" y="7264"/>
                    <a:pt x="359949" y="3591"/>
                  </a:cubicBezTo>
                  <a:cubicBezTo>
                    <a:pt x="386637" y="261"/>
                    <a:pt x="552753" y="0"/>
                    <a:pt x="603070" y="0"/>
                  </a:cubicBezTo>
                  <a:cubicBezTo>
                    <a:pt x="628184" y="0"/>
                    <a:pt x="1358089" y="187414"/>
                    <a:pt x="1389143" y="195389"/>
                  </a:cubicBezTo>
                  <a:cubicBezTo>
                    <a:pt x="1390854" y="195821"/>
                    <a:pt x="1391844" y="197540"/>
                    <a:pt x="1391484" y="199232"/>
                  </a:cubicBezTo>
                  <a:cubicBezTo>
                    <a:pt x="1391034" y="200915"/>
                    <a:pt x="1389234" y="201941"/>
                    <a:pt x="1387613" y="201509"/>
                  </a:cubicBezTo>
                  <a:cubicBezTo>
                    <a:pt x="1124778" y="133992"/>
                    <a:pt x="622512" y="6319"/>
                    <a:pt x="603070" y="6319"/>
                  </a:cubicBezTo>
                  <a:cubicBezTo>
                    <a:pt x="552844" y="6319"/>
                    <a:pt x="387051" y="6571"/>
                    <a:pt x="360731" y="9865"/>
                  </a:cubicBezTo>
                  <a:cubicBezTo>
                    <a:pt x="333197" y="13313"/>
                    <a:pt x="233563" y="92334"/>
                    <a:pt x="209835" y="116052"/>
                  </a:cubicBezTo>
                  <a:cubicBezTo>
                    <a:pt x="200106" y="125783"/>
                    <a:pt x="171464" y="135675"/>
                    <a:pt x="138295" y="147124"/>
                  </a:cubicBezTo>
                  <a:cubicBezTo>
                    <a:pt x="84908" y="165568"/>
                    <a:pt x="18471" y="188512"/>
                    <a:pt x="9982" y="218207"/>
                  </a:cubicBezTo>
                  <a:cubicBezTo>
                    <a:pt x="-4159" y="267704"/>
                    <a:pt x="23808" y="508189"/>
                    <a:pt x="38246" y="533464"/>
                  </a:cubicBezTo>
                  <a:cubicBezTo>
                    <a:pt x="52234" y="557929"/>
                    <a:pt x="115503" y="635609"/>
                    <a:pt x="153866" y="642576"/>
                  </a:cubicBezTo>
                  <a:cubicBezTo>
                    <a:pt x="184218" y="648103"/>
                    <a:pt x="337661" y="674882"/>
                    <a:pt x="377105" y="660570"/>
                  </a:cubicBezTo>
                  <a:cubicBezTo>
                    <a:pt x="419446" y="645160"/>
                    <a:pt x="602710" y="581827"/>
                    <a:pt x="641505" y="571251"/>
                  </a:cubicBezTo>
                  <a:cubicBezTo>
                    <a:pt x="680391" y="560630"/>
                    <a:pt x="813698" y="602080"/>
                    <a:pt x="823059" y="611468"/>
                  </a:cubicBezTo>
                  <a:cubicBezTo>
                    <a:pt x="831700" y="620136"/>
                    <a:pt x="868785" y="757071"/>
                    <a:pt x="868785" y="788476"/>
                  </a:cubicBezTo>
                  <a:cubicBezTo>
                    <a:pt x="868785" y="802536"/>
                    <a:pt x="890928" y="823320"/>
                    <a:pt x="996332" y="842475"/>
                  </a:cubicBezTo>
                  <a:cubicBezTo>
                    <a:pt x="1034947" y="849496"/>
                    <a:pt x="1257817" y="974675"/>
                    <a:pt x="1301382" y="1018268"/>
                  </a:cubicBezTo>
                  <a:cubicBezTo>
                    <a:pt x="1302642" y="1019501"/>
                    <a:pt x="1302642" y="1021499"/>
                    <a:pt x="1301382" y="1022732"/>
                  </a:cubicBezTo>
                  <a:cubicBezTo>
                    <a:pt x="1300751" y="1023353"/>
                    <a:pt x="1299942" y="1023659"/>
                    <a:pt x="1299131" y="10236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8"/>
            <p:cNvSpPr/>
            <p:nvPr/>
          </p:nvSpPr>
          <p:spPr>
            <a:xfrm flipH="1">
              <a:off x="-295535" y="2110737"/>
              <a:ext cx="2074771" cy="2662279"/>
            </a:xfrm>
            <a:custGeom>
              <a:avLst/>
              <a:gdLst/>
              <a:ahLst/>
              <a:cxnLst/>
              <a:rect l="l" t="t" r="r" b="b"/>
              <a:pathLst>
                <a:path w="1848348" h="2371741" extrusionOk="0">
                  <a:moveTo>
                    <a:pt x="1119904" y="2371715"/>
                  </a:moveTo>
                  <a:cubicBezTo>
                    <a:pt x="1043483" y="2371715"/>
                    <a:pt x="919366" y="2356197"/>
                    <a:pt x="798373" y="2319373"/>
                  </a:cubicBezTo>
                  <a:cubicBezTo>
                    <a:pt x="631284" y="2268525"/>
                    <a:pt x="454365" y="2165084"/>
                    <a:pt x="436525" y="2147252"/>
                  </a:cubicBezTo>
                  <a:cubicBezTo>
                    <a:pt x="426785" y="2137513"/>
                    <a:pt x="418846" y="2107845"/>
                    <a:pt x="409666" y="2073488"/>
                  </a:cubicBezTo>
                  <a:cubicBezTo>
                    <a:pt x="401340" y="2042370"/>
                    <a:pt x="392734" y="2010191"/>
                    <a:pt x="382509" y="1993152"/>
                  </a:cubicBezTo>
                  <a:cubicBezTo>
                    <a:pt x="360105" y="1955824"/>
                    <a:pt x="296583" y="1864525"/>
                    <a:pt x="275890" y="1843840"/>
                  </a:cubicBezTo>
                  <a:cubicBezTo>
                    <a:pt x="255088" y="1823039"/>
                    <a:pt x="100276" y="1647093"/>
                    <a:pt x="92950" y="1592158"/>
                  </a:cubicBezTo>
                  <a:cubicBezTo>
                    <a:pt x="88197" y="1556568"/>
                    <a:pt x="126902" y="1477132"/>
                    <a:pt x="161044" y="1407040"/>
                  </a:cubicBezTo>
                  <a:cubicBezTo>
                    <a:pt x="179145" y="1369892"/>
                    <a:pt x="196247" y="1334788"/>
                    <a:pt x="203736" y="1312303"/>
                  </a:cubicBezTo>
                  <a:cubicBezTo>
                    <a:pt x="218534" y="1267927"/>
                    <a:pt x="214232" y="1204603"/>
                    <a:pt x="210433" y="1148742"/>
                  </a:cubicBezTo>
                  <a:cubicBezTo>
                    <a:pt x="208750" y="1123890"/>
                    <a:pt x="207148" y="1100415"/>
                    <a:pt x="207148" y="1079388"/>
                  </a:cubicBezTo>
                  <a:cubicBezTo>
                    <a:pt x="207148" y="1016227"/>
                    <a:pt x="142024" y="838922"/>
                    <a:pt x="122059" y="786085"/>
                  </a:cubicBezTo>
                  <a:lnTo>
                    <a:pt x="121673" y="785076"/>
                  </a:lnTo>
                  <a:cubicBezTo>
                    <a:pt x="119062" y="778164"/>
                    <a:pt x="99647" y="753302"/>
                    <a:pt x="79097" y="727001"/>
                  </a:cubicBezTo>
                  <a:cubicBezTo>
                    <a:pt x="43155" y="680978"/>
                    <a:pt x="2416" y="628816"/>
                    <a:pt x="121" y="610553"/>
                  </a:cubicBezTo>
                  <a:cubicBezTo>
                    <a:pt x="-3021" y="585448"/>
                    <a:pt x="55739" y="509883"/>
                    <a:pt x="113625" y="439278"/>
                  </a:cubicBezTo>
                  <a:lnTo>
                    <a:pt x="118612" y="433202"/>
                  </a:lnTo>
                  <a:cubicBezTo>
                    <a:pt x="151502" y="393003"/>
                    <a:pt x="305252" y="300282"/>
                    <a:pt x="355595" y="282306"/>
                  </a:cubicBezTo>
                  <a:cubicBezTo>
                    <a:pt x="405030" y="264646"/>
                    <a:pt x="540650" y="204032"/>
                    <a:pt x="587025" y="175498"/>
                  </a:cubicBezTo>
                  <a:cubicBezTo>
                    <a:pt x="609762" y="161502"/>
                    <a:pt x="652823" y="133103"/>
                    <a:pt x="694454" y="105640"/>
                  </a:cubicBezTo>
                  <a:cubicBezTo>
                    <a:pt x="737299" y="77386"/>
                    <a:pt x="777768" y="50688"/>
                    <a:pt x="790569" y="43370"/>
                  </a:cubicBezTo>
                  <a:cubicBezTo>
                    <a:pt x="817104" y="28203"/>
                    <a:pt x="1054825" y="3594"/>
                    <a:pt x="1252581" y="119"/>
                  </a:cubicBezTo>
                  <a:cubicBezTo>
                    <a:pt x="1453937" y="-3535"/>
                    <a:pt x="1841888" y="77899"/>
                    <a:pt x="1845849" y="78718"/>
                  </a:cubicBezTo>
                  <a:cubicBezTo>
                    <a:pt x="1847559" y="79078"/>
                    <a:pt x="1848639" y="80752"/>
                    <a:pt x="1848279" y="82462"/>
                  </a:cubicBezTo>
                  <a:cubicBezTo>
                    <a:pt x="1847919" y="84181"/>
                    <a:pt x="1846209" y="85253"/>
                    <a:pt x="1844499" y="84901"/>
                  </a:cubicBezTo>
                  <a:cubicBezTo>
                    <a:pt x="1840628" y="84082"/>
                    <a:pt x="1453307" y="3018"/>
                    <a:pt x="1252671" y="6438"/>
                  </a:cubicBezTo>
                  <a:cubicBezTo>
                    <a:pt x="1041233" y="10138"/>
                    <a:pt x="817076" y="35503"/>
                    <a:pt x="793701" y="48861"/>
                  </a:cubicBezTo>
                  <a:cubicBezTo>
                    <a:pt x="781072" y="56071"/>
                    <a:pt x="740693" y="82714"/>
                    <a:pt x="697928" y="110915"/>
                  </a:cubicBezTo>
                  <a:cubicBezTo>
                    <a:pt x="656252" y="138405"/>
                    <a:pt x="613155" y="166830"/>
                    <a:pt x="590328" y="180881"/>
                  </a:cubicBezTo>
                  <a:cubicBezTo>
                    <a:pt x="543675" y="209586"/>
                    <a:pt x="407379" y="270515"/>
                    <a:pt x="357710" y="288256"/>
                  </a:cubicBezTo>
                  <a:cubicBezTo>
                    <a:pt x="309185" y="305584"/>
                    <a:pt x="155121" y="398557"/>
                    <a:pt x="123500" y="437199"/>
                  </a:cubicBezTo>
                  <a:lnTo>
                    <a:pt x="118513" y="443284"/>
                  </a:lnTo>
                  <a:cubicBezTo>
                    <a:pt x="86964" y="481764"/>
                    <a:pt x="3163" y="583972"/>
                    <a:pt x="6394" y="609769"/>
                  </a:cubicBezTo>
                  <a:cubicBezTo>
                    <a:pt x="8464" y="626305"/>
                    <a:pt x="52166" y="682256"/>
                    <a:pt x="84074" y="723112"/>
                  </a:cubicBezTo>
                  <a:cubicBezTo>
                    <a:pt x="106740" y="752123"/>
                    <a:pt x="124634" y="775040"/>
                    <a:pt x="127586" y="782853"/>
                  </a:cubicBezTo>
                  <a:lnTo>
                    <a:pt x="127973" y="783861"/>
                  </a:lnTo>
                  <a:cubicBezTo>
                    <a:pt x="148028" y="836950"/>
                    <a:pt x="213466" y="1015165"/>
                    <a:pt x="213466" y="1079397"/>
                  </a:cubicBezTo>
                  <a:cubicBezTo>
                    <a:pt x="213466" y="1100208"/>
                    <a:pt x="215051" y="1123575"/>
                    <a:pt x="216734" y="1148328"/>
                  </a:cubicBezTo>
                  <a:cubicBezTo>
                    <a:pt x="220569" y="1204775"/>
                    <a:pt x="224916" y="1268755"/>
                    <a:pt x="209731" y="1314319"/>
                  </a:cubicBezTo>
                  <a:cubicBezTo>
                    <a:pt x="202107" y="1337200"/>
                    <a:pt x="184915" y="1372475"/>
                    <a:pt x="166723" y="1409830"/>
                  </a:cubicBezTo>
                  <a:cubicBezTo>
                    <a:pt x="132969" y="1479113"/>
                    <a:pt x="94714" y="1557639"/>
                    <a:pt x="99206" y="1591339"/>
                  </a:cubicBezTo>
                  <a:cubicBezTo>
                    <a:pt x="106199" y="1643798"/>
                    <a:pt x="260552" y="1819591"/>
                    <a:pt x="280354" y="1839394"/>
                  </a:cubicBezTo>
                  <a:cubicBezTo>
                    <a:pt x="302624" y="1861663"/>
                    <a:pt x="367783" y="1956373"/>
                    <a:pt x="387919" y="1989930"/>
                  </a:cubicBezTo>
                  <a:cubicBezTo>
                    <a:pt x="398603" y="2007725"/>
                    <a:pt x="407325" y="2040345"/>
                    <a:pt x="415759" y="2071885"/>
                  </a:cubicBezTo>
                  <a:cubicBezTo>
                    <a:pt x="423968" y="2102552"/>
                    <a:pt x="432447" y="2134273"/>
                    <a:pt x="440990" y="2142815"/>
                  </a:cubicBezTo>
                  <a:cubicBezTo>
                    <a:pt x="458020" y="2159845"/>
                    <a:pt x="637251" y="2263773"/>
                    <a:pt x="800199" y="2313360"/>
                  </a:cubicBezTo>
                  <a:cubicBezTo>
                    <a:pt x="962833" y="2362876"/>
                    <a:pt x="1142137" y="2374784"/>
                    <a:pt x="1183632" y="2358654"/>
                  </a:cubicBezTo>
                  <a:cubicBezTo>
                    <a:pt x="1226027" y="2342173"/>
                    <a:pt x="1378147" y="2260928"/>
                    <a:pt x="1422343" y="2235131"/>
                  </a:cubicBezTo>
                  <a:cubicBezTo>
                    <a:pt x="1465549" y="2209919"/>
                    <a:pt x="1688778" y="2174076"/>
                    <a:pt x="1799402" y="2195490"/>
                  </a:cubicBezTo>
                  <a:cubicBezTo>
                    <a:pt x="1801113" y="2195823"/>
                    <a:pt x="1802193" y="2197479"/>
                    <a:pt x="1801833" y="2199189"/>
                  </a:cubicBezTo>
                  <a:cubicBezTo>
                    <a:pt x="1801563" y="2200908"/>
                    <a:pt x="1799852" y="2201979"/>
                    <a:pt x="1798143" y="2201691"/>
                  </a:cubicBezTo>
                  <a:cubicBezTo>
                    <a:pt x="1688598" y="2180467"/>
                    <a:pt x="1468159" y="2215733"/>
                    <a:pt x="1425583" y="2240577"/>
                  </a:cubicBezTo>
                  <a:cubicBezTo>
                    <a:pt x="1381208" y="2266446"/>
                    <a:pt x="1228548" y="2347961"/>
                    <a:pt x="1185972" y="2364532"/>
                  </a:cubicBezTo>
                  <a:cubicBezTo>
                    <a:pt x="1173911" y="2369212"/>
                    <a:pt x="1150778" y="2371742"/>
                    <a:pt x="1119904" y="23717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8"/>
            <p:cNvSpPr/>
            <p:nvPr/>
          </p:nvSpPr>
          <p:spPr>
            <a:xfrm flipH="1">
              <a:off x="-379645" y="2198422"/>
              <a:ext cx="2050948" cy="2506186"/>
            </a:xfrm>
            <a:custGeom>
              <a:avLst/>
              <a:gdLst/>
              <a:ahLst/>
              <a:cxnLst/>
              <a:rect l="l" t="t" r="r" b="b"/>
              <a:pathLst>
                <a:path w="1827125" h="2232682" extrusionOk="0">
                  <a:moveTo>
                    <a:pt x="1013415" y="2232682"/>
                  </a:moveTo>
                  <a:cubicBezTo>
                    <a:pt x="950046" y="2232682"/>
                    <a:pt x="818638" y="2220485"/>
                    <a:pt x="748348" y="2191196"/>
                  </a:cubicBezTo>
                  <a:cubicBezTo>
                    <a:pt x="664601" y="2156289"/>
                    <a:pt x="430750" y="2041704"/>
                    <a:pt x="415358" y="2026303"/>
                  </a:cubicBezTo>
                  <a:cubicBezTo>
                    <a:pt x="399651" y="2010605"/>
                    <a:pt x="369938" y="1927416"/>
                    <a:pt x="369938" y="1899134"/>
                  </a:cubicBezTo>
                  <a:cubicBezTo>
                    <a:pt x="369938" y="1870853"/>
                    <a:pt x="340180" y="1804784"/>
                    <a:pt x="300710" y="1743792"/>
                  </a:cubicBezTo>
                  <a:cubicBezTo>
                    <a:pt x="283031" y="1716482"/>
                    <a:pt x="242931" y="1671773"/>
                    <a:pt x="204154" y="1628541"/>
                  </a:cubicBezTo>
                  <a:cubicBezTo>
                    <a:pt x="155764" y="1574588"/>
                    <a:pt x="110056" y="1523632"/>
                    <a:pt x="104007" y="1503010"/>
                  </a:cubicBezTo>
                  <a:cubicBezTo>
                    <a:pt x="95168" y="1472910"/>
                    <a:pt x="132937" y="1389127"/>
                    <a:pt x="157933" y="1333698"/>
                  </a:cubicBezTo>
                  <a:cubicBezTo>
                    <a:pt x="163883" y="1320502"/>
                    <a:pt x="169013" y="1309116"/>
                    <a:pt x="171930" y="1301843"/>
                  </a:cubicBezTo>
                  <a:cubicBezTo>
                    <a:pt x="183200" y="1273660"/>
                    <a:pt x="203254" y="1215422"/>
                    <a:pt x="210987" y="1142054"/>
                  </a:cubicBezTo>
                  <a:cubicBezTo>
                    <a:pt x="216099" y="1093511"/>
                    <a:pt x="202633" y="1035363"/>
                    <a:pt x="190760" y="984065"/>
                  </a:cubicBezTo>
                  <a:cubicBezTo>
                    <a:pt x="186188" y="964289"/>
                    <a:pt x="181859" y="945612"/>
                    <a:pt x="178888" y="928762"/>
                  </a:cubicBezTo>
                  <a:cubicBezTo>
                    <a:pt x="159464" y="818686"/>
                    <a:pt x="139166" y="744211"/>
                    <a:pt x="118553" y="707387"/>
                  </a:cubicBezTo>
                  <a:cubicBezTo>
                    <a:pt x="110290" y="692616"/>
                    <a:pt x="95906" y="670590"/>
                    <a:pt x="80685" y="647259"/>
                  </a:cubicBezTo>
                  <a:cubicBezTo>
                    <a:pt x="40567" y="585781"/>
                    <a:pt x="-4916" y="516103"/>
                    <a:pt x="430" y="492034"/>
                  </a:cubicBezTo>
                  <a:cubicBezTo>
                    <a:pt x="7983" y="458063"/>
                    <a:pt x="182948" y="308571"/>
                    <a:pt x="241005" y="272288"/>
                  </a:cubicBezTo>
                  <a:cubicBezTo>
                    <a:pt x="277919" y="249209"/>
                    <a:pt x="351665" y="218830"/>
                    <a:pt x="410920" y="194409"/>
                  </a:cubicBezTo>
                  <a:cubicBezTo>
                    <a:pt x="443883" y="180827"/>
                    <a:pt x="472353" y="169098"/>
                    <a:pt x="487566" y="161483"/>
                  </a:cubicBezTo>
                  <a:cubicBezTo>
                    <a:pt x="530249" y="140141"/>
                    <a:pt x="623592" y="82660"/>
                    <a:pt x="665699" y="54324"/>
                  </a:cubicBezTo>
                  <a:cubicBezTo>
                    <a:pt x="704494" y="28212"/>
                    <a:pt x="766224" y="12253"/>
                    <a:pt x="859945" y="4097"/>
                  </a:cubicBezTo>
                  <a:cubicBezTo>
                    <a:pt x="940775" y="-2941"/>
                    <a:pt x="1144922" y="470"/>
                    <a:pt x="1206670" y="4097"/>
                  </a:cubicBezTo>
                  <a:cubicBezTo>
                    <a:pt x="1266888" y="7644"/>
                    <a:pt x="1701555" y="103597"/>
                    <a:pt x="1720008" y="107683"/>
                  </a:cubicBezTo>
                  <a:cubicBezTo>
                    <a:pt x="1721717" y="108061"/>
                    <a:pt x="1722798" y="109744"/>
                    <a:pt x="1722438" y="111455"/>
                  </a:cubicBezTo>
                  <a:cubicBezTo>
                    <a:pt x="1721988" y="113156"/>
                    <a:pt x="1720277" y="114236"/>
                    <a:pt x="1718657" y="113858"/>
                  </a:cubicBezTo>
                  <a:cubicBezTo>
                    <a:pt x="1714157" y="112859"/>
                    <a:pt x="1265988" y="13927"/>
                    <a:pt x="1206310" y="10407"/>
                  </a:cubicBezTo>
                  <a:cubicBezTo>
                    <a:pt x="1144742" y="6780"/>
                    <a:pt x="941045" y="3386"/>
                    <a:pt x="860484" y="10407"/>
                  </a:cubicBezTo>
                  <a:cubicBezTo>
                    <a:pt x="767889" y="18463"/>
                    <a:pt x="707114" y="34089"/>
                    <a:pt x="669245" y="59581"/>
                  </a:cubicBezTo>
                  <a:cubicBezTo>
                    <a:pt x="627012" y="88016"/>
                    <a:pt x="533300" y="145704"/>
                    <a:pt x="490410" y="167145"/>
                  </a:cubicBezTo>
                  <a:cubicBezTo>
                    <a:pt x="474991" y="174859"/>
                    <a:pt x="446421" y="186623"/>
                    <a:pt x="413351" y="200260"/>
                  </a:cubicBezTo>
                  <a:cubicBezTo>
                    <a:pt x="354312" y="224590"/>
                    <a:pt x="280844" y="254861"/>
                    <a:pt x="244372" y="277652"/>
                  </a:cubicBezTo>
                  <a:cubicBezTo>
                    <a:pt x="184973" y="314782"/>
                    <a:pt x="13203" y="463761"/>
                    <a:pt x="6624" y="493411"/>
                  </a:cubicBezTo>
                  <a:cubicBezTo>
                    <a:pt x="1853" y="514879"/>
                    <a:pt x="50486" y="589399"/>
                    <a:pt x="85996" y="643811"/>
                  </a:cubicBezTo>
                  <a:cubicBezTo>
                    <a:pt x="101946" y="668241"/>
                    <a:pt x="115717" y="689348"/>
                    <a:pt x="124089" y="704299"/>
                  </a:cubicBezTo>
                  <a:cubicBezTo>
                    <a:pt x="145043" y="741744"/>
                    <a:pt x="165576" y="816895"/>
                    <a:pt x="185126" y="927664"/>
                  </a:cubicBezTo>
                  <a:cubicBezTo>
                    <a:pt x="188079" y="944361"/>
                    <a:pt x="192380" y="962948"/>
                    <a:pt x="196936" y="982643"/>
                  </a:cubicBezTo>
                  <a:cubicBezTo>
                    <a:pt x="208916" y="1034427"/>
                    <a:pt x="222498" y="1093115"/>
                    <a:pt x="217278" y="1142720"/>
                  </a:cubicBezTo>
                  <a:cubicBezTo>
                    <a:pt x="209474" y="1216845"/>
                    <a:pt x="189194" y="1275703"/>
                    <a:pt x="177808" y="1304183"/>
                  </a:cubicBezTo>
                  <a:cubicBezTo>
                    <a:pt x="174855" y="1311582"/>
                    <a:pt x="169689" y="1323032"/>
                    <a:pt x="163712" y="1336290"/>
                  </a:cubicBezTo>
                  <a:cubicBezTo>
                    <a:pt x="140597" y="1387561"/>
                    <a:pt x="101910" y="1473369"/>
                    <a:pt x="110083" y="1501228"/>
                  </a:cubicBezTo>
                  <a:cubicBezTo>
                    <a:pt x="115736" y="1520473"/>
                    <a:pt x="163082" y="1573264"/>
                    <a:pt x="208871" y="1624319"/>
                  </a:cubicBezTo>
                  <a:cubicBezTo>
                    <a:pt x="247820" y="1667732"/>
                    <a:pt x="288090" y="1712630"/>
                    <a:pt x="306030" y="1740362"/>
                  </a:cubicBezTo>
                  <a:cubicBezTo>
                    <a:pt x="346067" y="1802245"/>
                    <a:pt x="376266" y="1870510"/>
                    <a:pt x="376266" y="1899134"/>
                  </a:cubicBezTo>
                  <a:cubicBezTo>
                    <a:pt x="376266" y="1927758"/>
                    <a:pt x="406330" y="2008337"/>
                    <a:pt x="419832" y="2021829"/>
                  </a:cubicBezTo>
                  <a:cubicBezTo>
                    <a:pt x="433370" y="2035367"/>
                    <a:pt x="662252" y="2148458"/>
                    <a:pt x="750787" y="2185354"/>
                  </a:cubicBezTo>
                  <a:cubicBezTo>
                    <a:pt x="837081" y="2221314"/>
                    <a:pt x="1016025" y="2231332"/>
                    <a:pt x="1044289" y="2224464"/>
                  </a:cubicBezTo>
                  <a:cubicBezTo>
                    <a:pt x="1072373" y="2217632"/>
                    <a:pt x="1229983" y="2125055"/>
                    <a:pt x="1274449" y="2092903"/>
                  </a:cubicBezTo>
                  <a:cubicBezTo>
                    <a:pt x="1306223" y="2069896"/>
                    <a:pt x="1384083" y="2015097"/>
                    <a:pt x="1419638" y="2003224"/>
                  </a:cubicBezTo>
                  <a:cubicBezTo>
                    <a:pt x="1451862" y="1992503"/>
                    <a:pt x="1808669" y="1975239"/>
                    <a:pt x="1823881" y="1974519"/>
                  </a:cubicBezTo>
                  <a:cubicBezTo>
                    <a:pt x="1825861" y="1974393"/>
                    <a:pt x="1827122" y="1975770"/>
                    <a:pt x="1827122" y="1977517"/>
                  </a:cubicBezTo>
                  <a:cubicBezTo>
                    <a:pt x="1827211" y="1979263"/>
                    <a:pt x="1825861" y="1980748"/>
                    <a:pt x="1824151" y="1980820"/>
                  </a:cubicBezTo>
                  <a:cubicBezTo>
                    <a:pt x="1820460" y="1981000"/>
                    <a:pt x="1453032" y="1998768"/>
                    <a:pt x="1421618" y="2009219"/>
                  </a:cubicBezTo>
                  <a:cubicBezTo>
                    <a:pt x="1386873" y="2020812"/>
                    <a:pt x="1309734" y="2075188"/>
                    <a:pt x="1278139" y="2098024"/>
                  </a:cubicBezTo>
                  <a:cubicBezTo>
                    <a:pt x="1232233" y="2131257"/>
                    <a:pt x="1075163" y="2223456"/>
                    <a:pt x="1045729" y="2230612"/>
                  </a:cubicBezTo>
                  <a:cubicBezTo>
                    <a:pt x="1040149" y="2231962"/>
                    <a:pt x="1028807" y="2232682"/>
                    <a:pt x="1013415" y="2232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8"/>
            <p:cNvSpPr/>
            <p:nvPr/>
          </p:nvSpPr>
          <p:spPr>
            <a:xfrm flipH="1">
              <a:off x="-271553" y="2364185"/>
              <a:ext cx="1577787" cy="1316486"/>
            </a:xfrm>
            <a:custGeom>
              <a:avLst/>
              <a:gdLst/>
              <a:ahLst/>
              <a:cxnLst/>
              <a:rect l="l" t="t" r="r" b="b"/>
              <a:pathLst>
                <a:path w="1405601" h="1172816" extrusionOk="0">
                  <a:moveTo>
                    <a:pt x="1323903" y="1172808"/>
                  </a:moveTo>
                  <a:cubicBezTo>
                    <a:pt x="1323273" y="1172808"/>
                    <a:pt x="1322553" y="1172583"/>
                    <a:pt x="1321923" y="1172115"/>
                  </a:cubicBezTo>
                  <a:cubicBezTo>
                    <a:pt x="1319582" y="1170198"/>
                    <a:pt x="1083031" y="980246"/>
                    <a:pt x="1025424" y="969543"/>
                  </a:cubicBezTo>
                  <a:cubicBezTo>
                    <a:pt x="995089" y="963908"/>
                    <a:pt x="895267" y="944016"/>
                    <a:pt x="885635" y="924762"/>
                  </a:cubicBezTo>
                  <a:cubicBezTo>
                    <a:pt x="882575" y="918705"/>
                    <a:pt x="882215" y="893888"/>
                    <a:pt x="881765" y="850530"/>
                  </a:cubicBezTo>
                  <a:cubicBezTo>
                    <a:pt x="881315" y="802877"/>
                    <a:pt x="880685" y="730868"/>
                    <a:pt x="871864" y="722119"/>
                  </a:cubicBezTo>
                  <a:cubicBezTo>
                    <a:pt x="857012" y="707240"/>
                    <a:pt x="748098" y="687266"/>
                    <a:pt x="720553" y="694386"/>
                  </a:cubicBezTo>
                  <a:cubicBezTo>
                    <a:pt x="711102" y="696825"/>
                    <a:pt x="678698" y="708608"/>
                    <a:pt x="641164" y="722263"/>
                  </a:cubicBezTo>
                  <a:cubicBezTo>
                    <a:pt x="565824" y="749644"/>
                    <a:pt x="472130" y="783732"/>
                    <a:pt x="452931" y="783732"/>
                  </a:cubicBezTo>
                  <a:cubicBezTo>
                    <a:pt x="449465" y="783732"/>
                    <a:pt x="443299" y="783840"/>
                    <a:pt x="435099" y="783975"/>
                  </a:cubicBezTo>
                  <a:cubicBezTo>
                    <a:pt x="330055" y="785775"/>
                    <a:pt x="206838" y="785244"/>
                    <a:pt x="186541" y="764955"/>
                  </a:cubicBezTo>
                  <a:cubicBezTo>
                    <a:pt x="181734" y="760149"/>
                    <a:pt x="173867" y="752552"/>
                    <a:pt x="164218" y="743226"/>
                  </a:cubicBezTo>
                  <a:cubicBezTo>
                    <a:pt x="122002" y="702442"/>
                    <a:pt x="51361" y="634177"/>
                    <a:pt x="39596" y="610639"/>
                  </a:cubicBezTo>
                  <a:cubicBezTo>
                    <a:pt x="24798" y="581034"/>
                    <a:pt x="0" y="452749"/>
                    <a:pt x="0" y="405754"/>
                  </a:cubicBezTo>
                  <a:cubicBezTo>
                    <a:pt x="0" y="358759"/>
                    <a:pt x="35716" y="254498"/>
                    <a:pt x="54466" y="235749"/>
                  </a:cubicBezTo>
                  <a:cubicBezTo>
                    <a:pt x="65574" y="224641"/>
                    <a:pt x="114423" y="196450"/>
                    <a:pt x="161652" y="169194"/>
                  </a:cubicBezTo>
                  <a:cubicBezTo>
                    <a:pt x="190645" y="152461"/>
                    <a:pt x="218026" y="136655"/>
                    <a:pt x="230377" y="128284"/>
                  </a:cubicBezTo>
                  <a:cubicBezTo>
                    <a:pt x="239926" y="121812"/>
                    <a:pt x="257632" y="110470"/>
                    <a:pt x="278128" y="97338"/>
                  </a:cubicBezTo>
                  <a:cubicBezTo>
                    <a:pt x="324700" y="67508"/>
                    <a:pt x="388473" y="26669"/>
                    <a:pt x="400706" y="14428"/>
                  </a:cubicBezTo>
                  <a:cubicBezTo>
                    <a:pt x="420463" y="-5357"/>
                    <a:pt x="623971" y="62"/>
                    <a:pt x="646024" y="2816"/>
                  </a:cubicBezTo>
                  <a:cubicBezTo>
                    <a:pt x="657005" y="4184"/>
                    <a:pt x="691840" y="6120"/>
                    <a:pt x="732255" y="8352"/>
                  </a:cubicBezTo>
                  <a:cubicBezTo>
                    <a:pt x="796074" y="11889"/>
                    <a:pt x="875464" y="16282"/>
                    <a:pt x="899677" y="20693"/>
                  </a:cubicBezTo>
                  <a:cubicBezTo>
                    <a:pt x="938653" y="27786"/>
                    <a:pt x="1384391" y="164883"/>
                    <a:pt x="1403384" y="170715"/>
                  </a:cubicBezTo>
                  <a:cubicBezTo>
                    <a:pt x="1405004" y="171228"/>
                    <a:pt x="1405993" y="172993"/>
                    <a:pt x="1405454" y="174667"/>
                  </a:cubicBezTo>
                  <a:cubicBezTo>
                    <a:pt x="1404914" y="176323"/>
                    <a:pt x="1403203" y="177277"/>
                    <a:pt x="1401493" y="176755"/>
                  </a:cubicBezTo>
                  <a:cubicBezTo>
                    <a:pt x="1396903" y="175333"/>
                    <a:pt x="937212" y="33942"/>
                    <a:pt x="898507" y="26921"/>
                  </a:cubicBezTo>
                  <a:cubicBezTo>
                    <a:pt x="874744" y="22583"/>
                    <a:pt x="795534" y="18199"/>
                    <a:pt x="731895" y="14671"/>
                  </a:cubicBezTo>
                  <a:cubicBezTo>
                    <a:pt x="691390" y="12430"/>
                    <a:pt x="656466" y="10503"/>
                    <a:pt x="645304" y="9099"/>
                  </a:cubicBezTo>
                  <a:cubicBezTo>
                    <a:pt x="616320" y="5472"/>
                    <a:pt x="421346" y="2726"/>
                    <a:pt x="405180" y="18901"/>
                  </a:cubicBezTo>
                  <a:cubicBezTo>
                    <a:pt x="392470" y="31620"/>
                    <a:pt x="330955" y="71009"/>
                    <a:pt x="281539" y="102657"/>
                  </a:cubicBezTo>
                  <a:cubicBezTo>
                    <a:pt x="261079" y="115763"/>
                    <a:pt x="243401" y="127087"/>
                    <a:pt x="233923" y="133513"/>
                  </a:cubicBezTo>
                  <a:cubicBezTo>
                    <a:pt x="221393" y="142011"/>
                    <a:pt x="193903" y="157871"/>
                    <a:pt x="164821" y="174667"/>
                  </a:cubicBezTo>
                  <a:cubicBezTo>
                    <a:pt x="120121" y="200464"/>
                    <a:pt x="69462" y="229700"/>
                    <a:pt x="58940" y="240223"/>
                  </a:cubicBezTo>
                  <a:cubicBezTo>
                    <a:pt x="41280" y="257883"/>
                    <a:pt x="6319" y="361468"/>
                    <a:pt x="6319" y="405763"/>
                  </a:cubicBezTo>
                  <a:cubicBezTo>
                    <a:pt x="6319" y="450058"/>
                    <a:pt x="31063" y="579441"/>
                    <a:pt x="45249" y="607822"/>
                  </a:cubicBezTo>
                  <a:cubicBezTo>
                    <a:pt x="56537" y="630388"/>
                    <a:pt x="129446" y="700840"/>
                    <a:pt x="168610" y="738690"/>
                  </a:cubicBezTo>
                  <a:cubicBezTo>
                    <a:pt x="178295" y="748042"/>
                    <a:pt x="186180" y="755666"/>
                    <a:pt x="191005" y="760491"/>
                  </a:cubicBezTo>
                  <a:cubicBezTo>
                    <a:pt x="211996" y="781481"/>
                    <a:pt x="379841" y="778619"/>
                    <a:pt x="434991" y="777656"/>
                  </a:cubicBezTo>
                  <a:cubicBezTo>
                    <a:pt x="443236" y="777512"/>
                    <a:pt x="449438" y="777413"/>
                    <a:pt x="452921" y="777413"/>
                  </a:cubicBezTo>
                  <a:cubicBezTo>
                    <a:pt x="471014" y="777413"/>
                    <a:pt x="568074" y="742110"/>
                    <a:pt x="639003" y="716322"/>
                  </a:cubicBezTo>
                  <a:cubicBezTo>
                    <a:pt x="678248" y="702055"/>
                    <a:pt x="709212" y="690786"/>
                    <a:pt x="719024" y="688265"/>
                  </a:cubicBezTo>
                  <a:cubicBezTo>
                    <a:pt x="745847" y="681361"/>
                    <a:pt x="858902" y="700147"/>
                    <a:pt x="876364" y="717654"/>
                  </a:cubicBezTo>
                  <a:cubicBezTo>
                    <a:pt x="886175" y="727466"/>
                    <a:pt x="887436" y="778889"/>
                    <a:pt x="888066" y="850476"/>
                  </a:cubicBezTo>
                  <a:cubicBezTo>
                    <a:pt x="888425" y="883132"/>
                    <a:pt x="888696" y="916895"/>
                    <a:pt x="891216" y="921936"/>
                  </a:cubicBezTo>
                  <a:cubicBezTo>
                    <a:pt x="896526" y="932503"/>
                    <a:pt x="952154" y="949525"/>
                    <a:pt x="1026594" y="963332"/>
                  </a:cubicBezTo>
                  <a:cubicBezTo>
                    <a:pt x="1085732" y="974314"/>
                    <a:pt x="1316162" y="1159324"/>
                    <a:pt x="1325883" y="1167191"/>
                  </a:cubicBezTo>
                  <a:cubicBezTo>
                    <a:pt x="1327233" y="1168280"/>
                    <a:pt x="1327504" y="1170279"/>
                    <a:pt x="1326333" y="1171638"/>
                  </a:cubicBezTo>
                  <a:cubicBezTo>
                    <a:pt x="1325793" y="1172412"/>
                    <a:pt x="1324803" y="1172817"/>
                    <a:pt x="1323903" y="1172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8"/>
            <p:cNvSpPr/>
            <p:nvPr/>
          </p:nvSpPr>
          <p:spPr>
            <a:xfrm flipH="1">
              <a:off x="-351674" y="2271123"/>
              <a:ext cx="1894800" cy="2337490"/>
            </a:xfrm>
            <a:custGeom>
              <a:avLst/>
              <a:gdLst/>
              <a:ahLst/>
              <a:cxnLst/>
              <a:rect l="l" t="t" r="r" b="b"/>
              <a:pathLst>
                <a:path w="1688018" h="2082396" extrusionOk="0">
                  <a:moveTo>
                    <a:pt x="883313" y="2082396"/>
                  </a:moveTo>
                  <a:cubicBezTo>
                    <a:pt x="817694" y="2082396"/>
                    <a:pt x="624034" y="2029118"/>
                    <a:pt x="594311" y="2008308"/>
                  </a:cubicBezTo>
                  <a:cubicBezTo>
                    <a:pt x="577317" y="1996408"/>
                    <a:pt x="526560" y="1972582"/>
                    <a:pt x="477476" y="1949539"/>
                  </a:cubicBezTo>
                  <a:cubicBezTo>
                    <a:pt x="422974" y="1923949"/>
                    <a:pt x="371496" y="1899789"/>
                    <a:pt x="361866" y="1890158"/>
                  </a:cubicBezTo>
                  <a:cubicBezTo>
                    <a:pt x="342711" y="1871004"/>
                    <a:pt x="314537" y="1763080"/>
                    <a:pt x="314537" y="1738002"/>
                  </a:cubicBezTo>
                  <a:cubicBezTo>
                    <a:pt x="314537" y="1710747"/>
                    <a:pt x="296174" y="1610293"/>
                    <a:pt x="269054" y="1583173"/>
                  </a:cubicBezTo>
                  <a:cubicBezTo>
                    <a:pt x="258163" y="1572291"/>
                    <a:pt x="231411" y="1548752"/>
                    <a:pt x="203076" y="1523828"/>
                  </a:cubicBezTo>
                  <a:cubicBezTo>
                    <a:pt x="156062" y="1482477"/>
                    <a:pt x="102775" y="1435598"/>
                    <a:pt x="93747" y="1422061"/>
                  </a:cubicBezTo>
                  <a:cubicBezTo>
                    <a:pt x="77932" y="1398343"/>
                    <a:pt x="120301" y="1301148"/>
                    <a:pt x="136386" y="1268969"/>
                  </a:cubicBezTo>
                  <a:cubicBezTo>
                    <a:pt x="153740" y="1234269"/>
                    <a:pt x="200303" y="1038097"/>
                    <a:pt x="200303" y="988384"/>
                  </a:cubicBezTo>
                  <a:cubicBezTo>
                    <a:pt x="200303" y="938670"/>
                    <a:pt x="111479" y="683055"/>
                    <a:pt x="93432" y="636132"/>
                  </a:cubicBezTo>
                  <a:cubicBezTo>
                    <a:pt x="86744" y="618750"/>
                    <a:pt x="70812" y="591009"/>
                    <a:pt x="53935" y="561647"/>
                  </a:cubicBezTo>
                  <a:cubicBezTo>
                    <a:pt x="25338" y="511879"/>
                    <a:pt x="-4240" y="460419"/>
                    <a:pt x="504" y="441463"/>
                  </a:cubicBezTo>
                  <a:cubicBezTo>
                    <a:pt x="8398" y="409905"/>
                    <a:pt x="129113" y="314276"/>
                    <a:pt x="166018" y="289676"/>
                  </a:cubicBezTo>
                  <a:cubicBezTo>
                    <a:pt x="208665" y="261241"/>
                    <a:pt x="305419" y="203886"/>
                    <a:pt x="337571" y="186018"/>
                  </a:cubicBezTo>
                  <a:cubicBezTo>
                    <a:pt x="368490" y="168844"/>
                    <a:pt x="553275" y="62954"/>
                    <a:pt x="572466" y="43764"/>
                  </a:cubicBezTo>
                  <a:cubicBezTo>
                    <a:pt x="593799" y="22431"/>
                    <a:pt x="716160" y="0"/>
                    <a:pt x="760266" y="0"/>
                  </a:cubicBezTo>
                  <a:cubicBezTo>
                    <a:pt x="808333" y="0"/>
                    <a:pt x="964773" y="3646"/>
                    <a:pt x="1049745" y="10720"/>
                  </a:cubicBezTo>
                  <a:cubicBezTo>
                    <a:pt x="1134626" y="17795"/>
                    <a:pt x="1612858" y="123946"/>
                    <a:pt x="1617719" y="125017"/>
                  </a:cubicBezTo>
                  <a:cubicBezTo>
                    <a:pt x="1619429" y="125405"/>
                    <a:pt x="1620509" y="127088"/>
                    <a:pt x="1620059" y="128789"/>
                  </a:cubicBezTo>
                  <a:cubicBezTo>
                    <a:pt x="1619699" y="130490"/>
                    <a:pt x="1618079" y="131570"/>
                    <a:pt x="1616369" y="131192"/>
                  </a:cubicBezTo>
                  <a:cubicBezTo>
                    <a:pt x="1611508" y="130121"/>
                    <a:pt x="1133635" y="24060"/>
                    <a:pt x="1049204" y="17021"/>
                  </a:cubicBezTo>
                  <a:cubicBezTo>
                    <a:pt x="964413" y="9964"/>
                    <a:pt x="808333" y="6328"/>
                    <a:pt x="760266" y="6328"/>
                  </a:cubicBezTo>
                  <a:cubicBezTo>
                    <a:pt x="712335" y="6328"/>
                    <a:pt x="595788" y="29380"/>
                    <a:pt x="576930" y="48237"/>
                  </a:cubicBezTo>
                  <a:cubicBezTo>
                    <a:pt x="556075" y="69093"/>
                    <a:pt x="361001" y="180240"/>
                    <a:pt x="340641" y="191554"/>
                  </a:cubicBezTo>
                  <a:cubicBezTo>
                    <a:pt x="308551" y="209376"/>
                    <a:pt x="212049" y="266588"/>
                    <a:pt x="169519" y="294933"/>
                  </a:cubicBezTo>
                  <a:cubicBezTo>
                    <a:pt x="125719" y="324133"/>
                    <a:pt x="13348" y="416125"/>
                    <a:pt x="6634" y="442993"/>
                  </a:cubicBezTo>
                  <a:cubicBezTo>
                    <a:pt x="2511" y="459474"/>
                    <a:pt x="34060" y="514382"/>
                    <a:pt x="59407" y="558496"/>
                  </a:cubicBezTo>
                  <a:cubicBezTo>
                    <a:pt x="76401" y="588074"/>
                    <a:pt x="92459" y="616014"/>
                    <a:pt x="99327" y="633854"/>
                  </a:cubicBezTo>
                  <a:cubicBezTo>
                    <a:pt x="117447" y="680966"/>
                    <a:pt x="206622" y="938184"/>
                    <a:pt x="206622" y="988375"/>
                  </a:cubicBezTo>
                  <a:cubicBezTo>
                    <a:pt x="206622" y="1038565"/>
                    <a:pt x="160284" y="1235304"/>
                    <a:pt x="142038" y="1271786"/>
                  </a:cubicBezTo>
                  <a:cubicBezTo>
                    <a:pt x="120985" y="1313894"/>
                    <a:pt x="86753" y="1400161"/>
                    <a:pt x="99004" y="1418550"/>
                  </a:cubicBezTo>
                  <a:cubicBezTo>
                    <a:pt x="107572" y="1431395"/>
                    <a:pt x="162840" y="1480019"/>
                    <a:pt x="207252" y="1519075"/>
                  </a:cubicBezTo>
                  <a:cubicBezTo>
                    <a:pt x="236892" y="1545152"/>
                    <a:pt x="262483" y="1567664"/>
                    <a:pt x="273519" y="1578699"/>
                  </a:cubicBezTo>
                  <a:cubicBezTo>
                    <a:pt x="303619" y="1608808"/>
                    <a:pt x="320856" y="1714032"/>
                    <a:pt x="320856" y="1738002"/>
                  </a:cubicBezTo>
                  <a:cubicBezTo>
                    <a:pt x="320856" y="1761972"/>
                    <a:pt x="349056" y="1868411"/>
                    <a:pt x="366330" y="1885685"/>
                  </a:cubicBezTo>
                  <a:cubicBezTo>
                    <a:pt x="375169" y="1894524"/>
                    <a:pt x="428545" y="1919583"/>
                    <a:pt x="480159" y="1943814"/>
                  </a:cubicBezTo>
                  <a:cubicBezTo>
                    <a:pt x="529477" y="1966974"/>
                    <a:pt x="580486" y="1990917"/>
                    <a:pt x="597930" y="2003132"/>
                  </a:cubicBezTo>
                  <a:cubicBezTo>
                    <a:pt x="633133" y="2027768"/>
                    <a:pt x="867921" y="2087734"/>
                    <a:pt x="898254" y="2074223"/>
                  </a:cubicBezTo>
                  <a:cubicBezTo>
                    <a:pt x="902395" y="2072369"/>
                    <a:pt x="907526" y="2070218"/>
                    <a:pt x="913197" y="2067797"/>
                  </a:cubicBezTo>
                  <a:cubicBezTo>
                    <a:pt x="950011" y="2052179"/>
                    <a:pt x="1018420" y="2023106"/>
                    <a:pt x="1039663" y="1989747"/>
                  </a:cubicBezTo>
                  <a:cubicBezTo>
                    <a:pt x="1064956" y="1949935"/>
                    <a:pt x="1263162" y="1838293"/>
                    <a:pt x="1294486" y="1824359"/>
                  </a:cubicBezTo>
                  <a:cubicBezTo>
                    <a:pt x="1326891" y="1809967"/>
                    <a:pt x="1670286" y="1813216"/>
                    <a:pt x="1684868" y="1813378"/>
                  </a:cubicBezTo>
                  <a:cubicBezTo>
                    <a:pt x="1686668" y="1813396"/>
                    <a:pt x="1688018" y="1814818"/>
                    <a:pt x="1688018" y="1816564"/>
                  </a:cubicBezTo>
                  <a:cubicBezTo>
                    <a:pt x="1688018" y="1818302"/>
                    <a:pt x="1686578" y="1819697"/>
                    <a:pt x="1684868" y="1819697"/>
                  </a:cubicBezTo>
                  <a:lnTo>
                    <a:pt x="1684868" y="1819697"/>
                  </a:lnTo>
                  <a:cubicBezTo>
                    <a:pt x="1561641" y="1818491"/>
                    <a:pt x="1321940" y="1819058"/>
                    <a:pt x="1297097" y="1830129"/>
                  </a:cubicBezTo>
                  <a:cubicBezTo>
                    <a:pt x="1265953" y="1843946"/>
                    <a:pt x="1069817" y="1954201"/>
                    <a:pt x="1044973" y="1993141"/>
                  </a:cubicBezTo>
                  <a:cubicBezTo>
                    <a:pt x="1022741" y="2028155"/>
                    <a:pt x="955682" y="2056617"/>
                    <a:pt x="915717" y="2073611"/>
                  </a:cubicBezTo>
                  <a:cubicBezTo>
                    <a:pt x="910046" y="2076024"/>
                    <a:pt x="905005" y="2078166"/>
                    <a:pt x="900865" y="2080002"/>
                  </a:cubicBezTo>
                  <a:cubicBezTo>
                    <a:pt x="897084" y="2081640"/>
                    <a:pt x="891144" y="2082396"/>
                    <a:pt x="883313" y="208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8"/>
            <p:cNvSpPr/>
            <p:nvPr/>
          </p:nvSpPr>
          <p:spPr>
            <a:xfrm flipH="1">
              <a:off x="131961" y="3441908"/>
              <a:ext cx="1184110" cy="1074118"/>
            </a:xfrm>
            <a:custGeom>
              <a:avLst/>
              <a:gdLst/>
              <a:ahLst/>
              <a:cxnLst/>
              <a:rect l="l" t="t" r="r" b="b"/>
              <a:pathLst>
                <a:path w="1054886" h="956898" extrusionOk="0">
                  <a:moveTo>
                    <a:pt x="665677" y="956899"/>
                  </a:moveTo>
                  <a:cubicBezTo>
                    <a:pt x="633992" y="956899"/>
                    <a:pt x="531738" y="911127"/>
                    <a:pt x="372535" y="834888"/>
                  </a:cubicBezTo>
                  <a:cubicBezTo>
                    <a:pt x="331903" y="815427"/>
                    <a:pt x="299815" y="800062"/>
                    <a:pt x="293054" y="798127"/>
                  </a:cubicBezTo>
                  <a:cubicBezTo>
                    <a:pt x="266870" y="790656"/>
                    <a:pt x="191098" y="678609"/>
                    <a:pt x="184113" y="660589"/>
                  </a:cubicBezTo>
                  <a:cubicBezTo>
                    <a:pt x="181431" y="653685"/>
                    <a:pt x="180278" y="633756"/>
                    <a:pt x="178802" y="608517"/>
                  </a:cubicBezTo>
                  <a:cubicBezTo>
                    <a:pt x="176399" y="567345"/>
                    <a:pt x="173105" y="510962"/>
                    <a:pt x="161403" y="499261"/>
                  </a:cubicBezTo>
                  <a:cubicBezTo>
                    <a:pt x="156219" y="494076"/>
                    <a:pt x="147766" y="484211"/>
                    <a:pt x="137073" y="471708"/>
                  </a:cubicBezTo>
                  <a:cubicBezTo>
                    <a:pt x="107360" y="436990"/>
                    <a:pt x="62445" y="384523"/>
                    <a:pt x="39482" y="376872"/>
                  </a:cubicBezTo>
                  <a:cubicBezTo>
                    <a:pt x="4377" y="365170"/>
                    <a:pt x="-5497" y="280676"/>
                    <a:pt x="2721" y="241161"/>
                  </a:cubicBezTo>
                  <a:cubicBezTo>
                    <a:pt x="10894" y="201834"/>
                    <a:pt x="122266" y="12873"/>
                    <a:pt x="127001" y="4853"/>
                  </a:cubicBezTo>
                  <a:cubicBezTo>
                    <a:pt x="127288" y="4358"/>
                    <a:pt x="127703" y="3962"/>
                    <a:pt x="128207" y="3682"/>
                  </a:cubicBezTo>
                  <a:cubicBezTo>
                    <a:pt x="146551" y="-6354"/>
                    <a:pt x="165993" y="6032"/>
                    <a:pt x="184806" y="18021"/>
                  </a:cubicBezTo>
                  <a:cubicBezTo>
                    <a:pt x="200919" y="28292"/>
                    <a:pt x="216166" y="37986"/>
                    <a:pt x="228255" y="31937"/>
                  </a:cubicBezTo>
                  <a:cubicBezTo>
                    <a:pt x="258085" y="17031"/>
                    <a:pt x="330553" y="20524"/>
                    <a:pt x="365766" y="55727"/>
                  </a:cubicBezTo>
                  <a:cubicBezTo>
                    <a:pt x="400979" y="90931"/>
                    <a:pt x="436101" y="126062"/>
                    <a:pt x="444059" y="177054"/>
                  </a:cubicBezTo>
                  <a:cubicBezTo>
                    <a:pt x="448874" y="207937"/>
                    <a:pt x="554062" y="263808"/>
                    <a:pt x="630842" y="304601"/>
                  </a:cubicBezTo>
                  <a:cubicBezTo>
                    <a:pt x="675398" y="328256"/>
                    <a:pt x="710592" y="346943"/>
                    <a:pt x="720943" y="357276"/>
                  </a:cubicBezTo>
                  <a:cubicBezTo>
                    <a:pt x="749117" y="385476"/>
                    <a:pt x="867213" y="428223"/>
                    <a:pt x="930041" y="442175"/>
                  </a:cubicBezTo>
                  <a:cubicBezTo>
                    <a:pt x="996830" y="457009"/>
                    <a:pt x="1043366" y="520449"/>
                    <a:pt x="1053717" y="558650"/>
                  </a:cubicBezTo>
                  <a:cubicBezTo>
                    <a:pt x="1060558" y="583602"/>
                    <a:pt x="1036165" y="617491"/>
                    <a:pt x="1012582" y="650255"/>
                  </a:cubicBezTo>
                  <a:cubicBezTo>
                    <a:pt x="997280" y="671444"/>
                    <a:pt x="982878" y="691445"/>
                    <a:pt x="978738" y="706675"/>
                  </a:cubicBezTo>
                  <a:cubicBezTo>
                    <a:pt x="972526" y="729538"/>
                    <a:pt x="937242" y="757387"/>
                    <a:pt x="903128" y="784319"/>
                  </a:cubicBezTo>
                  <a:cubicBezTo>
                    <a:pt x="876934" y="804923"/>
                    <a:pt x="850021" y="826219"/>
                    <a:pt x="839219" y="843178"/>
                  </a:cubicBezTo>
                  <a:cubicBezTo>
                    <a:pt x="823287" y="868201"/>
                    <a:pt x="771350" y="897086"/>
                    <a:pt x="729585" y="920291"/>
                  </a:cubicBezTo>
                  <a:cubicBezTo>
                    <a:pt x="704291" y="934378"/>
                    <a:pt x="682419" y="946547"/>
                    <a:pt x="674587" y="954378"/>
                  </a:cubicBezTo>
                  <a:cubicBezTo>
                    <a:pt x="672878" y="956053"/>
                    <a:pt x="669907" y="956881"/>
                    <a:pt x="665677" y="956881"/>
                  </a:cubicBezTo>
                  <a:close/>
                  <a:moveTo>
                    <a:pt x="131987" y="8849"/>
                  </a:moveTo>
                  <a:cubicBezTo>
                    <a:pt x="124039" y="22360"/>
                    <a:pt x="16619" y="205381"/>
                    <a:pt x="8905" y="242457"/>
                  </a:cubicBezTo>
                  <a:cubicBezTo>
                    <a:pt x="1182" y="279614"/>
                    <a:pt x="11138" y="360777"/>
                    <a:pt x="41481" y="370886"/>
                  </a:cubicBezTo>
                  <a:cubicBezTo>
                    <a:pt x="66099" y="379104"/>
                    <a:pt x="111699" y="432364"/>
                    <a:pt x="141870" y="467612"/>
                  </a:cubicBezTo>
                  <a:cubicBezTo>
                    <a:pt x="152060" y="479521"/>
                    <a:pt x="160854" y="489791"/>
                    <a:pt x="165868" y="494805"/>
                  </a:cubicBezTo>
                  <a:cubicBezTo>
                    <a:pt x="179270" y="508208"/>
                    <a:pt x="182502" y="563628"/>
                    <a:pt x="185103" y="608157"/>
                  </a:cubicBezTo>
                  <a:cubicBezTo>
                    <a:pt x="186426" y="630876"/>
                    <a:pt x="187687" y="652335"/>
                    <a:pt x="190000" y="658311"/>
                  </a:cubicBezTo>
                  <a:cubicBezTo>
                    <a:pt x="196607" y="675324"/>
                    <a:pt x="271614" y="785435"/>
                    <a:pt x="294792" y="792060"/>
                  </a:cubicBezTo>
                  <a:cubicBezTo>
                    <a:pt x="302065" y="794130"/>
                    <a:pt x="332767" y="808838"/>
                    <a:pt x="375262" y="829190"/>
                  </a:cubicBezTo>
                  <a:cubicBezTo>
                    <a:pt x="466462" y="872872"/>
                    <a:pt x="656225" y="963784"/>
                    <a:pt x="670087" y="949932"/>
                  </a:cubicBezTo>
                  <a:cubicBezTo>
                    <a:pt x="678548" y="941480"/>
                    <a:pt x="700781" y="929112"/>
                    <a:pt x="726524" y="914791"/>
                  </a:cubicBezTo>
                  <a:cubicBezTo>
                    <a:pt x="767660" y="891928"/>
                    <a:pt x="818786" y="863484"/>
                    <a:pt x="833819" y="839811"/>
                  </a:cubicBezTo>
                  <a:cubicBezTo>
                    <a:pt x="845160" y="821953"/>
                    <a:pt x="871443" y="801268"/>
                    <a:pt x="899167" y="779377"/>
                  </a:cubicBezTo>
                  <a:cubicBezTo>
                    <a:pt x="932471" y="753076"/>
                    <a:pt x="966946" y="725874"/>
                    <a:pt x="972707" y="705027"/>
                  </a:cubicBezTo>
                  <a:cubicBezTo>
                    <a:pt x="977118" y="688708"/>
                    <a:pt x="991879" y="668249"/>
                    <a:pt x="1007451" y="646583"/>
                  </a:cubicBezTo>
                  <a:cubicBezTo>
                    <a:pt x="1029054" y="616492"/>
                    <a:pt x="1053628" y="582386"/>
                    <a:pt x="1047597" y="560342"/>
                  </a:cubicBezTo>
                  <a:cubicBezTo>
                    <a:pt x="1037605" y="523627"/>
                    <a:pt x="992870" y="462644"/>
                    <a:pt x="928601" y="448368"/>
                  </a:cubicBezTo>
                  <a:cubicBezTo>
                    <a:pt x="863612" y="433921"/>
                    <a:pt x="745877" y="391192"/>
                    <a:pt x="716443" y="361768"/>
                  </a:cubicBezTo>
                  <a:cubicBezTo>
                    <a:pt x="706811" y="352100"/>
                    <a:pt x="670267" y="332685"/>
                    <a:pt x="627872" y="310200"/>
                  </a:cubicBezTo>
                  <a:cubicBezTo>
                    <a:pt x="545601" y="266472"/>
                    <a:pt x="443104" y="212060"/>
                    <a:pt x="437794" y="178044"/>
                  </a:cubicBezTo>
                  <a:cubicBezTo>
                    <a:pt x="430160" y="129087"/>
                    <a:pt x="395145" y="94072"/>
                    <a:pt x="361284" y="60210"/>
                  </a:cubicBezTo>
                  <a:cubicBezTo>
                    <a:pt x="328996" y="27932"/>
                    <a:pt x="259381" y="23431"/>
                    <a:pt x="231073" y="37608"/>
                  </a:cubicBezTo>
                  <a:cubicBezTo>
                    <a:pt x="215761" y="45241"/>
                    <a:pt x="198290" y="34134"/>
                    <a:pt x="181403" y="23368"/>
                  </a:cubicBezTo>
                  <a:cubicBezTo>
                    <a:pt x="164428" y="12558"/>
                    <a:pt x="146884" y="1369"/>
                    <a:pt x="131979" y="88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8"/>
            <p:cNvSpPr/>
            <p:nvPr/>
          </p:nvSpPr>
          <p:spPr>
            <a:xfrm flipH="1">
              <a:off x="677135" y="3607416"/>
              <a:ext cx="512228" cy="522186"/>
            </a:xfrm>
            <a:custGeom>
              <a:avLst/>
              <a:gdLst/>
              <a:ahLst/>
              <a:cxnLst/>
              <a:rect l="l" t="t" r="r" b="b"/>
              <a:pathLst>
                <a:path w="456328" h="465199" extrusionOk="0">
                  <a:moveTo>
                    <a:pt x="264760" y="465200"/>
                  </a:moveTo>
                  <a:cubicBezTo>
                    <a:pt x="260412" y="465200"/>
                    <a:pt x="256227" y="465020"/>
                    <a:pt x="252275" y="464660"/>
                  </a:cubicBezTo>
                  <a:cubicBezTo>
                    <a:pt x="215397" y="461311"/>
                    <a:pt x="171453" y="425154"/>
                    <a:pt x="156170" y="400715"/>
                  </a:cubicBezTo>
                  <a:cubicBezTo>
                    <a:pt x="148680" y="388735"/>
                    <a:pt x="145377" y="366961"/>
                    <a:pt x="141876" y="343909"/>
                  </a:cubicBezTo>
                  <a:cubicBezTo>
                    <a:pt x="137870" y="317535"/>
                    <a:pt x="133334" y="287633"/>
                    <a:pt x="121821" y="269550"/>
                  </a:cubicBezTo>
                  <a:cubicBezTo>
                    <a:pt x="107320" y="246759"/>
                    <a:pt x="70694" y="215912"/>
                    <a:pt x="41269" y="191123"/>
                  </a:cubicBezTo>
                  <a:cubicBezTo>
                    <a:pt x="26840" y="178962"/>
                    <a:pt x="14383" y="168467"/>
                    <a:pt x="6669" y="160762"/>
                  </a:cubicBezTo>
                  <a:cubicBezTo>
                    <a:pt x="-7571" y="146522"/>
                    <a:pt x="3653" y="111597"/>
                    <a:pt x="15580" y="84810"/>
                  </a:cubicBezTo>
                  <a:cubicBezTo>
                    <a:pt x="29658" y="53198"/>
                    <a:pt x="49100" y="23278"/>
                    <a:pt x="59776" y="12602"/>
                  </a:cubicBezTo>
                  <a:lnTo>
                    <a:pt x="59776" y="12602"/>
                  </a:lnTo>
                  <a:cubicBezTo>
                    <a:pt x="79974" y="-7587"/>
                    <a:pt x="190932" y="-1268"/>
                    <a:pt x="207935" y="15735"/>
                  </a:cubicBezTo>
                  <a:cubicBezTo>
                    <a:pt x="223039" y="30839"/>
                    <a:pt x="240159" y="88257"/>
                    <a:pt x="250385" y="122570"/>
                  </a:cubicBezTo>
                  <a:lnTo>
                    <a:pt x="252455" y="129510"/>
                  </a:lnTo>
                  <a:cubicBezTo>
                    <a:pt x="259809" y="154002"/>
                    <a:pt x="360703" y="174561"/>
                    <a:pt x="409156" y="184444"/>
                  </a:cubicBezTo>
                  <a:cubicBezTo>
                    <a:pt x="419508" y="186532"/>
                    <a:pt x="428239" y="188332"/>
                    <a:pt x="434720" y="189809"/>
                  </a:cubicBezTo>
                  <a:cubicBezTo>
                    <a:pt x="444081" y="191951"/>
                    <a:pt x="450562" y="197072"/>
                    <a:pt x="453803" y="205039"/>
                  </a:cubicBezTo>
                  <a:cubicBezTo>
                    <a:pt x="465864" y="234076"/>
                    <a:pt x="431029" y="291225"/>
                    <a:pt x="427069" y="297643"/>
                  </a:cubicBezTo>
                  <a:cubicBezTo>
                    <a:pt x="420858" y="307472"/>
                    <a:pt x="410777" y="329426"/>
                    <a:pt x="400155" y="352658"/>
                  </a:cubicBezTo>
                  <a:cubicBezTo>
                    <a:pt x="383071" y="389725"/>
                    <a:pt x="365447" y="428061"/>
                    <a:pt x="354744" y="438763"/>
                  </a:cubicBezTo>
                  <a:cubicBezTo>
                    <a:pt x="337975" y="455524"/>
                    <a:pt x="296975" y="465200"/>
                    <a:pt x="264751" y="465200"/>
                  </a:cubicBezTo>
                  <a:close/>
                  <a:moveTo>
                    <a:pt x="62017" y="14835"/>
                  </a:moveTo>
                  <a:lnTo>
                    <a:pt x="64249" y="17067"/>
                  </a:lnTo>
                  <a:cubicBezTo>
                    <a:pt x="53988" y="27328"/>
                    <a:pt x="35140" y="56438"/>
                    <a:pt x="21368" y="87375"/>
                  </a:cubicBezTo>
                  <a:cubicBezTo>
                    <a:pt x="5876" y="122165"/>
                    <a:pt x="2150" y="147287"/>
                    <a:pt x="11151" y="156288"/>
                  </a:cubicBezTo>
                  <a:cubicBezTo>
                    <a:pt x="18668" y="163804"/>
                    <a:pt x="31035" y="174219"/>
                    <a:pt x="45356" y="186280"/>
                  </a:cubicBezTo>
                  <a:cubicBezTo>
                    <a:pt x="75105" y="211348"/>
                    <a:pt x="112145" y="242546"/>
                    <a:pt x="127158" y="266157"/>
                  </a:cubicBezTo>
                  <a:cubicBezTo>
                    <a:pt x="139382" y="285365"/>
                    <a:pt x="144027" y="315969"/>
                    <a:pt x="148131" y="342955"/>
                  </a:cubicBezTo>
                  <a:cubicBezTo>
                    <a:pt x="151525" y="365341"/>
                    <a:pt x="154739" y="386494"/>
                    <a:pt x="161526" y="397367"/>
                  </a:cubicBezTo>
                  <a:cubicBezTo>
                    <a:pt x="177673" y="423209"/>
                    <a:pt x="221086" y="455478"/>
                    <a:pt x="252842" y="458368"/>
                  </a:cubicBezTo>
                  <a:cubicBezTo>
                    <a:pt x="288127" y="461572"/>
                    <a:pt x="334483" y="450096"/>
                    <a:pt x="350280" y="434290"/>
                  </a:cubicBezTo>
                  <a:cubicBezTo>
                    <a:pt x="360181" y="424388"/>
                    <a:pt x="378346" y="384873"/>
                    <a:pt x="394377" y="350012"/>
                  </a:cubicBezTo>
                  <a:cubicBezTo>
                    <a:pt x="405106" y="326582"/>
                    <a:pt x="415277" y="304457"/>
                    <a:pt x="421668" y="294285"/>
                  </a:cubicBezTo>
                  <a:cubicBezTo>
                    <a:pt x="435620" y="272016"/>
                    <a:pt x="456773" y="228658"/>
                    <a:pt x="448042" y="207451"/>
                  </a:cubicBezTo>
                  <a:cubicBezTo>
                    <a:pt x="445522" y="201402"/>
                    <a:pt x="440661" y="197649"/>
                    <a:pt x="433370" y="195956"/>
                  </a:cubicBezTo>
                  <a:cubicBezTo>
                    <a:pt x="426889" y="194480"/>
                    <a:pt x="418158" y="192698"/>
                    <a:pt x="407986" y="190619"/>
                  </a:cubicBezTo>
                  <a:cubicBezTo>
                    <a:pt x="333871" y="175533"/>
                    <a:pt x="254192" y="157260"/>
                    <a:pt x="246415" y="131310"/>
                  </a:cubicBezTo>
                  <a:lnTo>
                    <a:pt x="244336" y="124361"/>
                  </a:lnTo>
                  <a:cubicBezTo>
                    <a:pt x="234939" y="92830"/>
                    <a:pt x="217440" y="34151"/>
                    <a:pt x="203479" y="20190"/>
                  </a:cubicBezTo>
                  <a:cubicBezTo>
                    <a:pt x="188619" y="5330"/>
                    <a:pt x="81757" y="-422"/>
                    <a:pt x="64258" y="17058"/>
                  </a:cubicBezTo>
                  <a:lnTo>
                    <a:pt x="62026" y="148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8"/>
            <p:cNvSpPr/>
            <p:nvPr/>
          </p:nvSpPr>
          <p:spPr>
            <a:xfrm flipH="1">
              <a:off x="336809" y="4077331"/>
              <a:ext cx="417342" cy="345356"/>
            </a:xfrm>
            <a:custGeom>
              <a:avLst/>
              <a:gdLst/>
              <a:ahLst/>
              <a:cxnLst/>
              <a:rect l="l" t="t" r="r" b="b"/>
              <a:pathLst>
                <a:path w="371797" h="307667" extrusionOk="0">
                  <a:moveTo>
                    <a:pt x="188116" y="307667"/>
                  </a:moveTo>
                  <a:cubicBezTo>
                    <a:pt x="159941" y="307667"/>
                    <a:pt x="123397" y="278216"/>
                    <a:pt x="108725" y="263472"/>
                  </a:cubicBezTo>
                  <a:cubicBezTo>
                    <a:pt x="100984" y="255767"/>
                    <a:pt x="78661" y="248359"/>
                    <a:pt x="57058" y="241194"/>
                  </a:cubicBezTo>
                  <a:cubicBezTo>
                    <a:pt x="23574" y="230086"/>
                    <a:pt x="3060" y="222570"/>
                    <a:pt x="918" y="211877"/>
                  </a:cubicBezTo>
                  <a:cubicBezTo>
                    <a:pt x="-2845" y="193064"/>
                    <a:pt x="5040" y="120047"/>
                    <a:pt x="23123" y="101936"/>
                  </a:cubicBezTo>
                  <a:cubicBezTo>
                    <a:pt x="62729" y="62349"/>
                    <a:pt x="161202" y="-9696"/>
                    <a:pt x="250674" y="1087"/>
                  </a:cubicBezTo>
                  <a:cubicBezTo>
                    <a:pt x="307021" y="7847"/>
                    <a:pt x="320973" y="38712"/>
                    <a:pt x="331144" y="61251"/>
                  </a:cubicBezTo>
                  <a:cubicBezTo>
                    <a:pt x="337535" y="75356"/>
                    <a:pt x="342126" y="85545"/>
                    <a:pt x="354188" y="86751"/>
                  </a:cubicBezTo>
                  <a:cubicBezTo>
                    <a:pt x="363009" y="87634"/>
                    <a:pt x="368590" y="91216"/>
                    <a:pt x="370840" y="97382"/>
                  </a:cubicBezTo>
                  <a:cubicBezTo>
                    <a:pt x="379211" y="120911"/>
                    <a:pt x="330244" y="171470"/>
                    <a:pt x="320343" y="181372"/>
                  </a:cubicBezTo>
                  <a:cubicBezTo>
                    <a:pt x="300990" y="200760"/>
                    <a:pt x="276957" y="226909"/>
                    <a:pt x="255804" y="249988"/>
                  </a:cubicBezTo>
                  <a:cubicBezTo>
                    <a:pt x="237982" y="269394"/>
                    <a:pt x="221149" y="287739"/>
                    <a:pt x="209719" y="299170"/>
                  </a:cubicBezTo>
                  <a:cubicBezTo>
                    <a:pt x="203688" y="305192"/>
                    <a:pt x="196217" y="307667"/>
                    <a:pt x="188116" y="307667"/>
                  </a:cubicBezTo>
                  <a:close/>
                  <a:moveTo>
                    <a:pt x="232222" y="6326"/>
                  </a:moveTo>
                  <a:cubicBezTo>
                    <a:pt x="150131" y="6326"/>
                    <a:pt x="63809" y="70207"/>
                    <a:pt x="27624" y="106410"/>
                  </a:cubicBezTo>
                  <a:cubicBezTo>
                    <a:pt x="11485" y="122549"/>
                    <a:pt x="3726" y="193659"/>
                    <a:pt x="7120" y="210644"/>
                  </a:cubicBezTo>
                  <a:cubicBezTo>
                    <a:pt x="8686" y="218502"/>
                    <a:pt x="36625" y="227755"/>
                    <a:pt x="59039" y="235190"/>
                  </a:cubicBezTo>
                  <a:cubicBezTo>
                    <a:pt x="82352" y="242931"/>
                    <a:pt x="104405" y="250240"/>
                    <a:pt x="113135" y="258998"/>
                  </a:cubicBezTo>
                  <a:cubicBezTo>
                    <a:pt x="122767" y="268602"/>
                    <a:pt x="140319" y="283112"/>
                    <a:pt x="158052" y="292374"/>
                  </a:cubicBezTo>
                  <a:cubicBezTo>
                    <a:pt x="179654" y="303653"/>
                    <a:pt x="195496" y="304418"/>
                    <a:pt x="205308" y="294688"/>
                  </a:cubicBezTo>
                  <a:cubicBezTo>
                    <a:pt x="216559" y="283355"/>
                    <a:pt x="233392" y="265065"/>
                    <a:pt x="251124" y="245703"/>
                  </a:cubicBezTo>
                  <a:cubicBezTo>
                    <a:pt x="272367" y="222588"/>
                    <a:pt x="296400" y="196386"/>
                    <a:pt x="315933" y="176898"/>
                  </a:cubicBezTo>
                  <a:cubicBezTo>
                    <a:pt x="349146" y="143675"/>
                    <a:pt x="369309" y="111847"/>
                    <a:pt x="364899" y="99506"/>
                  </a:cubicBezTo>
                  <a:cubicBezTo>
                    <a:pt x="363548" y="95789"/>
                    <a:pt x="359858" y="93664"/>
                    <a:pt x="353557" y="93034"/>
                  </a:cubicBezTo>
                  <a:cubicBezTo>
                    <a:pt x="337895" y="91468"/>
                    <a:pt x="332044" y="78677"/>
                    <a:pt x="325384" y="63852"/>
                  </a:cubicBezTo>
                  <a:cubicBezTo>
                    <a:pt x="315302" y="41503"/>
                    <a:pt x="302790" y="13698"/>
                    <a:pt x="249953" y="7361"/>
                  </a:cubicBezTo>
                  <a:cubicBezTo>
                    <a:pt x="244103" y="6659"/>
                    <a:pt x="238162" y="6326"/>
                    <a:pt x="232222" y="63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8"/>
            <p:cNvSpPr/>
            <p:nvPr/>
          </p:nvSpPr>
          <p:spPr>
            <a:xfrm flipH="1">
              <a:off x="-247570" y="3249547"/>
              <a:ext cx="1232507" cy="964161"/>
            </a:xfrm>
            <a:custGeom>
              <a:avLst/>
              <a:gdLst/>
              <a:ahLst/>
              <a:cxnLst/>
              <a:rect l="l" t="t" r="r" b="b"/>
              <a:pathLst>
                <a:path w="1098002" h="858941" extrusionOk="0">
                  <a:moveTo>
                    <a:pt x="1094873" y="858942"/>
                  </a:moveTo>
                  <a:cubicBezTo>
                    <a:pt x="1094603" y="858942"/>
                    <a:pt x="1094423" y="858915"/>
                    <a:pt x="1094152" y="858870"/>
                  </a:cubicBezTo>
                  <a:cubicBezTo>
                    <a:pt x="1086592" y="857259"/>
                    <a:pt x="907738" y="819283"/>
                    <a:pt x="879024" y="801343"/>
                  </a:cubicBezTo>
                  <a:cubicBezTo>
                    <a:pt x="850311" y="783431"/>
                    <a:pt x="817096" y="722304"/>
                    <a:pt x="813316" y="695589"/>
                  </a:cubicBezTo>
                  <a:cubicBezTo>
                    <a:pt x="809895" y="672050"/>
                    <a:pt x="778482" y="608169"/>
                    <a:pt x="754268" y="575657"/>
                  </a:cubicBezTo>
                  <a:cubicBezTo>
                    <a:pt x="731945" y="545719"/>
                    <a:pt x="637433" y="507941"/>
                    <a:pt x="590536" y="492144"/>
                  </a:cubicBezTo>
                  <a:cubicBezTo>
                    <a:pt x="574245" y="486635"/>
                    <a:pt x="545530" y="471432"/>
                    <a:pt x="512317" y="453826"/>
                  </a:cubicBezTo>
                  <a:cubicBezTo>
                    <a:pt x="465780" y="429082"/>
                    <a:pt x="412943" y="401052"/>
                    <a:pt x="383870" y="394814"/>
                  </a:cubicBezTo>
                  <a:cubicBezTo>
                    <a:pt x="337603" y="384904"/>
                    <a:pt x="213505" y="313434"/>
                    <a:pt x="213505" y="291777"/>
                  </a:cubicBezTo>
                  <a:cubicBezTo>
                    <a:pt x="213505" y="275224"/>
                    <a:pt x="179849" y="200199"/>
                    <a:pt x="169434" y="189785"/>
                  </a:cubicBezTo>
                  <a:cubicBezTo>
                    <a:pt x="159992" y="180343"/>
                    <a:pt x="44597" y="142367"/>
                    <a:pt x="15946" y="134185"/>
                  </a:cubicBezTo>
                  <a:cubicBezTo>
                    <a:pt x="8529" y="132070"/>
                    <a:pt x="3453" y="126498"/>
                    <a:pt x="1275" y="118091"/>
                  </a:cubicBezTo>
                  <a:cubicBezTo>
                    <a:pt x="-3721" y="98828"/>
                    <a:pt x="7071" y="70285"/>
                    <a:pt x="14587" y="62760"/>
                  </a:cubicBezTo>
                  <a:cubicBezTo>
                    <a:pt x="22580" y="54767"/>
                    <a:pt x="74679" y="54948"/>
                    <a:pt x="153278" y="56108"/>
                  </a:cubicBezTo>
                  <a:cubicBezTo>
                    <a:pt x="170172" y="56361"/>
                    <a:pt x="185997" y="56595"/>
                    <a:pt x="198868" y="56595"/>
                  </a:cubicBezTo>
                  <a:cubicBezTo>
                    <a:pt x="240931" y="56595"/>
                    <a:pt x="314380" y="32436"/>
                    <a:pt x="362987" y="16440"/>
                  </a:cubicBezTo>
                  <a:cubicBezTo>
                    <a:pt x="380089" y="10788"/>
                    <a:pt x="394941" y="5909"/>
                    <a:pt x="405022" y="3155"/>
                  </a:cubicBezTo>
                  <a:cubicBezTo>
                    <a:pt x="444447" y="-7575"/>
                    <a:pt x="490714" y="11679"/>
                    <a:pt x="500975" y="21922"/>
                  </a:cubicBezTo>
                  <a:cubicBezTo>
                    <a:pt x="511326" y="32336"/>
                    <a:pt x="526899" y="163187"/>
                    <a:pt x="526899" y="191828"/>
                  </a:cubicBezTo>
                  <a:cubicBezTo>
                    <a:pt x="526899" y="216087"/>
                    <a:pt x="598998" y="230965"/>
                    <a:pt x="633652" y="238122"/>
                  </a:cubicBezTo>
                  <a:cubicBezTo>
                    <a:pt x="641573" y="239742"/>
                    <a:pt x="648234" y="241119"/>
                    <a:pt x="653005" y="242307"/>
                  </a:cubicBezTo>
                  <a:cubicBezTo>
                    <a:pt x="681628" y="249481"/>
                    <a:pt x="806835" y="306566"/>
                    <a:pt x="833929" y="324857"/>
                  </a:cubicBezTo>
                  <a:cubicBezTo>
                    <a:pt x="860392" y="342670"/>
                    <a:pt x="1053197" y="534809"/>
                    <a:pt x="1061389" y="542983"/>
                  </a:cubicBezTo>
                  <a:cubicBezTo>
                    <a:pt x="1062559" y="544216"/>
                    <a:pt x="1062559" y="546214"/>
                    <a:pt x="1061389" y="547456"/>
                  </a:cubicBezTo>
                  <a:cubicBezTo>
                    <a:pt x="1060128" y="548689"/>
                    <a:pt x="1058148" y="548680"/>
                    <a:pt x="1056888" y="547456"/>
                  </a:cubicBezTo>
                  <a:cubicBezTo>
                    <a:pt x="1054908" y="545458"/>
                    <a:pt x="856342" y="347567"/>
                    <a:pt x="830418" y="330096"/>
                  </a:cubicBezTo>
                  <a:cubicBezTo>
                    <a:pt x="804405" y="312543"/>
                    <a:pt x="678928" y="255314"/>
                    <a:pt x="651475" y="248437"/>
                  </a:cubicBezTo>
                  <a:cubicBezTo>
                    <a:pt x="646794" y="247267"/>
                    <a:pt x="640133" y="245907"/>
                    <a:pt x="632392" y="244305"/>
                  </a:cubicBezTo>
                  <a:cubicBezTo>
                    <a:pt x="590536" y="235682"/>
                    <a:pt x="520507" y="221226"/>
                    <a:pt x="520507" y="191828"/>
                  </a:cubicBezTo>
                  <a:cubicBezTo>
                    <a:pt x="520507" y="155797"/>
                    <a:pt x="503765" y="33822"/>
                    <a:pt x="496474" y="26396"/>
                  </a:cubicBezTo>
                  <a:cubicBezTo>
                    <a:pt x="488823" y="18790"/>
                    <a:pt x="445978" y="-1481"/>
                    <a:pt x="406733" y="9258"/>
                  </a:cubicBezTo>
                  <a:cubicBezTo>
                    <a:pt x="396832" y="11976"/>
                    <a:pt x="382069" y="16827"/>
                    <a:pt x="364967" y="22453"/>
                  </a:cubicBezTo>
                  <a:cubicBezTo>
                    <a:pt x="313030" y="39528"/>
                    <a:pt x="241921" y="62922"/>
                    <a:pt x="198868" y="62922"/>
                  </a:cubicBezTo>
                  <a:cubicBezTo>
                    <a:pt x="185960" y="62922"/>
                    <a:pt x="170109" y="62688"/>
                    <a:pt x="153178" y="62436"/>
                  </a:cubicBezTo>
                  <a:cubicBezTo>
                    <a:pt x="105508" y="61725"/>
                    <a:pt x="25739" y="60546"/>
                    <a:pt x="19043" y="67234"/>
                  </a:cubicBezTo>
                  <a:cubicBezTo>
                    <a:pt x="12490" y="73796"/>
                    <a:pt x="3147" y="100160"/>
                    <a:pt x="7378" y="116506"/>
                  </a:cubicBezTo>
                  <a:cubicBezTo>
                    <a:pt x="9006" y="122798"/>
                    <a:pt x="12373" y="126597"/>
                    <a:pt x="17674" y="128118"/>
                  </a:cubicBezTo>
                  <a:cubicBezTo>
                    <a:pt x="40241" y="134563"/>
                    <a:pt x="162423" y="173853"/>
                    <a:pt x="173890" y="185329"/>
                  </a:cubicBezTo>
                  <a:cubicBezTo>
                    <a:pt x="185105" y="196545"/>
                    <a:pt x="219778" y="273847"/>
                    <a:pt x="219778" y="291795"/>
                  </a:cubicBezTo>
                  <a:cubicBezTo>
                    <a:pt x="219778" y="305090"/>
                    <a:pt x="332113" y="377289"/>
                    <a:pt x="385130" y="388648"/>
                  </a:cubicBezTo>
                  <a:cubicBezTo>
                    <a:pt x="415104" y="395066"/>
                    <a:pt x="468300" y="423321"/>
                    <a:pt x="515287" y="448254"/>
                  </a:cubicBezTo>
                  <a:cubicBezTo>
                    <a:pt x="546881" y="465005"/>
                    <a:pt x="576675" y="480829"/>
                    <a:pt x="592517" y="486167"/>
                  </a:cubicBezTo>
                  <a:cubicBezTo>
                    <a:pt x="640043" y="502171"/>
                    <a:pt x="736086" y="540705"/>
                    <a:pt x="759309" y="571894"/>
                  </a:cubicBezTo>
                  <a:cubicBezTo>
                    <a:pt x="782352" y="602831"/>
                    <a:pt x="815746" y="667946"/>
                    <a:pt x="819527" y="694706"/>
                  </a:cubicBezTo>
                  <a:cubicBezTo>
                    <a:pt x="823127" y="719721"/>
                    <a:pt x="855531" y="779209"/>
                    <a:pt x="882355" y="795988"/>
                  </a:cubicBezTo>
                  <a:cubicBezTo>
                    <a:pt x="910078" y="813333"/>
                    <a:pt x="1093613" y="852299"/>
                    <a:pt x="1095503" y="852686"/>
                  </a:cubicBezTo>
                  <a:cubicBezTo>
                    <a:pt x="1097213" y="853046"/>
                    <a:pt x="1098294" y="854721"/>
                    <a:pt x="1097933" y="856431"/>
                  </a:cubicBezTo>
                  <a:cubicBezTo>
                    <a:pt x="1097574" y="857916"/>
                    <a:pt x="1096313" y="858933"/>
                    <a:pt x="1094873" y="8589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8"/>
            <p:cNvSpPr/>
            <p:nvPr/>
          </p:nvSpPr>
          <p:spPr>
            <a:xfrm flipH="1">
              <a:off x="-255627" y="3344636"/>
              <a:ext cx="1012662" cy="765383"/>
            </a:xfrm>
            <a:custGeom>
              <a:avLst/>
              <a:gdLst/>
              <a:ahLst/>
              <a:cxnLst/>
              <a:rect l="l" t="t" r="r" b="b"/>
              <a:pathLst>
                <a:path w="902149" h="681856" extrusionOk="0">
                  <a:moveTo>
                    <a:pt x="749298" y="681856"/>
                  </a:moveTo>
                  <a:cubicBezTo>
                    <a:pt x="722655" y="681856"/>
                    <a:pt x="701141" y="679201"/>
                    <a:pt x="697721" y="671046"/>
                  </a:cubicBezTo>
                  <a:cubicBezTo>
                    <a:pt x="695471" y="665843"/>
                    <a:pt x="690610" y="651018"/>
                    <a:pt x="683859" y="630487"/>
                  </a:cubicBezTo>
                  <a:cubicBezTo>
                    <a:pt x="665226" y="573653"/>
                    <a:pt x="630662" y="467853"/>
                    <a:pt x="611219" y="448411"/>
                  </a:cubicBezTo>
                  <a:cubicBezTo>
                    <a:pt x="586106" y="423297"/>
                    <a:pt x="470801" y="353394"/>
                    <a:pt x="412293" y="327777"/>
                  </a:cubicBezTo>
                  <a:cubicBezTo>
                    <a:pt x="396182" y="320720"/>
                    <a:pt x="364227" y="308388"/>
                    <a:pt x="327232" y="294103"/>
                  </a:cubicBezTo>
                  <a:cubicBezTo>
                    <a:pt x="199415" y="244741"/>
                    <a:pt x="101213" y="205757"/>
                    <a:pt x="96172" y="190212"/>
                  </a:cubicBezTo>
                  <a:cubicBezTo>
                    <a:pt x="89601" y="169824"/>
                    <a:pt x="21642" y="70370"/>
                    <a:pt x="3523" y="52251"/>
                  </a:cubicBezTo>
                  <a:cubicBezTo>
                    <a:pt x="-293" y="48434"/>
                    <a:pt x="-1040" y="43790"/>
                    <a:pt x="1435" y="39172"/>
                  </a:cubicBezTo>
                  <a:cubicBezTo>
                    <a:pt x="10661" y="21917"/>
                    <a:pt x="69528" y="5228"/>
                    <a:pt x="99862" y="11232"/>
                  </a:cubicBezTo>
                  <a:cubicBezTo>
                    <a:pt x="116334" y="14491"/>
                    <a:pt x="140007" y="9774"/>
                    <a:pt x="160890" y="5589"/>
                  </a:cubicBezTo>
                  <a:cubicBezTo>
                    <a:pt x="185734" y="611"/>
                    <a:pt x="207246" y="-3701"/>
                    <a:pt x="215888" y="4958"/>
                  </a:cubicBezTo>
                  <a:cubicBezTo>
                    <a:pt x="223268" y="12384"/>
                    <a:pt x="228309" y="38965"/>
                    <a:pt x="234070" y="69749"/>
                  </a:cubicBezTo>
                  <a:cubicBezTo>
                    <a:pt x="239831" y="100542"/>
                    <a:pt x="246402" y="135440"/>
                    <a:pt x="255133" y="144171"/>
                  </a:cubicBezTo>
                  <a:cubicBezTo>
                    <a:pt x="271335" y="160427"/>
                    <a:pt x="402572" y="225154"/>
                    <a:pt x="453699" y="239754"/>
                  </a:cubicBezTo>
                  <a:cubicBezTo>
                    <a:pt x="503026" y="253850"/>
                    <a:pt x="633633" y="340252"/>
                    <a:pt x="648484" y="373584"/>
                  </a:cubicBezTo>
                  <a:cubicBezTo>
                    <a:pt x="659736" y="399111"/>
                    <a:pt x="834179" y="494524"/>
                    <a:pt x="900428" y="529133"/>
                  </a:cubicBezTo>
                  <a:cubicBezTo>
                    <a:pt x="902048" y="529943"/>
                    <a:pt x="902588" y="531852"/>
                    <a:pt x="901778" y="533400"/>
                  </a:cubicBezTo>
                  <a:cubicBezTo>
                    <a:pt x="900968" y="534957"/>
                    <a:pt x="899078" y="535533"/>
                    <a:pt x="897547" y="534741"/>
                  </a:cubicBezTo>
                  <a:cubicBezTo>
                    <a:pt x="887736" y="529619"/>
                    <a:pt x="657216" y="408913"/>
                    <a:pt x="642634" y="376158"/>
                  </a:cubicBezTo>
                  <a:cubicBezTo>
                    <a:pt x="628682" y="344717"/>
                    <a:pt x="499065" y="259314"/>
                    <a:pt x="451898" y="245839"/>
                  </a:cubicBezTo>
                  <a:cubicBezTo>
                    <a:pt x="402932" y="231833"/>
                    <a:pt x="269355" y="167340"/>
                    <a:pt x="250632" y="148653"/>
                  </a:cubicBezTo>
                  <a:cubicBezTo>
                    <a:pt x="240551" y="138545"/>
                    <a:pt x="234070" y="104161"/>
                    <a:pt x="227859" y="70928"/>
                  </a:cubicBezTo>
                  <a:cubicBezTo>
                    <a:pt x="222729" y="43672"/>
                    <a:pt x="217418" y="15499"/>
                    <a:pt x="211387" y="9441"/>
                  </a:cubicBezTo>
                  <a:cubicBezTo>
                    <a:pt x="205176" y="3167"/>
                    <a:pt x="183304" y="7569"/>
                    <a:pt x="162151" y="11799"/>
                  </a:cubicBezTo>
                  <a:cubicBezTo>
                    <a:pt x="140728" y="16102"/>
                    <a:pt x="116334" y="20980"/>
                    <a:pt x="98602" y="17443"/>
                  </a:cubicBezTo>
                  <a:cubicBezTo>
                    <a:pt x="69439" y="11637"/>
                    <a:pt x="14342" y="28461"/>
                    <a:pt x="7015" y="42169"/>
                  </a:cubicBezTo>
                  <a:cubicBezTo>
                    <a:pt x="5863" y="44320"/>
                    <a:pt x="6142" y="45950"/>
                    <a:pt x="7997" y="47804"/>
                  </a:cubicBezTo>
                  <a:cubicBezTo>
                    <a:pt x="24522" y="64330"/>
                    <a:pt x="94912" y="165891"/>
                    <a:pt x="102202" y="188286"/>
                  </a:cubicBezTo>
                  <a:cubicBezTo>
                    <a:pt x="106703" y="202201"/>
                    <a:pt x="246221" y="256055"/>
                    <a:pt x="329482" y="288226"/>
                  </a:cubicBezTo>
                  <a:cubicBezTo>
                    <a:pt x="366567" y="302538"/>
                    <a:pt x="398521" y="314896"/>
                    <a:pt x="414814" y="321998"/>
                  </a:cubicBezTo>
                  <a:cubicBezTo>
                    <a:pt x="470171" y="346229"/>
                    <a:pt x="587546" y="415871"/>
                    <a:pt x="615630" y="443946"/>
                  </a:cubicBezTo>
                  <a:cubicBezTo>
                    <a:pt x="636153" y="464451"/>
                    <a:pt x="669817" y="567154"/>
                    <a:pt x="689890" y="628524"/>
                  </a:cubicBezTo>
                  <a:cubicBezTo>
                    <a:pt x="696280" y="648129"/>
                    <a:pt x="701322" y="663611"/>
                    <a:pt x="703481" y="668552"/>
                  </a:cubicBezTo>
                  <a:cubicBezTo>
                    <a:pt x="708253" y="679741"/>
                    <a:pt x="788273" y="676384"/>
                    <a:pt x="862893" y="666662"/>
                  </a:cubicBezTo>
                  <a:cubicBezTo>
                    <a:pt x="864603" y="666383"/>
                    <a:pt x="866223" y="667652"/>
                    <a:pt x="866403" y="669390"/>
                  </a:cubicBezTo>
                  <a:cubicBezTo>
                    <a:pt x="866673" y="671118"/>
                    <a:pt x="865413" y="672702"/>
                    <a:pt x="863702" y="672936"/>
                  </a:cubicBezTo>
                  <a:cubicBezTo>
                    <a:pt x="847591" y="675024"/>
                    <a:pt x="791873" y="681856"/>
                    <a:pt x="749298" y="68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8"/>
            <p:cNvSpPr/>
            <p:nvPr/>
          </p:nvSpPr>
          <p:spPr>
            <a:xfrm rot="10800000">
              <a:off x="-184079" y="-232777"/>
              <a:ext cx="3849353" cy="963651"/>
            </a:xfrm>
            <a:custGeom>
              <a:avLst/>
              <a:gdLst/>
              <a:ahLst/>
              <a:cxnLst/>
              <a:rect l="l" t="t" r="r" b="b"/>
              <a:pathLst>
                <a:path w="3187870" h="798055" extrusionOk="0">
                  <a:moveTo>
                    <a:pt x="3148764" y="798020"/>
                  </a:moveTo>
                  <a:cubicBezTo>
                    <a:pt x="3140393" y="798020"/>
                    <a:pt x="3133597" y="791233"/>
                    <a:pt x="3133597" y="782853"/>
                  </a:cubicBezTo>
                  <a:cubicBezTo>
                    <a:pt x="3133597" y="778056"/>
                    <a:pt x="3135829" y="773771"/>
                    <a:pt x="3139312" y="770990"/>
                  </a:cubicBezTo>
                  <a:cubicBezTo>
                    <a:pt x="3141248" y="759153"/>
                    <a:pt x="3138457" y="723382"/>
                    <a:pt x="3135973" y="691527"/>
                  </a:cubicBezTo>
                  <a:cubicBezTo>
                    <a:pt x="3129348" y="606349"/>
                    <a:pt x="3120257" y="489703"/>
                    <a:pt x="3151068" y="422968"/>
                  </a:cubicBezTo>
                  <a:cubicBezTo>
                    <a:pt x="3158476" y="406919"/>
                    <a:pt x="3159502" y="392922"/>
                    <a:pt x="3154191" y="380176"/>
                  </a:cubicBezTo>
                  <a:cubicBezTo>
                    <a:pt x="3137854" y="340940"/>
                    <a:pt x="3063190" y="313730"/>
                    <a:pt x="2997319" y="289732"/>
                  </a:cubicBezTo>
                  <a:cubicBezTo>
                    <a:pt x="2968560" y="279255"/>
                    <a:pt x="2941395" y="269354"/>
                    <a:pt x="2917433" y="258291"/>
                  </a:cubicBezTo>
                  <a:cubicBezTo>
                    <a:pt x="2814325" y="210702"/>
                    <a:pt x="2430091" y="180431"/>
                    <a:pt x="2324354" y="203105"/>
                  </a:cubicBezTo>
                  <a:cubicBezTo>
                    <a:pt x="2273741" y="213951"/>
                    <a:pt x="2213550" y="242161"/>
                    <a:pt x="2143854" y="274817"/>
                  </a:cubicBezTo>
                  <a:cubicBezTo>
                    <a:pt x="2061394" y="313460"/>
                    <a:pt x="1967935" y="357250"/>
                    <a:pt x="1859254" y="387683"/>
                  </a:cubicBezTo>
                  <a:cubicBezTo>
                    <a:pt x="1688574" y="435462"/>
                    <a:pt x="1494608" y="350409"/>
                    <a:pt x="1378699" y="299598"/>
                  </a:cubicBezTo>
                  <a:cubicBezTo>
                    <a:pt x="1355143" y="289264"/>
                    <a:pt x="1334801" y="280353"/>
                    <a:pt x="1319679" y="274854"/>
                  </a:cubicBezTo>
                  <a:cubicBezTo>
                    <a:pt x="1230009" y="242242"/>
                    <a:pt x="1194409" y="163464"/>
                    <a:pt x="1156721" y="80059"/>
                  </a:cubicBezTo>
                  <a:lnTo>
                    <a:pt x="1150357" y="65999"/>
                  </a:lnTo>
                  <a:cubicBezTo>
                    <a:pt x="1118583" y="-3895"/>
                    <a:pt x="842049" y="25710"/>
                    <a:pt x="519537" y="169990"/>
                  </a:cubicBezTo>
                  <a:cubicBezTo>
                    <a:pt x="222975" y="302667"/>
                    <a:pt x="30799" y="704930"/>
                    <a:pt x="28891" y="708980"/>
                  </a:cubicBezTo>
                  <a:cubicBezTo>
                    <a:pt x="25327" y="716559"/>
                    <a:pt x="16307" y="719791"/>
                    <a:pt x="8710" y="716253"/>
                  </a:cubicBezTo>
                  <a:cubicBezTo>
                    <a:pt x="1132" y="712689"/>
                    <a:pt x="-2118" y="703652"/>
                    <a:pt x="1446" y="696073"/>
                  </a:cubicBezTo>
                  <a:cubicBezTo>
                    <a:pt x="9422" y="679123"/>
                    <a:pt x="200211" y="279615"/>
                    <a:pt x="507142" y="142311"/>
                  </a:cubicBezTo>
                  <a:cubicBezTo>
                    <a:pt x="791390" y="15160"/>
                    <a:pt x="1128692" y="-54977"/>
                    <a:pt x="1177964" y="53460"/>
                  </a:cubicBezTo>
                  <a:lnTo>
                    <a:pt x="1184355" y="67583"/>
                  </a:lnTo>
                  <a:cubicBezTo>
                    <a:pt x="1220855" y="148360"/>
                    <a:pt x="1252386" y="218128"/>
                    <a:pt x="1330039" y="246365"/>
                  </a:cubicBezTo>
                  <a:cubicBezTo>
                    <a:pt x="1346079" y="252206"/>
                    <a:pt x="1366836" y="261306"/>
                    <a:pt x="1390878" y="271838"/>
                  </a:cubicBezTo>
                  <a:cubicBezTo>
                    <a:pt x="1503069" y="321029"/>
                    <a:pt x="1690806" y="403372"/>
                    <a:pt x="1851063" y="358492"/>
                  </a:cubicBezTo>
                  <a:cubicBezTo>
                    <a:pt x="1957331" y="328744"/>
                    <a:pt x="2049584" y="285520"/>
                    <a:pt x="2130973" y="247373"/>
                  </a:cubicBezTo>
                  <a:cubicBezTo>
                    <a:pt x="2202352" y="213933"/>
                    <a:pt x="2264002" y="185039"/>
                    <a:pt x="2317991" y="173473"/>
                  </a:cubicBezTo>
                  <a:cubicBezTo>
                    <a:pt x="2429848" y="149494"/>
                    <a:pt x="2820733" y="180287"/>
                    <a:pt x="2930143" y="230784"/>
                  </a:cubicBezTo>
                  <a:cubicBezTo>
                    <a:pt x="2952952" y="241315"/>
                    <a:pt x="2979541" y="251000"/>
                    <a:pt x="3007697" y="261262"/>
                  </a:cubicBezTo>
                  <a:cubicBezTo>
                    <a:pt x="3082938" y="288670"/>
                    <a:pt x="3160744" y="317024"/>
                    <a:pt x="3182194" y="368547"/>
                  </a:cubicBezTo>
                  <a:cubicBezTo>
                    <a:pt x="3190817" y="389267"/>
                    <a:pt x="3189611" y="411860"/>
                    <a:pt x="3178603" y="435714"/>
                  </a:cubicBezTo>
                  <a:cubicBezTo>
                    <a:pt x="3151113" y="495274"/>
                    <a:pt x="3160204" y="611975"/>
                    <a:pt x="3166217" y="689205"/>
                  </a:cubicBezTo>
                  <a:cubicBezTo>
                    <a:pt x="3171482" y="756858"/>
                    <a:pt x="3172779" y="780810"/>
                    <a:pt x="3162428" y="792007"/>
                  </a:cubicBezTo>
                  <a:cubicBezTo>
                    <a:pt x="3158818" y="795905"/>
                    <a:pt x="3153966" y="798056"/>
                    <a:pt x="3148764" y="7980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8"/>
            <p:cNvSpPr/>
            <p:nvPr/>
          </p:nvSpPr>
          <p:spPr>
            <a:xfrm rot="10800000">
              <a:off x="84635" y="-69245"/>
              <a:ext cx="3356686" cy="608581"/>
            </a:xfrm>
            <a:custGeom>
              <a:avLst/>
              <a:gdLst/>
              <a:ahLst/>
              <a:cxnLst/>
              <a:rect l="l" t="t" r="r" b="b"/>
              <a:pathLst>
                <a:path w="2779864" h="504001" extrusionOk="0">
                  <a:moveTo>
                    <a:pt x="3156" y="503992"/>
                  </a:moveTo>
                  <a:cubicBezTo>
                    <a:pt x="2436" y="503992"/>
                    <a:pt x="1716" y="503750"/>
                    <a:pt x="1122" y="503254"/>
                  </a:cubicBezTo>
                  <a:cubicBezTo>
                    <a:pt x="-210" y="502120"/>
                    <a:pt x="-381" y="500131"/>
                    <a:pt x="744" y="498799"/>
                  </a:cubicBezTo>
                  <a:cubicBezTo>
                    <a:pt x="7585" y="490689"/>
                    <a:pt x="169318" y="299594"/>
                    <a:pt x="248447" y="251203"/>
                  </a:cubicBezTo>
                  <a:cubicBezTo>
                    <a:pt x="278583" y="232778"/>
                    <a:pt x="310447" y="208241"/>
                    <a:pt x="344193" y="182272"/>
                  </a:cubicBezTo>
                  <a:cubicBezTo>
                    <a:pt x="399595" y="139625"/>
                    <a:pt x="456897" y="95519"/>
                    <a:pt x="515098" y="71575"/>
                  </a:cubicBezTo>
                  <a:cubicBezTo>
                    <a:pt x="592770" y="39621"/>
                    <a:pt x="803253" y="-25448"/>
                    <a:pt x="839240" y="10556"/>
                  </a:cubicBezTo>
                  <a:cubicBezTo>
                    <a:pt x="845253" y="16569"/>
                    <a:pt x="853183" y="24815"/>
                    <a:pt x="862472" y="34464"/>
                  </a:cubicBezTo>
                  <a:cubicBezTo>
                    <a:pt x="901879" y="75437"/>
                    <a:pt x="967831" y="144008"/>
                    <a:pt x="1009020" y="167483"/>
                  </a:cubicBezTo>
                  <a:cubicBezTo>
                    <a:pt x="1037338" y="183631"/>
                    <a:pt x="1100769" y="196305"/>
                    <a:pt x="1162121" y="208564"/>
                  </a:cubicBezTo>
                  <a:cubicBezTo>
                    <a:pt x="1210170" y="218169"/>
                    <a:pt x="1255554" y="227242"/>
                    <a:pt x="1281342" y="237468"/>
                  </a:cubicBezTo>
                  <a:cubicBezTo>
                    <a:pt x="1298804" y="244389"/>
                    <a:pt x="1318139" y="253318"/>
                    <a:pt x="1338607" y="262779"/>
                  </a:cubicBezTo>
                  <a:cubicBezTo>
                    <a:pt x="1385360" y="284363"/>
                    <a:pt x="1438341" y="308829"/>
                    <a:pt x="1478747" y="312870"/>
                  </a:cubicBezTo>
                  <a:cubicBezTo>
                    <a:pt x="1526084" y="317596"/>
                    <a:pt x="1673433" y="325670"/>
                    <a:pt x="1727882" y="301457"/>
                  </a:cubicBezTo>
                  <a:cubicBezTo>
                    <a:pt x="1747639" y="292672"/>
                    <a:pt x="1790476" y="284796"/>
                    <a:pt x="1840072" y="275677"/>
                  </a:cubicBezTo>
                  <a:cubicBezTo>
                    <a:pt x="1923720" y="260294"/>
                    <a:pt x="2027819" y="241140"/>
                    <a:pt x="2071304" y="208520"/>
                  </a:cubicBezTo>
                  <a:cubicBezTo>
                    <a:pt x="2148723" y="150462"/>
                    <a:pt x="2282516" y="143747"/>
                    <a:pt x="2376417" y="143747"/>
                  </a:cubicBezTo>
                  <a:cubicBezTo>
                    <a:pt x="2492955" y="143747"/>
                    <a:pt x="2718930" y="191021"/>
                    <a:pt x="2766996" y="220005"/>
                  </a:cubicBezTo>
                  <a:cubicBezTo>
                    <a:pt x="2801912" y="241041"/>
                    <a:pt x="2759642" y="336282"/>
                    <a:pt x="2713358" y="432019"/>
                  </a:cubicBezTo>
                  <a:cubicBezTo>
                    <a:pt x="2702602" y="454270"/>
                    <a:pt x="2692439" y="475297"/>
                    <a:pt x="2692439" y="479275"/>
                  </a:cubicBezTo>
                  <a:cubicBezTo>
                    <a:pt x="2692439" y="481012"/>
                    <a:pt x="2691026" y="482435"/>
                    <a:pt x="2689280" y="482435"/>
                  </a:cubicBezTo>
                  <a:cubicBezTo>
                    <a:pt x="2687533" y="482435"/>
                    <a:pt x="2686120" y="481012"/>
                    <a:pt x="2686120" y="479275"/>
                  </a:cubicBezTo>
                  <a:cubicBezTo>
                    <a:pt x="2686120" y="474081"/>
                    <a:pt x="2693114" y="459383"/>
                    <a:pt x="2707660" y="429274"/>
                  </a:cubicBezTo>
                  <a:cubicBezTo>
                    <a:pt x="2738751" y="364951"/>
                    <a:pt x="2796619" y="245235"/>
                    <a:pt x="2763729" y="225406"/>
                  </a:cubicBezTo>
                  <a:cubicBezTo>
                    <a:pt x="2716220" y="196773"/>
                    <a:pt x="2492172" y="150057"/>
                    <a:pt x="2376408" y="150057"/>
                  </a:cubicBezTo>
                  <a:cubicBezTo>
                    <a:pt x="2283408" y="150057"/>
                    <a:pt x="2150991" y="156646"/>
                    <a:pt x="2075084" y="213569"/>
                  </a:cubicBezTo>
                  <a:cubicBezTo>
                    <a:pt x="2030411" y="247072"/>
                    <a:pt x="1925503" y="266370"/>
                    <a:pt x="1841207" y="281879"/>
                  </a:cubicBezTo>
                  <a:cubicBezTo>
                    <a:pt x="1792006" y="290934"/>
                    <a:pt x="1749521" y="298748"/>
                    <a:pt x="1730447" y="307227"/>
                  </a:cubicBezTo>
                  <a:cubicBezTo>
                    <a:pt x="1674748" y="331998"/>
                    <a:pt x="1525877" y="323924"/>
                    <a:pt x="1478117" y="319144"/>
                  </a:cubicBezTo>
                  <a:cubicBezTo>
                    <a:pt x="1436648" y="315003"/>
                    <a:pt x="1383155" y="290295"/>
                    <a:pt x="1335961" y="268512"/>
                  </a:cubicBezTo>
                  <a:cubicBezTo>
                    <a:pt x="1315564" y="259097"/>
                    <a:pt x="1296302" y="250195"/>
                    <a:pt x="1279002" y="243336"/>
                  </a:cubicBezTo>
                  <a:cubicBezTo>
                    <a:pt x="1253745" y="233318"/>
                    <a:pt x="1208639" y="224308"/>
                    <a:pt x="1160879" y="214766"/>
                  </a:cubicBezTo>
                  <a:cubicBezTo>
                    <a:pt x="1099041" y="202408"/>
                    <a:pt x="1035097" y="189626"/>
                    <a:pt x="1005888" y="172974"/>
                  </a:cubicBezTo>
                  <a:cubicBezTo>
                    <a:pt x="963915" y="149049"/>
                    <a:pt x="897559" y="80055"/>
                    <a:pt x="857918" y="38847"/>
                  </a:cubicBezTo>
                  <a:cubicBezTo>
                    <a:pt x="848673" y="29243"/>
                    <a:pt x="840761" y="21016"/>
                    <a:pt x="834776" y="15030"/>
                  </a:cubicBezTo>
                  <a:cubicBezTo>
                    <a:pt x="804819" y="-14926"/>
                    <a:pt x="612338" y="38406"/>
                    <a:pt x="517511" y="77417"/>
                  </a:cubicBezTo>
                  <a:cubicBezTo>
                    <a:pt x="460083" y="101046"/>
                    <a:pt x="403142" y="144881"/>
                    <a:pt x="348054" y="187286"/>
                  </a:cubicBezTo>
                  <a:cubicBezTo>
                    <a:pt x="314174" y="213362"/>
                    <a:pt x="282175" y="237998"/>
                    <a:pt x="251751" y="256604"/>
                  </a:cubicBezTo>
                  <a:cubicBezTo>
                    <a:pt x="173495" y="304454"/>
                    <a:pt x="7252" y="500905"/>
                    <a:pt x="5577" y="502876"/>
                  </a:cubicBezTo>
                  <a:cubicBezTo>
                    <a:pt x="4956" y="503614"/>
                    <a:pt x="4056" y="504001"/>
                    <a:pt x="3165" y="5040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8"/>
            <p:cNvSpPr/>
            <p:nvPr/>
          </p:nvSpPr>
          <p:spPr>
            <a:xfrm rot="10800000">
              <a:off x="1788067" y="-69328"/>
              <a:ext cx="1343291" cy="426951"/>
            </a:xfrm>
            <a:custGeom>
              <a:avLst/>
              <a:gdLst/>
              <a:ahLst/>
              <a:cxnLst/>
              <a:rect l="l" t="t" r="r" b="b"/>
              <a:pathLst>
                <a:path w="1112456" h="353583" extrusionOk="0">
                  <a:moveTo>
                    <a:pt x="3162" y="353584"/>
                  </a:moveTo>
                  <a:cubicBezTo>
                    <a:pt x="2442" y="353584"/>
                    <a:pt x="1731" y="353350"/>
                    <a:pt x="1137" y="352855"/>
                  </a:cubicBezTo>
                  <a:cubicBezTo>
                    <a:pt x="-204" y="351730"/>
                    <a:pt x="-384" y="349741"/>
                    <a:pt x="732" y="348399"/>
                  </a:cubicBezTo>
                  <a:cubicBezTo>
                    <a:pt x="1812" y="347103"/>
                    <a:pt x="109061" y="218494"/>
                    <a:pt x="140871" y="186684"/>
                  </a:cubicBezTo>
                  <a:cubicBezTo>
                    <a:pt x="156390" y="171166"/>
                    <a:pt x="193681" y="141786"/>
                    <a:pt x="233170" y="110687"/>
                  </a:cubicBezTo>
                  <a:cubicBezTo>
                    <a:pt x="275673" y="77212"/>
                    <a:pt x="319617" y="42584"/>
                    <a:pt x="339123" y="23087"/>
                  </a:cubicBezTo>
                  <a:cubicBezTo>
                    <a:pt x="378368" y="-16157"/>
                    <a:pt x="540515" y="576"/>
                    <a:pt x="569193" y="29253"/>
                  </a:cubicBezTo>
                  <a:cubicBezTo>
                    <a:pt x="587087" y="47147"/>
                    <a:pt x="650869" y="73314"/>
                    <a:pt x="697442" y="92424"/>
                  </a:cubicBezTo>
                  <a:cubicBezTo>
                    <a:pt x="720970" y="102073"/>
                    <a:pt x="741295" y="110417"/>
                    <a:pt x="752331" y="116151"/>
                  </a:cubicBezTo>
                  <a:cubicBezTo>
                    <a:pt x="765608" y="123054"/>
                    <a:pt x="798921" y="134414"/>
                    <a:pt x="834188" y="146449"/>
                  </a:cubicBezTo>
                  <a:cubicBezTo>
                    <a:pt x="890607" y="165693"/>
                    <a:pt x="948935" y="185604"/>
                    <a:pt x="961689" y="198349"/>
                  </a:cubicBezTo>
                  <a:lnTo>
                    <a:pt x="1111532" y="348192"/>
                  </a:lnTo>
                  <a:cubicBezTo>
                    <a:pt x="1112765" y="349425"/>
                    <a:pt x="1112765" y="351423"/>
                    <a:pt x="1111532" y="352657"/>
                  </a:cubicBezTo>
                  <a:cubicBezTo>
                    <a:pt x="1110299" y="353890"/>
                    <a:pt x="1108300" y="353890"/>
                    <a:pt x="1107068" y="352657"/>
                  </a:cubicBezTo>
                  <a:lnTo>
                    <a:pt x="957225" y="202814"/>
                  </a:lnTo>
                  <a:cubicBezTo>
                    <a:pt x="945514" y="191104"/>
                    <a:pt x="882659" y="169654"/>
                    <a:pt x="832153" y="152425"/>
                  </a:cubicBezTo>
                  <a:cubicBezTo>
                    <a:pt x="796652" y="140310"/>
                    <a:pt x="763123" y="128869"/>
                    <a:pt x="749423" y="121750"/>
                  </a:cubicBezTo>
                  <a:cubicBezTo>
                    <a:pt x="738640" y="116142"/>
                    <a:pt x="718441" y="107861"/>
                    <a:pt x="695056" y="98265"/>
                  </a:cubicBezTo>
                  <a:cubicBezTo>
                    <a:pt x="645360" y="77878"/>
                    <a:pt x="583531" y="52512"/>
                    <a:pt x="564737" y="33718"/>
                  </a:cubicBezTo>
                  <a:cubicBezTo>
                    <a:pt x="537895" y="6876"/>
                    <a:pt x="380024" y="-8885"/>
                    <a:pt x="343596" y="27552"/>
                  </a:cubicBezTo>
                  <a:cubicBezTo>
                    <a:pt x="323830" y="47318"/>
                    <a:pt x="279733" y="82054"/>
                    <a:pt x="237085" y="115656"/>
                  </a:cubicBezTo>
                  <a:cubicBezTo>
                    <a:pt x="197750" y="146638"/>
                    <a:pt x="160593" y="175910"/>
                    <a:pt x="145345" y="191158"/>
                  </a:cubicBezTo>
                  <a:cubicBezTo>
                    <a:pt x="113742" y="222761"/>
                    <a:pt x="6673" y="351154"/>
                    <a:pt x="5593" y="352450"/>
                  </a:cubicBezTo>
                  <a:cubicBezTo>
                    <a:pt x="4972" y="353206"/>
                    <a:pt x="4072" y="353584"/>
                    <a:pt x="3171" y="353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8"/>
            <p:cNvSpPr/>
            <p:nvPr/>
          </p:nvSpPr>
          <p:spPr>
            <a:xfrm rot="10800000">
              <a:off x="311153" y="-50426"/>
              <a:ext cx="1023804" cy="262827"/>
            </a:xfrm>
            <a:custGeom>
              <a:avLst/>
              <a:gdLst/>
              <a:ahLst/>
              <a:cxnLst/>
              <a:rect l="l" t="t" r="r" b="b"/>
              <a:pathLst>
                <a:path w="847871" h="217662" extrusionOk="0">
                  <a:moveTo>
                    <a:pt x="807860" y="217653"/>
                  </a:moveTo>
                  <a:cubicBezTo>
                    <a:pt x="807527" y="217653"/>
                    <a:pt x="807194" y="217609"/>
                    <a:pt x="806861" y="217491"/>
                  </a:cubicBezTo>
                  <a:cubicBezTo>
                    <a:pt x="805205" y="216933"/>
                    <a:pt x="804314" y="215142"/>
                    <a:pt x="804863" y="213495"/>
                  </a:cubicBezTo>
                  <a:cubicBezTo>
                    <a:pt x="805385" y="211929"/>
                    <a:pt x="856773" y="56649"/>
                    <a:pt x="837303" y="19744"/>
                  </a:cubicBezTo>
                  <a:cubicBezTo>
                    <a:pt x="835503" y="16342"/>
                    <a:pt x="833217" y="14281"/>
                    <a:pt x="830309" y="13443"/>
                  </a:cubicBezTo>
                  <a:cubicBezTo>
                    <a:pt x="791982" y="2498"/>
                    <a:pt x="500218" y="1805"/>
                    <a:pt x="477715" y="24308"/>
                  </a:cubicBezTo>
                  <a:cubicBezTo>
                    <a:pt x="463358" y="38665"/>
                    <a:pt x="406192" y="50213"/>
                    <a:pt x="350898" y="61375"/>
                  </a:cubicBezTo>
                  <a:cubicBezTo>
                    <a:pt x="313183" y="68990"/>
                    <a:pt x="277547" y="76182"/>
                    <a:pt x="260976" y="83293"/>
                  </a:cubicBezTo>
                  <a:cubicBezTo>
                    <a:pt x="220696" y="100557"/>
                    <a:pt x="6701" y="204629"/>
                    <a:pt x="4541" y="205673"/>
                  </a:cubicBezTo>
                  <a:cubicBezTo>
                    <a:pt x="2984" y="206447"/>
                    <a:pt x="1076" y="205799"/>
                    <a:pt x="320" y="204214"/>
                  </a:cubicBezTo>
                  <a:cubicBezTo>
                    <a:pt x="-446" y="202649"/>
                    <a:pt x="211" y="200758"/>
                    <a:pt x="1778" y="199993"/>
                  </a:cubicBezTo>
                  <a:cubicBezTo>
                    <a:pt x="3938" y="198940"/>
                    <a:pt x="218067" y="94805"/>
                    <a:pt x="258482" y="77478"/>
                  </a:cubicBezTo>
                  <a:cubicBezTo>
                    <a:pt x="275657" y="70124"/>
                    <a:pt x="311598" y="62860"/>
                    <a:pt x="349656" y="55182"/>
                  </a:cubicBezTo>
                  <a:cubicBezTo>
                    <a:pt x="401484" y="44714"/>
                    <a:pt x="460244" y="32850"/>
                    <a:pt x="473250" y="19843"/>
                  </a:cubicBezTo>
                  <a:cubicBezTo>
                    <a:pt x="498715" y="-5630"/>
                    <a:pt x="796501" y="-2777"/>
                    <a:pt x="832056" y="7377"/>
                  </a:cubicBezTo>
                  <a:cubicBezTo>
                    <a:pt x="836637" y="8682"/>
                    <a:pt x="840292" y="11860"/>
                    <a:pt x="842902" y="16801"/>
                  </a:cubicBezTo>
                  <a:cubicBezTo>
                    <a:pt x="863614" y="56073"/>
                    <a:pt x="813027" y="209003"/>
                    <a:pt x="810867" y="215502"/>
                  </a:cubicBezTo>
                  <a:cubicBezTo>
                    <a:pt x="810426" y="216825"/>
                    <a:pt x="809193" y="217662"/>
                    <a:pt x="807869" y="2176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7" name="Google Shape;3007;p9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3008" name="Google Shape;3008;p9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9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9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9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2" name="Google Shape;3012;p9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9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9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9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9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9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9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9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9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9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9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9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9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9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9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9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9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9" name="Google Shape;3029;p9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0" name="Google Shape;3030;p9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1" name="Google Shape;3031;p9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2" name="Google Shape;3032;p9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3" name="Google Shape;3033;p9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4" name="Google Shape;3034;p9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5" name="Google Shape;3035;p9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6" name="Google Shape;3036;p9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7" name="Google Shape;3037;p9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8" name="Google Shape;3038;p9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9" name="Google Shape;3039;p9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0" name="Google Shape;3040;p9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9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2" name="Google Shape;3042;p9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3" name="Google Shape;3043;p9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4" name="Google Shape;3044;p9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5" name="Google Shape;3045;p9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6" name="Google Shape;3046;p9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7" name="Google Shape;3047;p9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8" name="Google Shape;3048;p9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9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9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9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9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9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9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9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9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9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9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9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9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9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9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9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9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9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9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9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9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9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9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9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9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9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9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9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9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9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9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9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9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9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9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9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9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9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9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9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9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9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9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9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9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9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9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9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9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9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9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9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9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9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9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9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9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9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9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9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9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9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9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9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9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9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9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9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9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9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9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9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9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9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9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9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9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5" name="Google Shape;3125;p9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9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7" name="Google Shape;3127;p9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9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9" name="Google Shape;3129;p9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9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1" name="Google Shape;3131;p9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9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9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4" name="Google Shape;3134;p9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5" name="Google Shape;3135;p9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6" name="Google Shape;3136;p9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9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9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9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0" name="Google Shape;3140;p9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1" name="Google Shape;3141;p9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9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9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9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9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9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9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9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9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9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9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9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9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9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9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9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9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9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9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0" name="Google Shape;3160;p9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1" name="Google Shape;3161;p9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9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9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4" name="Google Shape;3164;p9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9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9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9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9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9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9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9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9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3" name="Google Shape;3173;p9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4" name="Google Shape;3174;p9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5" name="Google Shape;3175;p9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6" name="Google Shape;3176;p9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7" name="Google Shape;3177;p9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8" name="Google Shape;3178;p9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9" name="Google Shape;3179;p9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0" name="Google Shape;3180;p9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1" name="Google Shape;3181;p9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2" name="Google Shape;3182;p9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3" name="Google Shape;3183;p9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9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9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9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7" name="Google Shape;3187;p9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9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9" name="Google Shape;3189;p9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0" name="Google Shape;3190;p9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9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2" name="Google Shape;3192;p9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3" name="Google Shape;3193;p9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4" name="Google Shape;3194;p9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5" name="Google Shape;3195;p9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9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7" name="Google Shape;3197;p9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8" name="Google Shape;3198;p9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9" name="Google Shape;3199;p9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9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1" name="Google Shape;3201;p9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2" name="Google Shape;3202;p9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3" name="Google Shape;3203;p9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4" name="Google Shape;3204;p9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5" name="Google Shape;3205;p9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6" name="Google Shape;3206;p9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7" name="Google Shape;3207;p9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8" name="Google Shape;3208;p9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9" name="Google Shape;3209;p9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0" name="Google Shape;3210;p9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1" name="Google Shape;3211;p9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2" name="Google Shape;3212;p9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9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9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5" name="Google Shape;3215;p9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9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7" name="Google Shape;3217;p9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8" name="Google Shape;3218;p9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9" name="Google Shape;3219;p9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0" name="Google Shape;3220;p9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1" name="Google Shape;3221;p9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2" name="Google Shape;3222;p9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9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9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9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9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9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9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9" name="Google Shape;3229;p9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9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9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2" name="Google Shape;3232;p9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3" name="Google Shape;3233;p9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4" name="Google Shape;3234;p9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5" name="Google Shape;3235;p9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6" name="Google Shape;3236;p9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7" name="Google Shape;3237;p9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9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9" name="Google Shape;3239;p9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0" name="Google Shape;3240;p9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1" name="Google Shape;3241;p9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2" name="Google Shape;3242;p9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3" name="Google Shape;3243;p9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4" name="Google Shape;3244;p9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5" name="Google Shape;3245;p9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6" name="Google Shape;3246;p9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9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8" name="Google Shape;3248;p9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9" name="Google Shape;3249;p9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0" name="Google Shape;3250;p9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1" name="Google Shape;3251;p9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2" name="Google Shape;3252;p9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3" name="Google Shape;3253;p9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4" name="Google Shape;3254;p9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5" name="Google Shape;3255;p9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6" name="Google Shape;3256;p9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7" name="Google Shape;3257;p9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8" name="Google Shape;3258;p9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9" name="Google Shape;3259;p9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0" name="Google Shape;3260;p9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1" name="Google Shape;3261;p9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2" name="Google Shape;3262;p9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9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9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5" name="Google Shape;3265;p9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6" name="Google Shape;3266;p9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7" name="Google Shape;3267;p9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8" name="Google Shape;3268;p9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9" name="Google Shape;3269;p9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9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1" name="Google Shape;3271;p9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2" name="Google Shape;3272;p9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3" name="Google Shape;3273;p9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4" name="Google Shape;3274;p9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5" name="Google Shape;3275;p9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6" name="Google Shape;3276;p9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7" name="Google Shape;3277;p9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8" name="Google Shape;3278;p9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9" name="Google Shape;3279;p9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0" name="Google Shape;3280;p9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1" name="Google Shape;3281;p9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2" name="Google Shape;3282;p9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3" name="Google Shape;3283;p9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4" name="Google Shape;3284;p9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5" name="Google Shape;3285;p9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6" name="Google Shape;3286;p9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7" name="Google Shape;3287;p9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8" name="Google Shape;3288;p9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9" name="Google Shape;3289;p9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0" name="Google Shape;3290;p9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1" name="Google Shape;3291;p9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2" name="Google Shape;3292;p9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3" name="Google Shape;3293;p9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4" name="Google Shape;3294;p9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5" name="Google Shape;3295;p9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6" name="Google Shape;3296;p9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7" name="Google Shape;3297;p9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8" name="Google Shape;3298;p9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9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9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9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9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9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4" name="Google Shape;3304;p9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5" name="Google Shape;3305;p9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6" name="Google Shape;3306;p9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7" name="Google Shape;3307;p9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8" name="Google Shape;3308;p9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9" name="Google Shape;3309;p9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9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1" name="Google Shape;3311;p9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2" name="Google Shape;3312;p9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3" name="Google Shape;3313;p9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4" name="Google Shape;3314;p9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9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6" name="Google Shape;3316;p9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9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9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9" name="Google Shape;3319;p9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0" name="Google Shape;3320;p9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1" name="Google Shape;3321;p9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2" name="Google Shape;3322;p9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3" name="Google Shape;3323;p9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4" name="Google Shape;3324;p9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5" name="Google Shape;3325;p9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6" name="Google Shape;3326;p9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7" name="Google Shape;3327;p9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8" name="Google Shape;3328;p9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9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0" name="Google Shape;3330;p9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9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2" name="Google Shape;3332;p9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3" name="Google Shape;3333;p9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4" name="Google Shape;3334;p9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5" name="Google Shape;3335;p9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6" name="Google Shape;3336;p9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9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9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9" name="Google Shape;3339;p9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9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9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9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3" name="Google Shape;3343;p9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4" name="Google Shape;3344;p9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9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6" name="Google Shape;3346;p9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7" name="Google Shape;3347;p9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8" name="Google Shape;3348;p9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9" name="Google Shape;3349;p9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0" name="Google Shape;3350;p9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9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2" name="Google Shape;3352;p9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9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4" name="Google Shape;3354;p9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5" name="Google Shape;3355;p9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6" name="Google Shape;3356;p9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7" name="Google Shape;3357;p9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8" name="Google Shape;3358;p9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9" name="Google Shape;3359;p9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9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9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9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9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9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5" name="Google Shape;3365;p9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6" name="Google Shape;3366;p9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7" name="Google Shape;3367;p9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8" name="Google Shape;3368;p9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9" name="Google Shape;3369;p9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0" name="Google Shape;3370;p9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1" name="Google Shape;3371;p9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2" name="Google Shape;3372;p9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9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4" name="Google Shape;3374;p9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5" name="Google Shape;3375;p9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6" name="Google Shape;3376;p9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7" name="Google Shape;3377;p9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8" name="Google Shape;3378;p9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9" name="Google Shape;3379;p9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0" name="Google Shape;3380;p9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1" name="Google Shape;3381;p9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2" name="Google Shape;3382;p9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3" name="Google Shape;3383;p9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4" name="Google Shape;3384;p9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5" name="Google Shape;3385;p9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6" name="Google Shape;3386;p9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7" name="Google Shape;3387;p9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9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9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9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9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9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3" name="Google Shape;3393;p9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4" name="Google Shape;3394;p9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5" name="Google Shape;3395;p9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6" name="Google Shape;3396;p9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9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8" name="Google Shape;3398;p9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9" name="Google Shape;3399;p9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0" name="Google Shape;3400;p9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9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9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9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9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5" name="Google Shape;3405;p9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6" name="Google Shape;3406;p9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7" name="Google Shape;3407;p9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8" name="Google Shape;3408;p9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9" name="Google Shape;3409;p9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0" name="Google Shape;3410;p9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1" name="Google Shape;3411;p9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2" name="Google Shape;3412;p9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3" name="Google Shape;3413;p9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4" name="Google Shape;3414;p9"/>
          <p:cNvSpPr txBox="1">
            <a:spLocks noGrp="1"/>
          </p:cNvSpPr>
          <p:nvPr>
            <p:ph type="title"/>
          </p:nvPr>
        </p:nvSpPr>
        <p:spPr>
          <a:xfrm>
            <a:off x="713225" y="1486225"/>
            <a:ext cx="4872900" cy="15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15" name="Google Shape;3415;p9"/>
          <p:cNvSpPr txBox="1">
            <a:spLocks noGrp="1"/>
          </p:cNvSpPr>
          <p:nvPr>
            <p:ph type="subTitle" idx="1"/>
          </p:nvPr>
        </p:nvSpPr>
        <p:spPr>
          <a:xfrm>
            <a:off x="713225" y="2986175"/>
            <a:ext cx="4872900" cy="671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416" name="Google Shape;3416;p9"/>
          <p:cNvGrpSpPr/>
          <p:nvPr/>
        </p:nvGrpSpPr>
        <p:grpSpPr>
          <a:xfrm>
            <a:off x="5790043" y="-827424"/>
            <a:ext cx="7314456" cy="5202832"/>
            <a:chOff x="5790043" y="-827424"/>
            <a:chExt cx="7314456" cy="5202832"/>
          </a:xfrm>
        </p:grpSpPr>
        <p:sp>
          <p:nvSpPr>
            <p:cNvPr id="3417" name="Google Shape;3417;p9"/>
            <p:cNvSpPr/>
            <p:nvPr/>
          </p:nvSpPr>
          <p:spPr>
            <a:xfrm flipH="1">
              <a:off x="5790043" y="-765121"/>
              <a:ext cx="7246114" cy="5140529"/>
            </a:xfrm>
            <a:custGeom>
              <a:avLst/>
              <a:gdLst/>
              <a:ahLst/>
              <a:cxnLst/>
              <a:rect l="l" t="t" r="r" b="b"/>
              <a:pathLst>
                <a:path w="7246114" h="5140529" extrusionOk="0">
                  <a:moveTo>
                    <a:pt x="15171" y="5140529"/>
                  </a:moveTo>
                  <a:cubicBezTo>
                    <a:pt x="8933" y="5140529"/>
                    <a:pt x="3082" y="5136650"/>
                    <a:pt x="877" y="5130430"/>
                  </a:cubicBezTo>
                  <a:cubicBezTo>
                    <a:pt x="-1922" y="5122536"/>
                    <a:pt x="2200" y="5113868"/>
                    <a:pt x="10094" y="5111068"/>
                  </a:cubicBezTo>
                  <a:cubicBezTo>
                    <a:pt x="12588" y="5110177"/>
                    <a:pt x="261434" y="5021957"/>
                    <a:pt x="436417" y="4966275"/>
                  </a:cubicBezTo>
                  <a:cubicBezTo>
                    <a:pt x="499300" y="4946266"/>
                    <a:pt x="1053853" y="4764982"/>
                    <a:pt x="1158744" y="4563932"/>
                  </a:cubicBezTo>
                  <a:cubicBezTo>
                    <a:pt x="1221626" y="4443388"/>
                    <a:pt x="1241312" y="4362845"/>
                    <a:pt x="1220663" y="4310458"/>
                  </a:cubicBezTo>
                  <a:cubicBezTo>
                    <a:pt x="1208206" y="4278828"/>
                    <a:pt x="1180176" y="4255704"/>
                    <a:pt x="1134999" y="4239745"/>
                  </a:cubicBezTo>
                  <a:cubicBezTo>
                    <a:pt x="995661" y="4190562"/>
                    <a:pt x="760172" y="3999386"/>
                    <a:pt x="804260" y="3867114"/>
                  </a:cubicBezTo>
                  <a:cubicBezTo>
                    <a:pt x="847087" y="3738649"/>
                    <a:pt x="980269" y="3559445"/>
                    <a:pt x="1099876" y="3559445"/>
                  </a:cubicBezTo>
                  <a:cubicBezTo>
                    <a:pt x="1145953" y="3559445"/>
                    <a:pt x="1192706" y="3577690"/>
                    <a:pt x="1242203" y="3597016"/>
                  </a:cubicBezTo>
                  <a:cubicBezTo>
                    <a:pt x="1318065" y="3626629"/>
                    <a:pt x="1396501" y="3657242"/>
                    <a:pt x="1480050" y="3624766"/>
                  </a:cubicBezTo>
                  <a:cubicBezTo>
                    <a:pt x="1542600" y="3600436"/>
                    <a:pt x="1862412" y="3479100"/>
                    <a:pt x="2015855" y="3479100"/>
                  </a:cubicBezTo>
                  <a:cubicBezTo>
                    <a:pt x="2126281" y="3479100"/>
                    <a:pt x="2479659" y="3579589"/>
                    <a:pt x="2541254" y="3685731"/>
                  </a:cubicBezTo>
                  <a:cubicBezTo>
                    <a:pt x="2554179" y="3708018"/>
                    <a:pt x="2554881" y="3730539"/>
                    <a:pt x="2543261" y="3750873"/>
                  </a:cubicBezTo>
                  <a:cubicBezTo>
                    <a:pt x="2492350" y="3839966"/>
                    <a:pt x="2471459" y="3977513"/>
                    <a:pt x="2501090" y="4028568"/>
                  </a:cubicBezTo>
                  <a:cubicBezTo>
                    <a:pt x="2509407" y="4042907"/>
                    <a:pt x="2520614" y="4049577"/>
                    <a:pt x="2536339" y="4049577"/>
                  </a:cubicBezTo>
                  <a:cubicBezTo>
                    <a:pt x="2543828" y="4049577"/>
                    <a:pt x="2554233" y="4049487"/>
                    <a:pt x="2567051" y="4049370"/>
                  </a:cubicBezTo>
                  <a:cubicBezTo>
                    <a:pt x="3028524" y="4045256"/>
                    <a:pt x="3253751" y="4084655"/>
                    <a:pt x="3275975" y="4173559"/>
                  </a:cubicBezTo>
                  <a:cubicBezTo>
                    <a:pt x="3295301" y="4250870"/>
                    <a:pt x="3300431" y="4335085"/>
                    <a:pt x="3304554" y="4402765"/>
                  </a:cubicBezTo>
                  <a:cubicBezTo>
                    <a:pt x="3307434" y="4450121"/>
                    <a:pt x="3309928" y="4491031"/>
                    <a:pt x="3316246" y="4519457"/>
                  </a:cubicBezTo>
                  <a:cubicBezTo>
                    <a:pt x="3323582" y="4552482"/>
                    <a:pt x="3358111" y="4660235"/>
                    <a:pt x="3494281" y="4660235"/>
                  </a:cubicBezTo>
                  <a:cubicBezTo>
                    <a:pt x="3534804" y="4660235"/>
                    <a:pt x="3620703" y="4649695"/>
                    <a:pt x="3720148" y="4637489"/>
                  </a:cubicBezTo>
                  <a:cubicBezTo>
                    <a:pt x="3918867" y="4613096"/>
                    <a:pt x="4166183" y="4582771"/>
                    <a:pt x="4284414" y="4604248"/>
                  </a:cubicBezTo>
                  <a:cubicBezTo>
                    <a:pt x="4451034" y="4634537"/>
                    <a:pt x="5346031" y="4723990"/>
                    <a:pt x="5558252" y="4566803"/>
                  </a:cubicBezTo>
                  <a:cubicBezTo>
                    <a:pt x="5682711" y="4474613"/>
                    <a:pt x="5723468" y="4346958"/>
                    <a:pt x="5756224" y="4244390"/>
                  </a:cubicBezTo>
                  <a:cubicBezTo>
                    <a:pt x="5780194" y="4169329"/>
                    <a:pt x="5800888" y="4104502"/>
                    <a:pt x="5847298" y="4068812"/>
                  </a:cubicBezTo>
                  <a:cubicBezTo>
                    <a:pt x="5921305" y="4011880"/>
                    <a:pt x="5948876" y="3933615"/>
                    <a:pt x="5994539" y="3803961"/>
                  </a:cubicBezTo>
                  <a:cubicBezTo>
                    <a:pt x="6010453" y="3758785"/>
                    <a:pt x="6028491" y="3707577"/>
                    <a:pt x="6051336" y="3649429"/>
                  </a:cubicBezTo>
                  <a:cubicBezTo>
                    <a:pt x="6134796" y="3436975"/>
                    <a:pt x="6242764" y="3205059"/>
                    <a:pt x="6410718" y="3095884"/>
                  </a:cubicBezTo>
                  <a:cubicBezTo>
                    <a:pt x="6470287" y="3057161"/>
                    <a:pt x="6576844" y="3016871"/>
                    <a:pt x="6689664" y="2974215"/>
                  </a:cubicBezTo>
                  <a:cubicBezTo>
                    <a:pt x="6871209" y="2905572"/>
                    <a:pt x="7097157" y="2820142"/>
                    <a:pt x="7111100" y="2736503"/>
                  </a:cubicBezTo>
                  <a:cubicBezTo>
                    <a:pt x="7120353" y="2680983"/>
                    <a:pt x="7092413" y="2630235"/>
                    <a:pt x="7062826" y="2576498"/>
                  </a:cubicBezTo>
                  <a:cubicBezTo>
                    <a:pt x="7020512" y="2499636"/>
                    <a:pt x="6972562" y="2412532"/>
                    <a:pt x="7032258" y="2298100"/>
                  </a:cubicBezTo>
                  <a:cubicBezTo>
                    <a:pt x="7052601" y="2259107"/>
                    <a:pt x="7072763" y="2221878"/>
                    <a:pt x="7092269" y="2185864"/>
                  </a:cubicBezTo>
                  <a:cubicBezTo>
                    <a:pt x="7161506" y="2058021"/>
                    <a:pt x="7221301" y="1947612"/>
                    <a:pt x="7215414" y="1888816"/>
                  </a:cubicBezTo>
                  <a:cubicBezTo>
                    <a:pt x="7213092" y="1865611"/>
                    <a:pt x="7196683" y="1835682"/>
                    <a:pt x="7175908" y="1797787"/>
                  </a:cubicBezTo>
                  <a:cubicBezTo>
                    <a:pt x="7130227" y="1714472"/>
                    <a:pt x="7067678" y="1600373"/>
                    <a:pt x="7078776" y="1428334"/>
                  </a:cubicBezTo>
                  <a:cubicBezTo>
                    <a:pt x="7090658" y="1244089"/>
                    <a:pt x="6968800" y="1195473"/>
                    <a:pt x="6839777" y="1144005"/>
                  </a:cubicBezTo>
                  <a:cubicBezTo>
                    <a:pt x="6804006" y="1129738"/>
                    <a:pt x="6767020" y="1114985"/>
                    <a:pt x="6733302" y="1097234"/>
                  </a:cubicBezTo>
                  <a:cubicBezTo>
                    <a:pt x="6578428" y="1015720"/>
                    <a:pt x="6420880" y="785775"/>
                    <a:pt x="6404012" y="684557"/>
                  </a:cubicBezTo>
                  <a:cubicBezTo>
                    <a:pt x="6401375" y="668751"/>
                    <a:pt x="6393813" y="645519"/>
                    <a:pt x="6385055" y="618633"/>
                  </a:cubicBezTo>
                  <a:cubicBezTo>
                    <a:pt x="6341606" y="485163"/>
                    <a:pt x="6260731" y="236703"/>
                    <a:pt x="6472043" y="4950"/>
                  </a:cubicBezTo>
                  <a:cubicBezTo>
                    <a:pt x="6477686" y="-1243"/>
                    <a:pt x="6487282" y="-1684"/>
                    <a:pt x="6493465" y="3960"/>
                  </a:cubicBezTo>
                  <a:cubicBezTo>
                    <a:pt x="6499659" y="9604"/>
                    <a:pt x="6500099" y="19199"/>
                    <a:pt x="6494456" y="25383"/>
                  </a:cubicBezTo>
                  <a:cubicBezTo>
                    <a:pt x="6295043" y="244093"/>
                    <a:pt x="6372364" y="481626"/>
                    <a:pt x="6413904" y="609235"/>
                  </a:cubicBezTo>
                  <a:cubicBezTo>
                    <a:pt x="6423418" y="638444"/>
                    <a:pt x="6430925" y="661523"/>
                    <a:pt x="6433932" y="679562"/>
                  </a:cubicBezTo>
                  <a:cubicBezTo>
                    <a:pt x="6449477" y="772814"/>
                    <a:pt x="6602425" y="994063"/>
                    <a:pt x="6747434" y="1070375"/>
                  </a:cubicBezTo>
                  <a:cubicBezTo>
                    <a:pt x="6779730" y="1087378"/>
                    <a:pt x="6815969" y="1101834"/>
                    <a:pt x="6851019" y="1115813"/>
                  </a:cubicBezTo>
                  <a:cubicBezTo>
                    <a:pt x="6984417" y="1169028"/>
                    <a:pt x="7122342" y="1224052"/>
                    <a:pt x="7109038" y="1430269"/>
                  </a:cubicBezTo>
                  <a:cubicBezTo>
                    <a:pt x="7098507" y="1593506"/>
                    <a:pt x="7158608" y="1703140"/>
                    <a:pt x="7202498" y="1783187"/>
                  </a:cubicBezTo>
                  <a:cubicBezTo>
                    <a:pt x="7224929" y="1824107"/>
                    <a:pt x="7242652" y="1856430"/>
                    <a:pt x="7245577" y="1885783"/>
                  </a:cubicBezTo>
                  <a:cubicBezTo>
                    <a:pt x="7252391" y="1953850"/>
                    <a:pt x="7193487" y="2062611"/>
                    <a:pt x="7118922" y="2200302"/>
                  </a:cubicBezTo>
                  <a:cubicBezTo>
                    <a:pt x="7099479" y="2236208"/>
                    <a:pt x="7079371" y="2273338"/>
                    <a:pt x="7059136" y="2312124"/>
                  </a:cubicBezTo>
                  <a:cubicBezTo>
                    <a:pt x="7006956" y="2412136"/>
                    <a:pt x="7046993" y="2484866"/>
                    <a:pt x="7089380" y="2561862"/>
                  </a:cubicBezTo>
                  <a:cubicBezTo>
                    <a:pt x="7120155" y="2617768"/>
                    <a:pt x="7151983" y="2675583"/>
                    <a:pt x="7140993" y="2741480"/>
                  </a:cubicBezTo>
                  <a:cubicBezTo>
                    <a:pt x="7124178" y="2842338"/>
                    <a:pt x="6908726" y="2923799"/>
                    <a:pt x="6700367" y="3002586"/>
                  </a:cubicBezTo>
                  <a:cubicBezTo>
                    <a:pt x="6589130" y="3044640"/>
                    <a:pt x="6484059" y="3084371"/>
                    <a:pt x="6427226" y="3121312"/>
                  </a:cubicBezTo>
                  <a:cubicBezTo>
                    <a:pt x="6266456" y="3225825"/>
                    <a:pt x="6161250" y="3452538"/>
                    <a:pt x="6079546" y="3660519"/>
                  </a:cubicBezTo>
                  <a:cubicBezTo>
                    <a:pt x="6056899" y="3718162"/>
                    <a:pt x="6038960" y="3769091"/>
                    <a:pt x="6023136" y="3814034"/>
                  </a:cubicBezTo>
                  <a:cubicBezTo>
                    <a:pt x="5977230" y="3944344"/>
                    <a:pt x="5946914" y="4030431"/>
                    <a:pt x="5865777" y="4092846"/>
                  </a:cubicBezTo>
                  <a:cubicBezTo>
                    <a:pt x="5826901" y="4122747"/>
                    <a:pt x="5807531" y="4183388"/>
                    <a:pt x="5785108" y="4253607"/>
                  </a:cubicBezTo>
                  <a:cubicBezTo>
                    <a:pt x="5751030" y="4360334"/>
                    <a:pt x="5708616" y="4493155"/>
                    <a:pt x="5576299" y="4591169"/>
                  </a:cubicBezTo>
                  <a:cubicBezTo>
                    <a:pt x="5352827" y="4756701"/>
                    <a:pt x="4454635" y="4666014"/>
                    <a:pt x="4278968" y="4634078"/>
                  </a:cubicBezTo>
                  <a:cubicBezTo>
                    <a:pt x="4165247" y="4613393"/>
                    <a:pt x="3910117" y="4644717"/>
                    <a:pt x="3723829" y="4667589"/>
                  </a:cubicBezTo>
                  <a:cubicBezTo>
                    <a:pt x="3623385" y="4679912"/>
                    <a:pt x="3536640" y="4690569"/>
                    <a:pt x="3494263" y="4690569"/>
                  </a:cubicBezTo>
                  <a:cubicBezTo>
                    <a:pt x="3368129" y="4690569"/>
                    <a:pt x="3304293" y="4605571"/>
                    <a:pt x="3286624" y="4526028"/>
                  </a:cubicBezTo>
                  <a:cubicBezTo>
                    <a:pt x="3279783" y="4495262"/>
                    <a:pt x="3277226" y="4453253"/>
                    <a:pt x="3274265" y="4404601"/>
                  </a:cubicBezTo>
                  <a:cubicBezTo>
                    <a:pt x="3270007" y="4334717"/>
                    <a:pt x="3265183" y="4255506"/>
                    <a:pt x="3246541" y="4180913"/>
                  </a:cubicBezTo>
                  <a:cubicBezTo>
                    <a:pt x="3234318" y="4132046"/>
                    <a:pt x="3106510" y="4074969"/>
                    <a:pt x="2567312" y="4079704"/>
                  </a:cubicBezTo>
                  <a:cubicBezTo>
                    <a:pt x="2554377" y="4079821"/>
                    <a:pt x="2543882" y="4079920"/>
                    <a:pt x="2536330" y="4079920"/>
                  </a:cubicBezTo>
                  <a:cubicBezTo>
                    <a:pt x="2509822" y="4079920"/>
                    <a:pt x="2488561" y="4067426"/>
                    <a:pt x="2474843" y="4043798"/>
                  </a:cubicBezTo>
                  <a:cubicBezTo>
                    <a:pt x="2436219" y="3977252"/>
                    <a:pt x="2465203" y="3826321"/>
                    <a:pt x="2516914" y="3735832"/>
                  </a:cubicBezTo>
                  <a:cubicBezTo>
                    <a:pt x="2520821" y="3728991"/>
                    <a:pt x="2524872" y="3717947"/>
                    <a:pt x="2515015" y="3700961"/>
                  </a:cubicBezTo>
                  <a:cubicBezTo>
                    <a:pt x="2463195" y="3611678"/>
                    <a:pt x="2128441" y="3509443"/>
                    <a:pt x="2015846" y="3509443"/>
                  </a:cubicBezTo>
                  <a:cubicBezTo>
                    <a:pt x="1903250" y="3509443"/>
                    <a:pt x="1669561" y="3583613"/>
                    <a:pt x="1491041" y="3653030"/>
                  </a:cubicBezTo>
                  <a:cubicBezTo>
                    <a:pt x="1396456" y="3689800"/>
                    <a:pt x="1308641" y="3655514"/>
                    <a:pt x="1231168" y="3625270"/>
                  </a:cubicBezTo>
                  <a:cubicBezTo>
                    <a:pt x="1184407" y="3607025"/>
                    <a:pt x="1140247" y="3589788"/>
                    <a:pt x="1099876" y="3589788"/>
                  </a:cubicBezTo>
                  <a:cubicBezTo>
                    <a:pt x="995382" y="3589788"/>
                    <a:pt x="872047" y="3759721"/>
                    <a:pt x="833036" y="3876709"/>
                  </a:cubicBezTo>
                  <a:cubicBezTo>
                    <a:pt x="796429" y="3986542"/>
                    <a:pt x="1017039" y="4165953"/>
                    <a:pt x="1145098" y="4211148"/>
                  </a:cubicBezTo>
                  <a:cubicBezTo>
                    <a:pt x="1199060" y="4230195"/>
                    <a:pt x="1233013" y="4259043"/>
                    <a:pt x="1248891" y="4299333"/>
                  </a:cubicBezTo>
                  <a:cubicBezTo>
                    <a:pt x="1273320" y="4361351"/>
                    <a:pt x="1253815" y="4447276"/>
                    <a:pt x="1185640" y="4577964"/>
                  </a:cubicBezTo>
                  <a:cubicBezTo>
                    <a:pt x="1077409" y="4785379"/>
                    <a:pt x="550201" y="4961901"/>
                    <a:pt x="445608" y="4995178"/>
                  </a:cubicBezTo>
                  <a:cubicBezTo>
                    <a:pt x="271102" y="5050706"/>
                    <a:pt x="22723" y="5138765"/>
                    <a:pt x="20239" y="5139647"/>
                  </a:cubicBezTo>
                  <a:cubicBezTo>
                    <a:pt x="18564" y="5140250"/>
                    <a:pt x="16854" y="5140520"/>
                    <a:pt x="15162" y="51405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8" name="Google Shape;3418;p9"/>
            <p:cNvSpPr/>
            <p:nvPr/>
          </p:nvSpPr>
          <p:spPr>
            <a:xfrm flipH="1">
              <a:off x="7137075" y="-639684"/>
              <a:ext cx="5792194" cy="3458986"/>
            </a:xfrm>
            <a:custGeom>
              <a:avLst/>
              <a:gdLst/>
              <a:ahLst/>
              <a:cxnLst/>
              <a:rect l="l" t="t" r="r" b="b"/>
              <a:pathLst>
                <a:path w="5792194" h="3458986" extrusionOk="0">
                  <a:moveTo>
                    <a:pt x="4002156" y="3458978"/>
                  </a:moveTo>
                  <a:cubicBezTo>
                    <a:pt x="3880874" y="3458978"/>
                    <a:pt x="3837281" y="3407815"/>
                    <a:pt x="3788126" y="3332844"/>
                  </a:cubicBezTo>
                  <a:cubicBezTo>
                    <a:pt x="3735289" y="3252265"/>
                    <a:pt x="3356384" y="3182236"/>
                    <a:pt x="3248613" y="3172056"/>
                  </a:cubicBezTo>
                  <a:cubicBezTo>
                    <a:pt x="3155424" y="3163253"/>
                    <a:pt x="3107366" y="3056571"/>
                    <a:pt x="3107366" y="3012996"/>
                  </a:cubicBezTo>
                  <a:cubicBezTo>
                    <a:pt x="3107366" y="2986596"/>
                    <a:pt x="3177575" y="2885872"/>
                    <a:pt x="3262384" y="2766787"/>
                  </a:cubicBezTo>
                  <a:cubicBezTo>
                    <a:pt x="3295770" y="2719900"/>
                    <a:pt x="3324610" y="2679421"/>
                    <a:pt x="3329758" y="2668296"/>
                  </a:cubicBezTo>
                  <a:cubicBezTo>
                    <a:pt x="3334988" y="2656999"/>
                    <a:pt x="3330235" y="2633011"/>
                    <a:pt x="3317346" y="2605684"/>
                  </a:cubicBezTo>
                  <a:cubicBezTo>
                    <a:pt x="3297138" y="2562820"/>
                    <a:pt x="3258253" y="2514727"/>
                    <a:pt x="3216947" y="2503916"/>
                  </a:cubicBezTo>
                  <a:cubicBezTo>
                    <a:pt x="3148250" y="2485941"/>
                    <a:pt x="2757598" y="2483871"/>
                    <a:pt x="2682960" y="2491413"/>
                  </a:cubicBezTo>
                  <a:cubicBezTo>
                    <a:pt x="2606279" y="2499182"/>
                    <a:pt x="2348873" y="2548661"/>
                    <a:pt x="2301481" y="2596061"/>
                  </a:cubicBezTo>
                  <a:cubicBezTo>
                    <a:pt x="2276413" y="2621130"/>
                    <a:pt x="2214692" y="2678323"/>
                    <a:pt x="2154996" y="2733617"/>
                  </a:cubicBezTo>
                  <a:cubicBezTo>
                    <a:pt x="2097632" y="2786760"/>
                    <a:pt x="2043453" y="2836969"/>
                    <a:pt x="2022301" y="2858113"/>
                  </a:cubicBezTo>
                  <a:cubicBezTo>
                    <a:pt x="1977493" y="2902921"/>
                    <a:pt x="1894196" y="2897475"/>
                    <a:pt x="1725019" y="2882002"/>
                  </a:cubicBezTo>
                  <a:cubicBezTo>
                    <a:pt x="1613017" y="2871758"/>
                    <a:pt x="1497406" y="2848076"/>
                    <a:pt x="1412975" y="2830776"/>
                  </a:cubicBezTo>
                  <a:cubicBezTo>
                    <a:pt x="1371254" y="2822225"/>
                    <a:pt x="1338292" y="2815474"/>
                    <a:pt x="1318039" y="2812882"/>
                  </a:cubicBezTo>
                  <a:cubicBezTo>
                    <a:pt x="1258055" y="2805222"/>
                    <a:pt x="1020541" y="2897457"/>
                    <a:pt x="952582" y="2942751"/>
                  </a:cubicBezTo>
                  <a:cubicBezTo>
                    <a:pt x="877224" y="2992986"/>
                    <a:pt x="551166" y="2996893"/>
                    <a:pt x="453026" y="2996893"/>
                  </a:cubicBezTo>
                  <a:cubicBezTo>
                    <a:pt x="279654" y="2996893"/>
                    <a:pt x="7314" y="3133036"/>
                    <a:pt x="4578" y="3134413"/>
                  </a:cubicBezTo>
                  <a:cubicBezTo>
                    <a:pt x="3021" y="3135187"/>
                    <a:pt x="1121" y="3134566"/>
                    <a:pt x="338" y="3133009"/>
                  </a:cubicBezTo>
                  <a:cubicBezTo>
                    <a:pt x="-445" y="3131451"/>
                    <a:pt x="176" y="3129552"/>
                    <a:pt x="1742" y="3128769"/>
                  </a:cubicBezTo>
                  <a:cubicBezTo>
                    <a:pt x="4479" y="3127383"/>
                    <a:pt x="278151" y="2990574"/>
                    <a:pt x="453026" y="2990574"/>
                  </a:cubicBezTo>
                  <a:cubicBezTo>
                    <a:pt x="522560" y="2990574"/>
                    <a:pt x="873300" y="2988009"/>
                    <a:pt x="949081" y="2937494"/>
                  </a:cubicBezTo>
                  <a:cubicBezTo>
                    <a:pt x="1019461" y="2890580"/>
                    <a:pt x="1256354" y="2798804"/>
                    <a:pt x="1318840" y="2806617"/>
                  </a:cubicBezTo>
                  <a:cubicBezTo>
                    <a:pt x="1339327" y="2809236"/>
                    <a:pt x="1372388" y="2816014"/>
                    <a:pt x="1414253" y="2824592"/>
                  </a:cubicBezTo>
                  <a:cubicBezTo>
                    <a:pt x="1498531" y="2841857"/>
                    <a:pt x="1613953" y="2865512"/>
                    <a:pt x="1725613" y="2875719"/>
                  </a:cubicBezTo>
                  <a:cubicBezTo>
                    <a:pt x="1892810" y="2891003"/>
                    <a:pt x="1975053" y="2896458"/>
                    <a:pt x="2017854" y="2853657"/>
                  </a:cubicBezTo>
                  <a:cubicBezTo>
                    <a:pt x="2039088" y="2832423"/>
                    <a:pt x="2093311" y="2782188"/>
                    <a:pt x="2150721" y="2729000"/>
                  </a:cubicBezTo>
                  <a:cubicBezTo>
                    <a:pt x="2210362" y="2673732"/>
                    <a:pt x="2272047" y="2616593"/>
                    <a:pt x="2297035" y="2591606"/>
                  </a:cubicBezTo>
                  <a:cubicBezTo>
                    <a:pt x="2346271" y="2542369"/>
                    <a:pt x="2602598" y="2493223"/>
                    <a:pt x="2682339" y="2485140"/>
                  </a:cubicBezTo>
                  <a:cubicBezTo>
                    <a:pt x="2757238" y="2477552"/>
                    <a:pt x="3149456" y="2479730"/>
                    <a:pt x="3218576" y="2497813"/>
                  </a:cubicBezTo>
                  <a:cubicBezTo>
                    <a:pt x="3261854" y="2509146"/>
                    <a:pt x="3302251" y="2558805"/>
                    <a:pt x="3323089" y="2602992"/>
                  </a:cubicBezTo>
                  <a:cubicBezTo>
                    <a:pt x="3336959" y="2632399"/>
                    <a:pt x="3341613" y="2657809"/>
                    <a:pt x="3335528" y="2670951"/>
                  </a:cubicBezTo>
                  <a:cubicBezTo>
                    <a:pt x="3330127" y="2682608"/>
                    <a:pt x="3302521" y="2721376"/>
                    <a:pt x="3267560" y="2770459"/>
                  </a:cubicBezTo>
                  <a:cubicBezTo>
                    <a:pt x="3206298" y="2856483"/>
                    <a:pt x="3113712" y="2986478"/>
                    <a:pt x="3113712" y="3013005"/>
                  </a:cubicBezTo>
                  <a:cubicBezTo>
                    <a:pt x="3113712" y="3054869"/>
                    <a:pt x="3159816" y="3157321"/>
                    <a:pt x="3249225" y="3165773"/>
                  </a:cubicBezTo>
                  <a:cubicBezTo>
                    <a:pt x="3328246" y="3173244"/>
                    <a:pt x="3736351" y="3242355"/>
                    <a:pt x="3793427" y="3329387"/>
                  </a:cubicBezTo>
                  <a:cubicBezTo>
                    <a:pt x="3849262" y="3414521"/>
                    <a:pt x="3894537" y="3465161"/>
                    <a:pt x="4052247" y="3450111"/>
                  </a:cubicBezTo>
                  <a:cubicBezTo>
                    <a:pt x="4101367" y="3445431"/>
                    <a:pt x="4154996" y="3437888"/>
                    <a:pt x="4211784" y="3429886"/>
                  </a:cubicBezTo>
                  <a:cubicBezTo>
                    <a:pt x="4340726" y="3411739"/>
                    <a:pt x="4486825" y="3391154"/>
                    <a:pt x="4635479" y="3396482"/>
                  </a:cubicBezTo>
                  <a:cubicBezTo>
                    <a:pt x="4848969" y="3404142"/>
                    <a:pt x="4948594" y="3396194"/>
                    <a:pt x="5016247" y="3366121"/>
                  </a:cubicBezTo>
                  <a:cubicBezTo>
                    <a:pt x="5076438" y="3339370"/>
                    <a:pt x="5136017" y="3274318"/>
                    <a:pt x="5188566" y="3177997"/>
                  </a:cubicBezTo>
                  <a:cubicBezTo>
                    <a:pt x="5232896" y="3096707"/>
                    <a:pt x="5314402" y="2880166"/>
                    <a:pt x="5300603" y="2830695"/>
                  </a:cubicBezTo>
                  <a:cubicBezTo>
                    <a:pt x="5287651" y="2784222"/>
                    <a:pt x="5238360" y="2690376"/>
                    <a:pt x="5161220" y="2636378"/>
                  </a:cubicBezTo>
                  <a:cubicBezTo>
                    <a:pt x="5128546" y="2613515"/>
                    <a:pt x="5110624" y="2586331"/>
                    <a:pt x="5107924" y="2555583"/>
                  </a:cubicBezTo>
                  <a:cubicBezTo>
                    <a:pt x="5104756" y="2519434"/>
                    <a:pt x="5123046" y="2480360"/>
                    <a:pt x="5160797" y="2442600"/>
                  </a:cubicBezTo>
                  <a:cubicBezTo>
                    <a:pt x="5179924" y="2423473"/>
                    <a:pt x="5208431" y="2400007"/>
                    <a:pt x="5241429" y="2372841"/>
                  </a:cubicBezTo>
                  <a:cubicBezTo>
                    <a:pt x="5314051" y="2313055"/>
                    <a:pt x="5404432" y="2238642"/>
                    <a:pt x="5426548" y="2180810"/>
                  </a:cubicBezTo>
                  <a:cubicBezTo>
                    <a:pt x="5458961" y="2096064"/>
                    <a:pt x="5442597" y="1959714"/>
                    <a:pt x="5435603" y="1901494"/>
                  </a:cubicBezTo>
                  <a:cubicBezTo>
                    <a:pt x="5430859" y="1862051"/>
                    <a:pt x="5461427" y="1726979"/>
                    <a:pt x="5490987" y="1596372"/>
                  </a:cubicBezTo>
                  <a:cubicBezTo>
                    <a:pt x="5509484" y="1514605"/>
                    <a:pt x="5526965" y="1437366"/>
                    <a:pt x="5533554" y="1392648"/>
                  </a:cubicBezTo>
                  <a:cubicBezTo>
                    <a:pt x="5551502" y="1270871"/>
                    <a:pt x="5598515" y="1142244"/>
                    <a:pt x="5650533" y="1072575"/>
                  </a:cubicBezTo>
                  <a:cubicBezTo>
                    <a:pt x="5703406" y="1001754"/>
                    <a:pt x="5756522" y="836537"/>
                    <a:pt x="5772643" y="772035"/>
                  </a:cubicBezTo>
                  <a:cubicBezTo>
                    <a:pt x="5788656" y="707946"/>
                    <a:pt x="5801762" y="560120"/>
                    <a:pt x="5736414" y="538346"/>
                  </a:cubicBezTo>
                  <a:cubicBezTo>
                    <a:pt x="5714514" y="531046"/>
                    <a:pt x="5690057" y="526834"/>
                    <a:pt x="5666420" y="522765"/>
                  </a:cubicBezTo>
                  <a:cubicBezTo>
                    <a:pt x="5615284" y="513962"/>
                    <a:pt x="5566984" y="505636"/>
                    <a:pt x="5550710" y="467669"/>
                  </a:cubicBezTo>
                  <a:cubicBezTo>
                    <a:pt x="5540241" y="443222"/>
                    <a:pt x="5549423" y="408765"/>
                    <a:pt x="5558316" y="375434"/>
                  </a:cubicBezTo>
                  <a:cubicBezTo>
                    <a:pt x="5569513" y="333416"/>
                    <a:pt x="5580099" y="293739"/>
                    <a:pt x="5552042" y="277699"/>
                  </a:cubicBezTo>
                  <a:cubicBezTo>
                    <a:pt x="5496874" y="246186"/>
                    <a:pt x="5443326" y="36935"/>
                    <a:pt x="5450959" y="2479"/>
                  </a:cubicBezTo>
                  <a:cubicBezTo>
                    <a:pt x="5451337" y="778"/>
                    <a:pt x="5453020" y="-303"/>
                    <a:pt x="5454730" y="75"/>
                  </a:cubicBezTo>
                  <a:cubicBezTo>
                    <a:pt x="5456432" y="453"/>
                    <a:pt x="5457512" y="2146"/>
                    <a:pt x="5457134" y="3847"/>
                  </a:cubicBezTo>
                  <a:cubicBezTo>
                    <a:pt x="5449843" y="36755"/>
                    <a:pt x="5503481" y="242675"/>
                    <a:pt x="5555175" y="272208"/>
                  </a:cubicBezTo>
                  <a:cubicBezTo>
                    <a:pt x="5587453" y="290661"/>
                    <a:pt x="5575742" y="334577"/>
                    <a:pt x="5564410" y="377063"/>
                  </a:cubicBezTo>
                  <a:cubicBezTo>
                    <a:pt x="5555805" y="409359"/>
                    <a:pt x="5546893" y="442745"/>
                    <a:pt x="5556507" y="465176"/>
                  </a:cubicBezTo>
                  <a:cubicBezTo>
                    <a:pt x="5571431" y="499992"/>
                    <a:pt x="5618084" y="508030"/>
                    <a:pt x="5667482" y="516536"/>
                  </a:cubicBezTo>
                  <a:cubicBezTo>
                    <a:pt x="5691362" y="520650"/>
                    <a:pt x="5716044" y="524898"/>
                    <a:pt x="5738403" y="532351"/>
                  </a:cubicBezTo>
                  <a:cubicBezTo>
                    <a:pt x="5808585" y="555745"/>
                    <a:pt x="5795902" y="704967"/>
                    <a:pt x="5778764" y="773574"/>
                  </a:cubicBezTo>
                  <a:cubicBezTo>
                    <a:pt x="5762553" y="838464"/>
                    <a:pt x="5709032" y="1004778"/>
                    <a:pt x="5655583" y="1076356"/>
                  </a:cubicBezTo>
                  <a:cubicBezTo>
                    <a:pt x="5604141" y="1145269"/>
                    <a:pt x="5557605" y="1272744"/>
                    <a:pt x="5539801" y="1393575"/>
                  </a:cubicBezTo>
                  <a:cubicBezTo>
                    <a:pt x="5533167" y="1438527"/>
                    <a:pt x="5515668" y="1515874"/>
                    <a:pt x="5497135" y="1597767"/>
                  </a:cubicBezTo>
                  <a:cubicBezTo>
                    <a:pt x="5469069" y="1721794"/>
                    <a:pt x="5437250" y="1862375"/>
                    <a:pt x="5441859" y="1900738"/>
                  </a:cubicBezTo>
                  <a:cubicBezTo>
                    <a:pt x="5448907" y="1959426"/>
                    <a:pt x="5465406" y="2096856"/>
                    <a:pt x="5432425" y="2183060"/>
                  </a:cubicBezTo>
                  <a:cubicBezTo>
                    <a:pt x="5409716" y="2242450"/>
                    <a:pt x="5318623" y="2317448"/>
                    <a:pt x="5245426" y="2377711"/>
                  </a:cubicBezTo>
                  <a:cubicBezTo>
                    <a:pt x="5213922" y="2403643"/>
                    <a:pt x="5184164" y="2428144"/>
                    <a:pt x="5165253" y="2447056"/>
                  </a:cubicBezTo>
                  <a:cubicBezTo>
                    <a:pt x="5128861" y="2483457"/>
                    <a:pt x="5111209" y="2520784"/>
                    <a:pt x="5114207" y="2555025"/>
                  </a:cubicBezTo>
                  <a:cubicBezTo>
                    <a:pt x="5116727" y="2583820"/>
                    <a:pt x="5133757" y="2609446"/>
                    <a:pt x="5164829" y="2631202"/>
                  </a:cubicBezTo>
                  <a:cubicBezTo>
                    <a:pt x="5243311" y="2686136"/>
                    <a:pt x="5293483" y="2781675"/>
                    <a:pt x="5306661" y="2828994"/>
                  </a:cubicBezTo>
                  <a:cubicBezTo>
                    <a:pt x="5321099" y="2880751"/>
                    <a:pt x="5239998" y="3096833"/>
                    <a:pt x="5194083" y="3181021"/>
                  </a:cubicBezTo>
                  <a:cubicBezTo>
                    <a:pt x="5140868" y="3278567"/>
                    <a:pt x="5080254" y="3344581"/>
                    <a:pt x="5018785" y="3371900"/>
                  </a:cubicBezTo>
                  <a:cubicBezTo>
                    <a:pt x="4950142" y="3402414"/>
                    <a:pt x="4849779" y="3410479"/>
                    <a:pt x="4635227" y="3402810"/>
                  </a:cubicBezTo>
                  <a:cubicBezTo>
                    <a:pt x="4487157" y="3397536"/>
                    <a:pt x="4341320" y="3418040"/>
                    <a:pt x="4212630" y="3436150"/>
                  </a:cubicBezTo>
                  <a:cubicBezTo>
                    <a:pt x="4155779" y="3444152"/>
                    <a:pt x="4102078" y="3451714"/>
                    <a:pt x="4052823" y="3456403"/>
                  </a:cubicBezTo>
                  <a:cubicBezTo>
                    <a:pt x="4034542" y="3458140"/>
                    <a:pt x="4017691" y="3458987"/>
                    <a:pt x="4002146" y="34589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9" name="Google Shape;3419;p9"/>
            <p:cNvSpPr/>
            <p:nvPr/>
          </p:nvSpPr>
          <p:spPr>
            <a:xfrm flipH="1">
              <a:off x="5917398" y="-827424"/>
              <a:ext cx="7045228" cy="5022683"/>
            </a:xfrm>
            <a:custGeom>
              <a:avLst/>
              <a:gdLst/>
              <a:ahLst/>
              <a:cxnLst/>
              <a:rect l="l" t="t" r="r" b="b"/>
              <a:pathLst>
                <a:path w="7045228" h="5022683" extrusionOk="0">
                  <a:moveTo>
                    <a:pt x="3155" y="5022684"/>
                  </a:moveTo>
                  <a:cubicBezTo>
                    <a:pt x="1606" y="5022684"/>
                    <a:pt x="256" y="5021541"/>
                    <a:pt x="31" y="5019966"/>
                  </a:cubicBezTo>
                  <a:cubicBezTo>
                    <a:pt x="-212" y="5018237"/>
                    <a:pt x="994" y="5016635"/>
                    <a:pt x="2722" y="5016401"/>
                  </a:cubicBezTo>
                  <a:cubicBezTo>
                    <a:pt x="7088" y="5015789"/>
                    <a:pt x="440792" y="4954275"/>
                    <a:pt x="568915" y="4871365"/>
                  </a:cubicBezTo>
                  <a:cubicBezTo>
                    <a:pt x="621725" y="4837187"/>
                    <a:pt x="689963" y="4802128"/>
                    <a:pt x="755950" y="4768220"/>
                  </a:cubicBezTo>
                  <a:cubicBezTo>
                    <a:pt x="850463" y="4719659"/>
                    <a:pt x="939736" y="4673789"/>
                    <a:pt x="957874" y="4642663"/>
                  </a:cubicBezTo>
                  <a:cubicBezTo>
                    <a:pt x="989279" y="4588782"/>
                    <a:pt x="1044177" y="4397633"/>
                    <a:pt x="1009676" y="4363122"/>
                  </a:cubicBezTo>
                  <a:cubicBezTo>
                    <a:pt x="967505" y="4320952"/>
                    <a:pt x="837645" y="4247349"/>
                    <a:pt x="798841" y="4225800"/>
                  </a:cubicBezTo>
                  <a:cubicBezTo>
                    <a:pt x="729091" y="4187050"/>
                    <a:pt x="613417" y="4063770"/>
                    <a:pt x="613417" y="4000933"/>
                  </a:cubicBezTo>
                  <a:cubicBezTo>
                    <a:pt x="613417" y="3938095"/>
                    <a:pt x="693068" y="3764301"/>
                    <a:pt x="720963" y="3708503"/>
                  </a:cubicBezTo>
                  <a:cubicBezTo>
                    <a:pt x="752476" y="3645485"/>
                    <a:pt x="913372" y="3500044"/>
                    <a:pt x="960079" y="3492357"/>
                  </a:cubicBezTo>
                  <a:cubicBezTo>
                    <a:pt x="981295" y="3488855"/>
                    <a:pt x="1051999" y="3515526"/>
                    <a:pt x="1133928" y="3546391"/>
                  </a:cubicBezTo>
                  <a:cubicBezTo>
                    <a:pt x="1234894" y="3584421"/>
                    <a:pt x="1349335" y="3627528"/>
                    <a:pt x="1376582" y="3615133"/>
                  </a:cubicBezTo>
                  <a:cubicBezTo>
                    <a:pt x="1429968" y="3590839"/>
                    <a:pt x="1719509" y="3461933"/>
                    <a:pt x="1794921" y="3435298"/>
                  </a:cubicBezTo>
                  <a:cubicBezTo>
                    <a:pt x="1871665" y="3408187"/>
                    <a:pt x="2244953" y="3491943"/>
                    <a:pt x="2333417" y="3515805"/>
                  </a:cubicBezTo>
                  <a:cubicBezTo>
                    <a:pt x="2417019" y="3538344"/>
                    <a:pt x="2549670" y="3660580"/>
                    <a:pt x="2549670" y="3694604"/>
                  </a:cubicBezTo>
                  <a:cubicBezTo>
                    <a:pt x="2549670" y="3702210"/>
                    <a:pt x="2545952" y="3723210"/>
                    <a:pt x="2540804" y="3752266"/>
                  </a:cubicBezTo>
                  <a:cubicBezTo>
                    <a:pt x="2526438" y="3833448"/>
                    <a:pt x="2496545" y="4002364"/>
                    <a:pt x="2533513" y="4013228"/>
                  </a:cubicBezTo>
                  <a:cubicBezTo>
                    <a:pt x="2554819" y="4019484"/>
                    <a:pt x="2627413" y="4020564"/>
                    <a:pt x="2711466" y="4021824"/>
                  </a:cubicBezTo>
                  <a:cubicBezTo>
                    <a:pt x="2831398" y="4023625"/>
                    <a:pt x="2980665" y="4025857"/>
                    <a:pt x="3061036" y="4043805"/>
                  </a:cubicBezTo>
                  <a:cubicBezTo>
                    <a:pt x="3238332" y="4083410"/>
                    <a:pt x="3317399" y="4122160"/>
                    <a:pt x="3317399" y="4169426"/>
                  </a:cubicBezTo>
                  <a:cubicBezTo>
                    <a:pt x="3317399" y="4195052"/>
                    <a:pt x="3329307" y="4261148"/>
                    <a:pt x="3341918" y="4331123"/>
                  </a:cubicBezTo>
                  <a:cubicBezTo>
                    <a:pt x="3355294" y="4405356"/>
                    <a:pt x="3369128" y="4482118"/>
                    <a:pt x="3369128" y="4514054"/>
                  </a:cubicBezTo>
                  <a:cubicBezTo>
                    <a:pt x="3369128" y="4538601"/>
                    <a:pt x="3385304" y="4565280"/>
                    <a:pt x="3412397" y="4585433"/>
                  </a:cubicBezTo>
                  <a:cubicBezTo>
                    <a:pt x="3448726" y="4612473"/>
                    <a:pt x="3495163" y="4622113"/>
                    <a:pt x="3533544" y="4610592"/>
                  </a:cubicBezTo>
                  <a:cubicBezTo>
                    <a:pt x="3614951" y="4586181"/>
                    <a:pt x="4083912" y="4535027"/>
                    <a:pt x="4262658" y="4572229"/>
                  </a:cubicBezTo>
                  <a:cubicBezTo>
                    <a:pt x="4414193" y="4603796"/>
                    <a:pt x="4817518" y="4598827"/>
                    <a:pt x="5034194" y="4596163"/>
                  </a:cubicBezTo>
                  <a:cubicBezTo>
                    <a:pt x="5080712" y="4595587"/>
                    <a:pt x="5117455" y="4595137"/>
                    <a:pt x="5142748" y="4595137"/>
                  </a:cubicBezTo>
                  <a:cubicBezTo>
                    <a:pt x="5293536" y="4595137"/>
                    <a:pt x="5415178" y="4554578"/>
                    <a:pt x="5460220" y="4489283"/>
                  </a:cubicBezTo>
                  <a:cubicBezTo>
                    <a:pt x="5479797" y="4460893"/>
                    <a:pt x="5501364" y="4407507"/>
                    <a:pt x="5524200" y="4350980"/>
                  </a:cubicBezTo>
                  <a:cubicBezTo>
                    <a:pt x="5556074" y="4272084"/>
                    <a:pt x="5592187" y="4182667"/>
                    <a:pt x="5630667" y="4144205"/>
                  </a:cubicBezTo>
                  <a:cubicBezTo>
                    <a:pt x="5686879" y="4087992"/>
                    <a:pt x="5739644" y="3995559"/>
                    <a:pt x="5775415" y="3890641"/>
                  </a:cubicBezTo>
                  <a:cubicBezTo>
                    <a:pt x="5794830" y="3833709"/>
                    <a:pt x="5858837" y="3677412"/>
                    <a:pt x="5915311" y="3539496"/>
                  </a:cubicBezTo>
                  <a:cubicBezTo>
                    <a:pt x="5947787" y="3460187"/>
                    <a:pt x="5975844" y="3391688"/>
                    <a:pt x="5989903" y="3355494"/>
                  </a:cubicBezTo>
                  <a:cubicBezTo>
                    <a:pt x="6028437" y="3256274"/>
                    <a:pt x="6100699" y="3184013"/>
                    <a:pt x="6170584" y="3114127"/>
                  </a:cubicBezTo>
                  <a:cubicBezTo>
                    <a:pt x="6243602" y="3041110"/>
                    <a:pt x="6586250" y="2941134"/>
                    <a:pt x="6650689" y="2924472"/>
                  </a:cubicBezTo>
                  <a:cubicBezTo>
                    <a:pt x="6738559" y="2901753"/>
                    <a:pt x="6885728" y="2794117"/>
                    <a:pt x="6885728" y="2752577"/>
                  </a:cubicBezTo>
                  <a:cubicBezTo>
                    <a:pt x="6885728" y="2735943"/>
                    <a:pt x="6872766" y="2699587"/>
                    <a:pt x="6857761" y="2657497"/>
                  </a:cubicBezTo>
                  <a:cubicBezTo>
                    <a:pt x="6831784" y="2584651"/>
                    <a:pt x="6799461" y="2493991"/>
                    <a:pt x="6809200" y="2439498"/>
                  </a:cubicBezTo>
                  <a:cubicBezTo>
                    <a:pt x="6817058" y="2395500"/>
                    <a:pt x="6875701" y="2297585"/>
                    <a:pt x="6932417" y="2202893"/>
                  </a:cubicBezTo>
                  <a:cubicBezTo>
                    <a:pt x="6984768" y="2115491"/>
                    <a:pt x="7038901" y="2025092"/>
                    <a:pt x="7038901" y="1997819"/>
                  </a:cubicBezTo>
                  <a:cubicBezTo>
                    <a:pt x="7038901" y="1973165"/>
                    <a:pt x="7010854" y="1928636"/>
                    <a:pt x="6981150" y="1881487"/>
                  </a:cubicBezTo>
                  <a:cubicBezTo>
                    <a:pt x="6943606" y="1821882"/>
                    <a:pt x="6901048" y="1754319"/>
                    <a:pt x="6901048" y="1705649"/>
                  </a:cubicBezTo>
                  <a:cubicBezTo>
                    <a:pt x="6901048" y="1695676"/>
                    <a:pt x="6901354" y="1683813"/>
                    <a:pt x="6901687" y="1670536"/>
                  </a:cubicBezTo>
                  <a:cubicBezTo>
                    <a:pt x="6904252" y="1570848"/>
                    <a:pt x="6908996" y="1385288"/>
                    <a:pt x="6795788" y="1338662"/>
                  </a:cubicBezTo>
                  <a:cubicBezTo>
                    <a:pt x="6670825" y="1287211"/>
                    <a:pt x="6472970" y="1171258"/>
                    <a:pt x="6388854" y="1087151"/>
                  </a:cubicBezTo>
                  <a:cubicBezTo>
                    <a:pt x="6307825" y="1006123"/>
                    <a:pt x="6189091" y="780850"/>
                    <a:pt x="6173527" y="678615"/>
                  </a:cubicBezTo>
                  <a:cubicBezTo>
                    <a:pt x="6159423" y="585956"/>
                    <a:pt x="6142483" y="449183"/>
                    <a:pt x="6158207" y="331664"/>
                  </a:cubicBezTo>
                  <a:cubicBezTo>
                    <a:pt x="6173348" y="218474"/>
                    <a:pt x="6203853" y="4858"/>
                    <a:pt x="6204159" y="2716"/>
                  </a:cubicBezTo>
                  <a:cubicBezTo>
                    <a:pt x="6204411" y="979"/>
                    <a:pt x="6206112" y="-219"/>
                    <a:pt x="6207732" y="33"/>
                  </a:cubicBezTo>
                  <a:cubicBezTo>
                    <a:pt x="6209461" y="277"/>
                    <a:pt x="6210667" y="1879"/>
                    <a:pt x="6210414" y="3607"/>
                  </a:cubicBezTo>
                  <a:cubicBezTo>
                    <a:pt x="6210108" y="5758"/>
                    <a:pt x="6179603" y="219347"/>
                    <a:pt x="6164463" y="332510"/>
                  </a:cubicBezTo>
                  <a:cubicBezTo>
                    <a:pt x="6148846" y="449228"/>
                    <a:pt x="6165724" y="585398"/>
                    <a:pt x="6179775" y="677669"/>
                  </a:cubicBezTo>
                  <a:cubicBezTo>
                    <a:pt x="6195202" y="778987"/>
                    <a:pt x="6312956" y="1002315"/>
                    <a:pt x="6393318" y="1082687"/>
                  </a:cubicBezTo>
                  <a:cubicBezTo>
                    <a:pt x="6476913" y="1166272"/>
                    <a:pt x="6673777" y="1281604"/>
                    <a:pt x="6798191" y="1332829"/>
                  </a:cubicBezTo>
                  <a:cubicBezTo>
                    <a:pt x="6915432" y="1381103"/>
                    <a:pt x="6910599" y="1569498"/>
                    <a:pt x="6908006" y="1670707"/>
                  </a:cubicBezTo>
                  <a:cubicBezTo>
                    <a:pt x="6907664" y="1683921"/>
                    <a:pt x="6907367" y="1695730"/>
                    <a:pt x="6907367" y="1705658"/>
                  </a:cubicBezTo>
                  <a:cubicBezTo>
                    <a:pt x="6907367" y="1752500"/>
                    <a:pt x="6949403" y="1819244"/>
                    <a:pt x="6986506" y="1878130"/>
                  </a:cubicBezTo>
                  <a:cubicBezTo>
                    <a:pt x="7018010" y="1928150"/>
                    <a:pt x="7045229" y="1971346"/>
                    <a:pt x="7045229" y="1997828"/>
                  </a:cubicBezTo>
                  <a:cubicBezTo>
                    <a:pt x="7045229" y="2026857"/>
                    <a:pt x="6993067" y="2113943"/>
                    <a:pt x="6937845" y="2206151"/>
                  </a:cubicBezTo>
                  <a:cubicBezTo>
                    <a:pt x="6881426" y="2300349"/>
                    <a:pt x="6823089" y="2397750"/>
                    <a:pt x="6815429" y="2440614"/>
                  </a:cubicBezTo>
                  <a:cubicBezTo>
                    <a:pt x="6805987" y="2493451"/>
                    <a:pt x="6838004" y="2583238"/>
                    <a:pt x="6863729" y="2655373"/>
                  </a:cubicBezTo>
                  <a:cubicBezTo>
                    <a:pt x="6879562" y="2699767"/>
                    <a:pt x="6892065" y="2734845"/>
                    <a:pt x="6892065" y="2752568"/>
                  </a:cubicBezTo>
                  <a:cubicBezTo>
                    <a:pt x="6892065" y="2800373"/>
                    <a:pt x="6736975" y="2908684"/>
                    <a:pt x="6652283" y="2930584"/>
                  </a:cubicBezTo>
                  <a:cubicBezTo>
                    <a:pt x="6552315" y="2956427"/>
                    <a:pt x="6240776" y="3052874"/>
                    <a:pt x="6175067" y="3118583"/>
                  </a:cubicBezTo>
                  <a:cubicBezTo>
                    <a:pt x="6105650" y="3188000"/>
                    <a:pt x="6033856" y="3259793"/>
                    <a:pt x="5995799" y="3357762"/>
                  </a:cubicBezTo>
                  <a:cubicBezTo>
                    <a:pt x="5981721" y="3394010"/>
                    <a:pt x="5953665" y="3462536"/>
                    <a:pt x="5921170" y="3541881"/>
                  </a:cubicBezTo>
                  <a:cubicBezTo>
                    <a:pt x="5867523" y="3672885"/>
                    <a:pt x="5800753" y="3835914"/>
                    <a:pt x="5781409" y="3892658"/>
                  </a:cubicBezTo>
                  <a:cubicBezTo>
                    <a:pt x="5760202" y="3954838"/>
                    <a:pt x="5713009" y="4070791"/>
                    <a:pt x="5635140" y="4148660"/>
                  </a:cubicBezTo>
                  <a:cubicBezTo>
                    <a:pt x="5597578" y="4186222"/>
                    <a:pt x="5561717" y="4275010"/>
                    <a:pt x="5530069" y="4353329"/>
                  </a:cubicBezTo>
                  <a:cubicBezTo>
                    <a:pt x="5507107" y="4410190"/>
                    <a:pt x="5485405" y="4463891"/>
                    <a:pt x="5465432" y="4492856"/>
                  </a:cubicBezTo>
                  <a:cubicBezTo>
                    <a:pt x="5419238" y="4559825"/>
                    <a:pt x="5295598" y="4601437"/>
                    <a:pt x="5142767" y="4601437"/>
                  </a:cubicBezTo>
                  <a:cubicBezTo>
                    <a:pt x="5117509" y="4601437"/>
                    <a:pt x="5080784" y="4601887"/>
                    <a:pt x="5034293" y="4602464"/>
                  </a:cubicBezTo>
                  <a:cubicBezTo>
                    <a:pt x="4817347" y="4605137"/>
                    <a:pt x="4413608" y="4610106"/>
                    <a:pt x="4261389" y="4578395"/>
                  </a:cubicBezTo>
                  <a:cubicBezTo>
                    <a:pt x="4083435" y="4541328"/>
                    <a:pt x="3616445" y="4592301"/>
                    <a:pt x="3535371" y="4616622"/>
                  </a:cubicBezTo>
                  <a:cubicBezTo>
                    <a:pt x="3495118" y="4628720"/>
                    <a:pt x="3446539" y="4618702"/>
                    <a:pt x="3408635" y="4590492"/>
                  </a:cubicBezTo>
                  <a:cubicBezTo>
                    <a:pt x="3379516" y="4568826"/>
                    <a:pt x="3362819" y="4540959"/>
                    <a:pt x="3362819" y="4514036"/>
                  </a:cubicBezTo>
                  <a:cubicBezTo>
                    <a:pt x="3362819" y="4482658"/>
                    <a:pt x="3349038" y="4406184"/>
                    <a:pt x="3335707" y="4332230"/>
                  </a:cubicBezTo>
                  <a:cubicBezTo>
                    <a:pt x="3323051" y="4261967"/>
                    <a:pt x="3311089" y="4195601"/>
                    <a:pt x="3311089" y="4169408"/>
                  </a:cubicBezTo>
                  <a:cubicBezTo>
                    <a:pt x="3311089" y="4112682"/>
                    <a:pt x="3167601" y="4074067"/>
                    <a:pt x="3059659" y="4049953"/>
                  </a:cubicBezTo>
                  <a:cubicBezTo>
                    <a:pt x="2979935" y="4032140"/>
                    <a:pt x="2831020" y="4029908"/>
                    <a:pt x="2711376" y="4028116"/>
                  </a:cubicBezTo>
                  <a:cubicBezTo>
                    <a:pt x="2623381" y="4026802"/>
                    <a:pt x="2553873" y="4025758"/>
                    <a:pt x="2531739" y="4019259"/>
                  </a:cubicBezTo>
                  <a:cubicBezTo>
                    <a:pt x="2492611" y="4007774"/>
                    <a:pt x="2512693" y="3874835"/>
                    <a:pt x="2534584" y="3751141"/>
                  </a:cubicBezTo>
                  <a:cubicBezTo>
                    <a:pt x="2539481" y="3723471"/>
                    <a:pt x="2543351" y="3701625"/>
                    <a:pt x="2543351" y="3694577"/>
                  </a:cubicBezTo>
                  <a:cubicBezTo>
                    <a:pt x="2543351" y="3666917"/>
                    <a:pt x="2417416" y="3544969"/>
                    <a:pt x="2331769" y="3521881"/>
                  </a:cubicBezTo>
                  <a:cubicBezTo>
                    <a:pt x="2243684" y="3498136"/>
                    <a:pt x="1872412" y="3414596"/>
                    <a:pt x="1797018" y="3441239"/>
                  </a:cubicBezTo>
                  <a:cubicBezTo>
                    <a:pt x="1721795" y="3467811"/>
                    <a:pt x="1432533" y="3596591"/>
                    <a:pt x="1379192" y="3620867"/>
                  </a:cubicBezTo>
                  <a:cubicBezTo>
                    <a:pt x="1349560" y="3634386"/>
                    <a:pt x="1238801" y="3592630"/>
                    <a:pt x="1131696" y="3552287"/>
                  </a:cubicBezTo>
                  <a:cubicBezTo>
                    <a:pt x="1053989" y="3523015"/>
                    <a:pt x="980638" y="3495390"/>
                    <a:pt x="961105" y="3498568"/>
                  </a:cubicBezTo>
                  <a:cubicBezTo>
                    <a:pt x="916748" y="3505859"/>
                    <a:pt x="756770" y="3651003"/>
                    <a:pt x="726616" y="3711302"/>
                  </a:cubicBezTo>
                  <a:cubicBezTo>
                    <a:pt x="698892" y="3766758"/>
                    <a:pt x="619736" y="3938996"/>
                    <a:pt x="619736" y="4000906"/>
                  </a:cubicBezTo>
                  <a:cubicBezTo>
                    <a:pt x="619736" y="4062816"/>
                    <a:pt x="735005" y="4183072"/>
                    <a:pt x="801910" y="4220237"/>
                  </a:cubicBezTo>
                  <a:cubicBezTo>
                    <a:pt x="840886" y="4241894"/>
                    <a:pt x="971385" y="4315866"/>
                    <a:pt x="1014140" y="4358622"/>
                  </a:cubicBezTo>
                  <a:cubicBezTo>
                    <a:pt x="1053817" y="4398299"/>
                    <a:pt x="992916" y="4595038"/>
                    <a:pt x="963329" y="4645813"/>
                  </a:cubicBezTo>
                  <a:cubicBezTo>
                    <a:pt x="944264" y="4678524"/>
                    <a:pt x="858339" y="4722675"/>
                    <a:pt x="758840" y="4773810"/>
                  </a:cubicBezTo>
                  <a:cubicBezTo>
                    <a:pt x="692996" y="4807646"/>
                    <a:pt x="624893" y="4842633"/>
                    <a:pt x="572344" y="4876640"/>
                  </a:cubicBezTo>
                  <a:cubicBezTo>
                    <a:pt x="443051" y="4960297"/>
                    <a:pt x="7979" y="5022009"/>
                    <a:pt x="3605" y="5022621"/>
                  </a:cubicBezTo>
                  <a:cubicBezTo>
                    <a:pt x="3461" y="5022639"/>
                    <a:pt x="3308" y="5022648"/>
                    <a:pt x="3164" y="50226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0" name="Google Shape;3420;p9"/>
            <p:cNvSpPr/>
            <p:nvPr/>
          </p:nvSpPr>
          <p:spPr>
            <a:xfrm flipH="1">
              <a:off x="6017302" y="-658412"/>
              <a:ext cx="7087197" cy="4652179"/>
            </a:xfrm>
            <a:custGeom>
              <a:avLst/>
              <a:gdLst/>
              <a:ahLst/>
              <a:cxnLst/>
              <a:rect l="l" t="t" r="r" b="b"/>
              <a:pathLst>
                <a:path w="7087197" h="4652179" extrusionOk="0">
                  <a:moveTo>
                    <a:pt x="473930" y="4652180"/>
                  </a:moveTo>
                  <a:cubicBezTo>
                    <a:pt x="340416" y="4652180"/>
                    <a:pt x="6058" y="4602097"/>
                    <a:pt x="2691" y="4601584"/>
                  </a:cubicBezTo>
                  <a:cubicBezTo>
                    <a:pt x="963" y="4601323"/>
                    <a:pt x="-225" y="4599712"/>
                    <a:pt x="36" y="4597993"/>
                  </a:cubicBezTo>
                  <a:cubicBezTo>
                    <a:pt x="288" y="4596255"/>
                    <a:pt x="1926" y="4595076"/>
                    <a:pt x="3627" y="4595337"/>
                  </a:cubicBezTo>
                  <a:cubicBezTo>
                    <a:pt x="6985" y="4595841"/>
                    <a:pt x="340884" y="4645852"/>
                    <a:pt x="473921" y="4645852"/>
                  </a:cubicBezTo>
                  <a:cubicBezTo>
                    <a:pt x="606959" y="4645852"/>
                    <a:pt x="749483" y="4562771"/>
                    <a:pt x="791870" y="4520384"/>
                  </a:cubicBezTo>
                  <a:cubicBezTo>
                    <a:pt x="801015" y="4511239"/>
                    <a:pt x="815966" y="4497188"/>
                    <a:pt x="833284" y="4480932"/>
                  </a:cubicBezTo>
                  <a:cubicBezTo>
                    <a:pt x="893952" y="4423955"/>
                    <a:pt x="995504" y="4328596"/>
                    <a:pt x="995504" y="4303546"/>
                  </a:cubicBezTo>
                  <a:cubicBezTo>
                    <a:pt x="995504" y="4271655"/>
                    <a:pt x="976052" y="4138977"/>
                    <a:pt x="886175" y="4121272"/>
                  </a:cubicBezTo>
                  <a:cubicBezTo>
                    <a:pt x="791303" y="4102594"/>
                    <a:pt x="655457" y="4001538"/>
                    <a:pt x="655457" y="3949655"/>
                  </a:cubicBezTo>
                  <a:cubicBezTo>
                    <a:pt x="655457" y="3897772"/>
                    <a:pt x="672865" y="3748740"/>
                    <a:pt x="681461" y="3705219"/>
                  </a:cubicBezTo>
                  <a:cubicBezTo>
                    <a:pt x="689743" y="3663283"/>
                    <a:pt x="782329" y="3468740"/>
                    <a:pt x="841979" y="3374993"/>
                  </a:cubicBezTo>
                  <a:cubicBezTo>
                    <a:pt x="901621" y="3281291"/>
                    <a:pt x="1105417" y="3204844"/>
                    <a:pt x="1174024" y="3221955"/>
                  </a:cubicBezTo>
                  <a:cubicBezTo>
                    <a:pt x="1197274" y="3227770"/>
                    <a:pt x="1239373" y="3247608"/>
                    <a:pt x="1288105" y="3270579"/>
                  </a:cubicBezTo>
                  <a:cubicBezTo>
                    <a:pt x="1379647" y="3313713"/>
                    <a:pt x="1493602" y="3367360"/>
                    <a:pt x="1525448" y="3347161"/>
                  </a:cubicBezTo>
                  <a:cubicBezTo>
                    <a:pt x="1578879" y="3313218"/>
                    <a:pt x="1876413" y="3187705"/>
                    <a:pt x="1978334" y="3162970"/>
                  </a:cubicBezTo>
                  <a:cubicBezTo>
                    <a:pt x="2083143" y="3137533"/>
                    <a:pt x="2536317" y="3238715"/>
                    <a:pt x="2577695" y="3250786"/>
                  </a:cubicBezTo>
                  <a:cubicBezTo>
                    <a:pt x="2619164" y="3262883"/>
                    <a:pt x="2817820" y="3380799"/>
                    <a:pt x="2817820" y="3427245"/>
                  </a:cubicBezTo>
                  <a:cubicBezTo>
                    <a:pt x="2817820" y="3440197"/>
                    <a:pt x="2810565" y="3471108"/>
                    <a:pt x="2801366" y="3510227"/>
                  </a:cubicBezTo>
                  <a:cubicBezTo>
                    <a:pt x="2782490" y="3590589"/>
                    <a:pt x="2750896" y="3725103"/>
                    <a:pt x="2783607" y="3736003"/>
                  </a:cubicBezTo>
                  <a:cubicBezTo>
                    <a:pt x="2820691" y="3748362"/>
                    <a:pt x="3041769" y="3742061"/>
                    <a:pt x="3173862" y="3738308"/>
                  </a:cubicBezTo>
                  <a:cubicBezTo>
                    <a:pt x="3222153" y="3736930"/>
                    <a:pt x="3260300" y="3735841"/>
                    <a:pt x="3279734" y="3735841"/>
                  </a:cubicBezTo>
                  <a:cubicBezTo>
                    <a:pt x="3357621" y="3735841"/>
                    <a:pt x="3501253" y="3812369"/>
                    <a:pt x="3527041" y="3881129"/>
                  </a:cubicBezTo>
                  <a:cubicBezTo>
                    <a:pt x="3539553" y="3914479"/>
                    <a:pt x="3553279" y="4010827"/>
                    <a:pt x="3566556" y="4103999"/>
                  </a:cubicBezTo>
                  <a:cubicBezTo>
                    <a:pt x="3579032" y="4191535"/>
                    <a:pt x="3593164" y="4290746"/>
                    <a:pt x="3602525" y="4300107"/>
                  </a:cubicBezTo>
                  <a:cubicBezTo>
                    <a:pt x="3604883" y="4302466"/>
                    <a:pt x="3607484" y="4305184"/>
                    <a:pt x="3610320" y="4308127"/>
                  </a:cubicBezTo>
                  <a:cubicBezTo>
                    <a:pt x="3631392" y="4330099"/>
                    <a:pt x="3663202" y="4363314"/>
                    <a:pt x="3694733" y="4356689"/>
                  </a:cubicBezTo>
                  <a:cubicBezTo>
                    <a:pt x="3730099" y="4349236"/>
                    <a:pt x="3918350" y="4313096"/>
                    <a:pt x="3984400" y="4309091"/>
                  </a:cubicBezTo>
                  <a:cubicBezTo>
                    <a:pt x="3993167" y="4308559"/>
                    <a:pt x="4003942" y="4307848"/>
                    <a:pt x="4016174" y="4307038"/>
                  </a:cubicBezTo>
                  <a:cubicBezTo>
                    <a:pt x="4092891" y="4301989"/>
                    <a:pt x="4235695" y="4292574"/>
                    <a:pt x="4296039" y="4301188"/>
                  </a:cubicBezTo>
                  <a:cubicBezTo>
                    <a:pt x="4366167" y="4311206"/>
                    <a:pt x="4654385" y="4341684"/>
                    <a:pt x="4736602" y="4347769"/>
                  </a:cubicBezTo>
                  <a:cubicBezTo>
                    <a:pt x="4824283" y="4354277"/>
                    <a:pt x="5286016" y="4344582"/>
                    <a:pt x="5377252" y="4328848"/>
                  </a:cubicBezTo>
                  <a:cubicBezTo>
                    <a:pt x="5469325" y="4312979"/>
                    <a:pt x="5577600" y="4141453"/>
                    <a:pt x="5589554" y="4081730"/>
                  </a:cubicBezTo>
                  <a:cubicBezTo>
                    <a:pt x="5602849" y="4015256"/>
                    <a:pt x="5654965" y="3920474"/>
                    <a:pt x="5685021" y="3884424"/>
                  </a:cubicBezTo>
                  <a:cubicBezTo>
                    <a:pt x="5716984" y="3846061"/>
                    <a:pt x="5927737" y="3481351"/>
                    <a:pt x="5960996" y="3386172"/>
                  </a:cubicBezTo>
                  <a:lnTo>
                    <a:pt x="5974471" y="3347512"/>
                  </a:lnTo>
                  <a:cubicBezTo>
                    <a:pt x="6011367" y="3241541"/>
                    <a:pt x="6067111" y="3081383"/>
                    <a:pt x="6092171" y="3025711"/>
                  </a:cubicBezTo>
                  <a:cubicBezTo>
                    <a:pt x="6116231" y="2972253"/>
                    <a:pt x="6163928" y="2896814"/>
                    <a:pt x="6254543" y="2841052"/>
                  </a:cubicBezTo>
                  <a:cubicBezTo>
                    <a:pt x="6312322" y="2805488"/>
                    <a:pt x="6495019" y="2744874"/>
                    <a:pt x="6615914" y="2704774"/>
                  </a:cubicBezTo>
                  <a:cubicBezTo>
                    <a:pt x="6668346" y="2687384"/>
                    <a:pt x="6709751" y="2673639"/>
                    <a:pt x="6725791" y="2667041"/>
                  </a:cubicBezTo>
                  <a:cubicBezTo>
                    <a:pt x="6740391" y="2661028"/>
                    <a:pt x="6760194" y="2653818"/>
                    <a:pt x="6781175" y="2646185"/>
                  </a:cubicBezTo>
                  <a:cubicBezTo>
                    <a:pt x="6833067" y="2627301"/>
                    <a:pt x="6904140" y="2601441"/>
                    <a:pt x="6910513" y="2586562"/>
                  </a:cubicBezTo>
                  <a:cubicBezTo>
                    <a:pt x="6913691" y="2579154"/>
                    <a:pt x="6905266" y="2540790"/>
                    <a:pt x="6896327" y="2500168"/>
                  </a:cubicBezTo>
                  <a:cubicBezTo>
                    <a:pt x="6879855" y="2425233"/>
                    <a:pt x="6857298" y="2322611"/>
                    <a:pt x="6869252" y="2264877"/>
                  </a:cubicBezTo>
                  <a:cubicBezTo>
                    <a:pt x="6879486" y="2215407"/>
                    <a:pt x="6939794" y="2109553"/>
                    <a:pt x="6992991" y="2016157"/>
                  </a:cubicBezTo>
                  <a:cubicBezTo>
                    <a:pt x="7038186" y="1936811"/>
                    <a:pt x="7080879" y="1861876"/>
                    <a:pt x="7080879" y="1842119"/>
                  </a:cubicBezTo>
                  <a:cubicBezTo>
                    <a:pt x="7080879" y="1822361"/>
                    <a:pt x="7049186" y="1777823"/>
                    <a:pt x="7015620" y="1730792"/>
                  </a:cubicBezTo>
                  <a:cubicBezTo>
                    <a:pt x="6976384" y="1675795"/>
                    <a:pt x="6935798" y="1618925"/>
                    <a:pt x="6932377" y="1584244"/>
                  </a:cubicBezTo>
                  <a:cubicBezTo>
                    <a:pt x="6928237" y="1542208"/>
                    <a:pt x="6926049" y="1454375"/>
                    <a:pt x="6926049" y="1330249"/>
                  </a:cubicBezTo>
                  <a:cubicBezTo>
                    <a:pt x="6926049" y="1298915"/>
                    <a:pt x="6834345" y="1210245"/>
                    <a:pt x="6779978" y="1197454"/>
                  </a:cubicBezTo>
                  <a:cubicBezTo>
                    <a:pt x="6724342" y="1184366"/>
                    <a:pt x="6521761" y="1022057"/>
                    <a:pt x="6465657" y="965953"/>
                  </a:cubicBezTo>
                  <a:cubicBezTo>
                    <a:pt x="6405196" y="905501"/>
                    <a:pt x="6339046" y="782878"/>
                    <a:pt x="6269035" y="601486"/>
                  </a:cubicBezTo>
                  <a:cubicBezTo>
                    <a:pt x="6219006" y="471869"/>
                    <a:pt x="6209897" y="344169"/>
                    <a:pt x="6203857" y="259666"/>
                  </a:cubicBezTo>
                  <a:cubicBezTo>
                    <a:pt x="6201562" y="227505"/>
                    <a:pt x="6199744" y="202085"/>
                    <a:pt x="6196234" y="187143"/>
                  </a:cubicBezTo>
                  <a:cubicBezTo>
                    <a:pt x="6183605" y="133496"/>
                    <a:pt x="6198682" y="8092"/>
                    <a:pt x="6199330" y="2772"/>
                  </a:cubicBezTo>
                  <a:cubicBezTo>
                    <a:pt x="6199537" y="1035"/>
                    <a:pt x="6201211" y="-162"/>
                    <a:pt x="6202850" y="18"/>
                  </a:cubicBezTo>
                  <a:cubicBezTo>
                    <a:pt x="6204587" y="225"/>
                    <a:pt x="6205820" y="1800"/>
                    <a:pt x="6205604" y="3537"/>
                  </a:cubicBezTo>
                  <a:cubicBezTo>
                    <a:pt x="6205451" y="4825"/>
                    <a:pt x="6190023" y="133145"/>
                    <a:pt x="6202381" y="185694"/>
                  </a:cubicBezTo>
                  <a:cubicBezTo>
                    <a:pt x="6206018" y="201131"/>
                    <a:pt x="6207845" y="226758"/>
                    <a:pt x="6210167" y="259216"/>
                  </a:cubicBezTo>
                  <a:cubicBezTo>
                    <a:pt x="6216171" y="343341"/>
                    <a:pt x="6225244" y="470465"/>
                    <a:pt x="6274940" y="599209"/>
                  </a:cubicBezTo>
                  <a:cubicBezTo>
                    <a:pt x="6344627" y="779763"/>
                    <a:pt x="6410300" y="901648"/>
                    <a:pt x="6470131" y="961479"/>
                  </a:cubicBezTo>
                  <a:cubicBezTo>
                    <a:pt x="6532806" y="1024154"/>
                    <a:pt x="6729482" y="1179074"/>
                    <a:pt x="6781427" y="1191297"/>
                  </a:cubicBezTo>
                  <a:cubicBezTo>
                    <a:pt x="6835038" y="1203908"/>
                    <a:pt x="6932368" y="1293506"/>
                    <a:pt x="6932368" y="1330239"/>
                  </a:cubicBezTo>
                  <a:cubicBezTo>
                    <a:pt x="6932368" y="1454168"/>
                    <a:pt x="6934546" y="1541776"/>
                    <a:pt x="6938669" y="1583623"/>
                  </a:cubicBezTo>
                  <a:cubicBezTo>
                    <a:pt x="6941927" y="1616621"/>
                    <a:pt x="6983810" y="1675327"/>
                    <a:pt x="7020769" y="1727120"/>
                  </a:cubicBezTo>
                  <a:cubicBezTo>
                    <a:pt x="7056413" y="1777067"/>
                    <a:pt x="7087198" y="1820210"/>
                    <a:pt x="7087198" y="1842119"/>
                  </a:cubicBezTo>
                  <a:cubicBezTo>
                    <a:pt x="7087198" y="1864028"/>
                    <a:pt x="7046080" y="1935713"/>
                    <a:pt x="6998482" y="2019289"/>
                  </a:cubicBezTo>
                  <a:cubicBezTo>
                    <a:pt x="6945510" y="2112280"/>
                    <a:pt x="6885463" y="2217675"/>
                    <a:pt x="6875436" y="2266165"/>
                  </a:cubicBezTo>
                  <a:cubicBezTo>
                    <a:pt x="6863770" y="2322575"/>
                    <a:pt x="6886156" y="2424441"/>
                    <a:pt x="6902502" y="2498818"/>
                  </a:cubicBezTo>
                  <a:cubicBezTo>
                    <a:pt x="6914195" y="2552024"/>
                    <a:pt x="6920118" y="2580198"/>
                    <a:pt x="6916328" y="2589064"/>
                  </a:cubicBezTo>
                  <a:cubicBezTo>
                    <a:pt x="6909406" y="2605203"/>
                    <a:pt x="6856839" y="2625393"/>
                    <a:pt x="6783336" y="2652135"/>
                  </a:cubicBezTo>
                  <a:cubicBezTo>
                    <a:pt x="6762426" y="2659741"/>
                    <a:pt x="6742677" y="2666924"/>
                    <a:pt x="6728203" y="2672892"/>
                  </a:cubicBezTo>
                  <a:cubicBezTo>
                    <a:pt x="6711956" y="2679580"/>
                    <a:pt x="6670461" y="2693351"/>
                    <a:pt x="6617912" y="2710787"/>
                  </a:cubicBezTo>
                  <a:cubicBezTo>
                    <a:pt x="6497296" y="2750806"/>
                    <a:pt x="6315013" y="2811276"/>
                    <a:pt x="6257856" y="2846453"/>
                  </a:cubicBezTo>
                  <a:cubicBezTo>
                    <a:pt x="6168609" y="2901369"/>
                    <a:pt x="6121631" y="2975665"/>
                    <a:pt x="6097941" y="3028322"/>
                  </a:cubicBezTo>
                  <a:cubicBezTo>
                    <a:pt x="6072998" y="3083742"/>
                    <a:pt x="6017299" y="3243738"/>
                    <a:pt x="5980448" y="3349610"/>
                  </a:cubicBezTo>
                  <a:lnTo>
                    <a:pt x="5966973" y="3388279"/>
                  </a:lnTo>
                  <a:cubicBezTo>
                    <a:pt x="5933597" y="3483817"/>
                    <a:pt x="5721988" y="3849967"/>
                    <a:pt x="5689890" y="3888493"/>
                  </a:cubicBezTo>
                  <a:cubicBezTo>
                    <a:pt x="5660267" y="3924038"/>
                    <a:pt x="5608870" y="4017488"/>
                    <a:pt x="5595773" y="4082990"/>
                  </a:cubicBezTo>
                  <a:cubicBezTo>
                    <a:pt x="5583595" y="4143883"/>
                    <a:pt x="5472754" y="4318830"/>
                    <a:pt x="5378350" y="4335104"/>
                  </a:cubicBezTo>
                  <a:cubicBezTo>
                    <a:pt x="5286853" y="4350874"/>
                    <a:pt x="4824040" y="4360587"/>
                    <a:pt x="4736152" y="4354097"/>
                  </a:cubicBezTo>
                  <a:cubicBezTo>
                    <a:pt x="4653863" y="4348003"/>
                    <a:pt x="4365375" y="4317498"/>
                    <a:pt x="4295175" y="4307470"/>
                  </a:cubicBezTo>
                  <a:cubicBezTo>
                    <a:pt x="4235461" y="4298947"/>
                    <a:pt x="4093098" y="4308334"/>
                    <a:pt x="4016615" y="4313366"/>
                  </a:cubicBezTo>
                  <a:cubicBezTo>
                    <a:pt x="4004364" y="4314176"/>
                    <a:pt x="3993590" y="4314888"/>
                    <a:pt x="3984805" y="4315418"/>
                  </a:cubicBezTo>
                  <a:cubicBezTo>
                    <a:pt x="3919096" y="4319397"/>
                    <a:pt x="3731341" y="4355465"/>
                    <a:pt x="3696056" y="4362890"/>
                  </a:cubicBezTo>
                  <a:cubicBezTo>
                    <a:pt x="3661141" y="4370263"/>
                    <a:pt x="3627827" y="4335509"/>
                    <a:pt x="3605783" y="4312520"/>
                  </a:cubicBezTo>
                  <a:cubicBezTo>
                    <a:pt x="3602984" y="4309604"/>
                    <a:pt x="3600410" y="4306912"/>
                    <a:pt x="3598078" y="4304590"/>
                  </a:cubicBezTo>
                  <a:cubicBezTo>
                    <a:pt x="3587961" y="4294473"/>
                    <a:pt x="3577061" y="4222400"/>
                    <a:pt x="3560318" y="4104908"/>
                  </a:cubicBezTo>
                  <a:cubicBezTo>
                    <a:pt x="3547096" y="4012069"/>
                    <a:pt x="3533414" y="3916063"/>
                    <a:pt x="3521145" y="3883362"/>
                  </a:cubicBezTo>
                  <a:cubicBezTo>
                    <a:pt x="3496599" y="3817905"/>
                    <a:pt x="3354164" y="3742178"/>
                    <a:pt x="3279752" y="3742178"/>
                  </a:cubicBezTo>
                  <a:cubicBezTo>
                    <a:pt x="3260399" y="3742178"/>
                    <a:pt x="3222297" y="3743267"/>
                    <a:pt x="3174060" y="3744645"/>
                  </a:cubicBezTo>
                  <a:cubicBezTo>
                    <a:pt x="3032993" y="3748659"/>
                    <a:pt x="2819791" y="3754744"/>
                    <a:pt x="2781626" y="3742025"/>
                  </a:cubicBezTo>
                  <a:cubicBezTo>
                    <a:pt x="2746314" y="3730251"/>
                    <a:pt x="2766891" y="3629438"/>
                    <a:pt x="2795236" y="3508804"/>
                  </a:cubicBezTo>
                  <a:cubicBezTo>
                    <a:pt x="2803967" y="3471612"/>
                    <a:pt x="2811519" y="3439486"/>
                    <a:pt x="2811519" y="3427263"/>
                  </a:cubicBezTo>
                  <a:cubicBezTo>
                    <a:pt x="2811519" y="3389188"/>
                    <a:pt x="2626113" y="3271506"/>
                    <a:pt x="2575949" y="3256870"/>
                  </a:cubicBezTo>
                  <a:cubicBezTo>
                    <a:pt x="2534724" y="3244845"/>
                    <a:pt x="2083620" y="3143951"/>
                    <a:pt x="1979846" y="3169136"/>
                  </a:cubicBezTo>
                  <a:cubicBezTo>
                    <a:pt x="1878313" y="3193763"/>
                    <a:pt x="1582039" y="3318727"/>
                    <a:pt x="1528860" y="3352508"/>
                  </a:cubicBezTo>
                  <a:cubicBezTo>
                    <a:pt x="1494070" y="3374660"/>
                    <a:pt x="1383221" y="3322399"/>
                    <a:pt x="1285432" y="3276313"/>
                  </a:cubicBezTo>
                  <a:cubicBezTo>
                    <a:pt x="1236996" y="3253486"/>
                    <a:pt x="1195159" y="3233764"/>
                    <a:pt x="1172512" y="3228112"/>
                  </a:cubicBezTo>
                  <a:cubicBezTo>
                    <a:pt x="1105372" y="3211378"/>
                    <a:pt x="905852" y="3286466"/>
                    <a:pt x="847335" y="3378404"/>
                  </a:cubicBezTo>
                  <a:cubicBezTo>
                    <a:pt x="787954" y="3471720"/>
                    <a:pt x="695872" y="3664957"/>
                    <a:pt x="687681" y="3706462"/>
                  </a:cubicBezTo>
                  <a:cubicBezTo>
                    <a:pt x="679130" y="3749784"/>
                    <a:pt x="661803" y="3899213"/>
                    <a:pt x="661803" y="3949673"/>
                  </a:cubicBezTo>
                  <a:cubicBezTo>
                    <a:pt x="661803" y="4000134"/>
                    <a:pt x="796749" y="4097239"/>
                    <a:pt x="887417" y="4115097"/>
                  </a:cubicBezTo>
                  <a:cubicBezTo>
                    <a:pt x="981480" y="4133621"/>
                    <a:pt x="1001840" y="4270638"/>
                    <a:pt x="1001840" y="4303564"/>
                  </a:cubicBezTo>
                  <a:cubicBezTo>
                    <a:pt x="1001840" y="4329217"/>
                    <a:pt x="924160" y="4404296"/>
                    <a:pt x="837632" y="4485559"/>
                  </a:cubicBezTo>
                  <a:cubicBezTo>
                    <a:pt x="820350" y="4501779"/>
                    <a:pt x="805435" y="4515803"/>
                    <a:pt x="796362" y="4524867"/>
                  </a:cubicBezTo>
                  <a:cubicBezTo>
                    <a:pt x="753354" y="4567875"/>
                    <a:pt x="610136" y="4652180"/>
                    <a:pt x="473948" y="46521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1" name="Google Shape;3421;p9"/>
            <p:cNvSpPr/>
            <p:nvPr/>
          </p:nvSpPr>
          <p:spPr>
            <a:xfrm flipH="1">
              <a:off x="7080193" y="-629921"/>
              <a:ext cx="5882447" cy="3534599"/>
            </a:xfrm>
            <a:custGeom>
              <a:avLst/>
              <a:gdLst/>
              <a:ahLst/>
              <a:cxnLst/>
              <a:rect l="l" t="t" r="r" b="b"/>
              <a:pathLst>
                <a:path w="5882447" h="3534599" extrusionOk="0">
                  <a:moveTo>
                    <a:pt x="3974300" y="3534563"/>
                  </a:moveTo>
                  <a:cubicBezTo>
                    <a:pt x="3915549" y="3534563"/>
                    <a:pt x="3851092" y="3517452"/>
                    <a:pt x="3808219" y="3447747"/>
                  </a:cubicBezTo>
                  <a:cubicBezTo>
                    <a:pt x="3758830" y="3367429"/>
                    <a:pt x="3696776" y="3309192"/>
                    <a:pt x="3554467" y="3286032"/>
                  </a:cubicBezTo>
                  <a:cubicBezTo>
                    <a:pt x="3497426" y="3276752"/>
                    <a:pt x="3434643" y="3269047"/>
                    <a:pt x="3379250" y="3262251"/>
                  </a:cubicBezTo>
                  <a:cubicBezTo>
                    <a:pt x="3302101" y="3252782"/>
                    <a:pt x="3235474" y="3244608"/>
                    <a:pt x="3209506" y="3235328"/>
                  </a:cubicBezTo>
                  <a:cubicBezTo>
                    <a:pt x="3164698" y="3219324"/>
                    <a:pt x="3058709" y="3088195"/>
                    <a:pt x="3068412" y="3017068"/>
                  </a:cubicBezTo>
                  <a:cubicBezTo>
                    <a:pt x="3076225" y="2959766"/>
                    <a:pt x="3145903" y="2854209"/>
                    <a:pt x="3183339" y="2797511"/>
                  </a:cubicBezTo>
                  <a:cubicBezTo>
                    <a:pt x="3191557" y="2785062"/>
                    <a:pt x="3198047" y="2775224"/>
                    <a:pt x="3201540" y="2769409"/>
                  </a:cubicBezTo>
                  <a:cubicBezTo>
                    <a:pt x="3207993" y="2758653"/>
                    <a:pt x="3219020" y="2743585"/>
                    <a:pt x="3230676" y="2727644"/>
                  </a:cubicBezTo>
                  <a:cubicBezTo>
                    <a:pt x="3252261" y="2698147"/>
                    <a:pt x="3279112" y="2661449"/>
                    <a:pt x="3279112" y="2647803"/>
                  </a:cubicBezTo>
                  <a:cubicBezTo>
                    <a:pt x="3279112" y="2628387"/>
                    <a:pt x="3228246" y="2547602"/>
                    <a:pt x="3159558" y="2537710"/>
                  </a:cubicBezTo>
                  <a:cubicBezTo>
                    <a:pt x="3093084" y="2528105"/>
                    <a:pt x="2682666" y="2546081"/>
                    <a:pt x="2573023" y="2571887"/>
                  </a:cubicBezTo>
                  <a:cubicBezTo>
                    <a:pt x="2474766" y="2595011"/>
                    <a:pt x="2379372" y="2620863"/>
                    <a:pt x="2347039" y="2653204"/>
                  </a:cubicBezTo>
                  <a:cubicBezTo>
                    <a:pt x="2340702" y="2659541"/>
                    <a:pt x="2327228" y="2674284"/>
                    <a:pt x="2310162" y="2692944"/>
                  </a:cubicBezTo>
                  <a:cubicBezTo>
                    <a:pt x="2238503" y="2771335"/>
                    <a:pt x="2105124" y="2917245"/>
                    <a:pt x="2054492" y="2935166"/>
                  </a:cubicBezTo>
                  <a:cubicBezTo>
                    <a:pt x="1992870" y="2956967"/>
                    <a:pt x="1788030" y="2951791"/>
                    <a:pt x="1668278" y="2938487"/>
                  </a:cubicBezTo>
                  <a:cubicBezTo>
                    <a:pt x="1600922" y="2930998"/>
                    <a:pt x="1506860" y="2906380"/>
                    <a:pt x="1431277" y="2886595"/>
                  </a:cubicBezTo>
                  <a:cubicBezTo>
                    <a:pt x="1380231" y="2873229"/>
                    <a:pt x="1339915" y="2862679"/>
                    <a:pt x="1327367" y="2862679"/>
                  </a:cubicBezTo>
                  <a:cubicBezTo>
                    <a:pt x="1308537" y="2862679"/>
                    <a:pt x="1199902" y="2911925"/>
                    <a:pt x="1112599" y="2951494"/>
                  </a:cubicBezTo>
                  <a:cubicBezTo>
                    <a:pt x="1055739" y="2977264"/>
                    <a:pt x="1006628" y="2999524"/>
                    <a:pt x="987150" y="3006230"/>
                  </a:cubicBezTo>
                  <a:cubicBezTo>
                    <a:pt x="964845" y="3013917"/>
                    <a:pt x="847929" y="3052262"/>
                    <a:pt x="736503" y="3052262"/>
                  </a:cubicBezTo>
                  <a:cubicBezTo>
                    <a:pt x="726638" y="3052262"/>
                    <a:pt x="715845" y="3052226"/>
                    <a:pt x="704360" y="3052190"/>
                  </a:cubicBezTo>
                  <a:cubicBezTo>
                    <a:pt x="605869" y="3051857"/>
                    <a:pt x="456998" y="3051398"/>
                    <a:pt x="412316" y="3070949"/>
                  </a:cubicBezTo>
                  <a:cubicBezTo>
                    <a:pt x="402415" y="3075278"/>
                    <a:pt x="390561" y="3080103"/>
                    <a:pt x="377590" y="3085386"/>
                  </a:cubicBezTo>
                  <a:cubicBezTo>
                    <a:pt x="324807" y="3106854"/>
                    <a:pt x="252518" y="3136270"/>
                    <a:pt x="217378" y="3171402"/>
                  </a:cubicBezTo>
                  <a:cubicBezTo>
                    <a:pt x="173749" y="3215030"/>
                    <a:pt x="7272" y="3415622"/>
                    <a:pt x="5589" y="3417647"/>
                  </a:cubicBezTo>
                  <a:cubicBezTo>
                    <a:pt x="4482" y="3418988"/>
                    <a:pt x="2493" y="3419168"/>
                    <a:pt x="1142" y="3418061"/>
                  </a:cubicBezTo>
                  <a:cubicBezTo>
                    <a:pt x="-199" y="3416945"/>
                    <a:pt x="-388" y="3414956"/>
                    <a:pt x="728" y="3413615"/>
                  </a:cubicBezTo>
                  <a:cubicBezTo>
                    <a:pt x="2403" y="3411589"/>
                    <a:pt x="169077" y="3210773"/>
                    <a:pt x="212913" y="3166937"/>
                  </a:cubicBezTo>
                  <a:cubicBezTo>
                    <a:pt x="248945" y="3130896"/>
                    <a:pt x="321927" y="3101211"/>
                    <a:pt x="375205" y="3079536"/>
                  </a:cubicBezTo>
                  <a:cubicBezTo>
                    <a:pt x="388121" y="3074288"/>
                    <a:pt x="399913" y="3069481"/>
                    <a:pt x="409778" y="3065170"/>
                  </a:cubicBezTo>
                  <a:cubicBezTo>
                    <a:pt x="455684" y="3045097"/>
                    <a:pt x="605329" y="3045547"/>
                    <a:pt x="704369" y="3045880"/>
                  </a:cubicBezTo>
                  <a:cubicBezTo>
                    <a:pt x="715845" y="3045907"/>
                    <a:pt x="726629" y="3045952"/>
                    <a:pt x="736494" y="3045952"/>
                  </a:cubicBezTo>
                  <a:cubicBezTo>
                    <a:pt x="846911" y="3045952"/>
                    <a:pt x="962946" y="3007895"/>
                    <a:pt x="985080" y="3000262"/>
                  </a:cubicBezTo>
                  <a:cubicBezTo>
                    <a:pt x="1004288" y="2993646"/>
                    <a:pt x="1053263" y="2971450"/>
                    <a:pt x="1109980" y="2945742"/>
                  </a:cubicBezTo>
                  <a:cubicBezTo>
                    <a:pt x="1202404" y="2903851"/>
                    <a:pt x="1307169" y="2856369"/>
                    <a:pt x="1327358" y="2856369"/>
                  </a:cubicBezTo>
                  <a:cubicBezTo>
                    <a:pt x="1340716" y="2856369"/>
                    <a:pt x="1381384" y="2867018"/>
                    <a:pt x="1432870" y="2880493"/>
                  </a:cubicBezTo>
                  <a:cubicBezTo>
                    <a:pt x="1508246" y="2900232"/>
                    <a:pt x="1602066" y="2924787"/>
                    <a:pt x="1668962" y="2932222"/>
                  </a:cubicBezTo>
                  <a:cubicBezTo>
                    <a:pt x="1788084" y="2945463"/>
                    <a:pt x="1991601" y="2950729"/>
                    <a:pt x="2052368" y="2929225"/>
                  </a:cubicBezTo>
                  <a:cubicBezTo>
                    <a:pt x="2101514" y="2911844"/>
                    <a:pt x="2239277" y="2761128"/>
                    <a:pt x="2305481" y="2688704"/>
                  </a:cubicBezTo>
                  <a:cubicBezTo>
                    <a:pt x="2323267" y="2669253"/>
                    <a:pt x="2336112" y="2655193"/>
                    <a:pt x="2342548" y="2648757"/>
                  </a:cubicBezTo>
                  <a:cubicBezTo>
                    <a:pt x="2376005" y="2615300"/>
                    <a:pt x="2472390" y="2589097"/>
                    <a:pt x="2571556" y="2565766"/>
                  </a:cubicBezTo>
                  <a:cubicBezTo>
                    <a:pt x="2681604" y="2539870"/>
                    <a:pt x="3093696" y="2521912"/>
                    <a:pt x="3160440" y="2531481"/>
                  </a:cubicBezTo>
                  <a:cubicBezTo>
                    <a:pt x="3232153" y="2541814"/>
                    <a:pt x="3285412" y="2624787"/>
                    <a:pt x="3285412" y="2647839"/>
                  </a:cubicBezTo>
                  <a:cubicBezTo>
                    <a:pt x="3285412" y="2663546"/>
                    <a:pt x="3260173" y="2698048"/>
                    <a:pt x="3235762" y="2731415"/>
                  </a:cubicBezTo>
                  <a:cubicBezTo>
                    <a:pt x="3224177" y="2747239"/>
                    <a:pt x="3213241" y="2762190"/>
                    <a:pt x="3206940" y="2772694"/>
                  </a:cubicBezTo>
                  <a:cubicBezTo>
                    <a:pt x="3203376" y="2778635"/>
                    <a:pt x="3196859" y="2788510"/>
                    <a:pt x="3188596" y="2801030"/>
                  </a:cubicBezTo>
                  <a:cubicBezTo>
                    <a:pt x="3154076" y="2853309"/>
                    <a:pt x="3082274" y="2962088"/>
                    <a:pt x="3074650" y="3017959"/>
                  </a:cubicBezTo>
                  <a:cubicBezTo>
                    <a:pt x="3065496" y="3085080"/>
                    <a:pt x="3169288" y="3214302"/>
                    <a:pt x="3211612" y="3229423"/>
                  </a:cubicBezTo>
                  <a:cubicBezTo>
                    <a:pt x="3236923" y="3238461"/>
                    <a:pt x="3303235" y="3246598"/>
                    <a:pt x="3380006" y="3256013"/>
                  </a:cubicBezTo>
                  <a:cubicBezTo>
                    <a:pt x="3435462" y="3262818"/>
                    <a:pt x="3498308" y="3270532"/>
                    <a:pt x="3555466" y="3279830"/>
                  </a:cubicBezTo>
                  <a:cubicBezTo>
                    <a:pt x="3700151" y="3303377"/>
                    <a:pt x="3763294" y="3362677"/>
                    <a:pt x="3813584" y="3444471"/>
                  </a:cubicBezTo>
                  <a:cubicBezTo>
                    <a:pt x="3870328" y="3536742"/>
                    <a:pt x="3967009" y="3533528"/>
                    <a:pt x="4034752" y="3523114"/>
                  </a:cubicBezTo>
                  <a:cubicBezTo>
                    <a:pt x="4136051" y="3507533"/>
                    <a:pt x="4442388" y="3463040"/>
                    <a:pt x="4518673" y="3463040"/>
                  </a:cubicBezTo>
                  <a:cubicBezTo>
                    <a:pt x="4558207" y="3463040"/>
                    <a:pt x="4654609" y="3465452"/>
                    <a:pt x="4747835" y="3467784"/>
                  </a:cubicBezTo>
                  <a:cubicBezTo>
                    <a:pt x="4841024" y="3470115"/>
                    <a:pt x="4937372" y="3472527"/>
                    <a:pt x="4976834" y="3472527"/>
                  </a:cubicBezTo>
                  <a:cubicBezTo>
                    <a:pt x="5069942" y="3472527"/>
                    <a:pt x="5151681" y="3446370"/>
                    <a:pt x="5195499" y="3402552"/>
                  </a:cubicBezTo>
                  <a:cubicBezTo>
                    <a:pt x="5231585" y="3366466"/>
                    <a:pt x="5289634" y="3225859"/>
                    <a:pt x="5368034" y="2984645"/>
                  </a:cubicBezTo>
                  <a:lnTo>
                    <a:pt x="5374245" y="2965590"/>
                  </a:lnTo>
                  <a:cubicBezTo>
                    <a:pt x="5411717" y="2850645"/>
                    <a:pt x="5430529" y="2792947"/>
                    <a:pt x="5409880" y="2731082"/>
                  </a:cubicBezTo>
                  <a:cubicBezTo>
                    <a:pt x="5398503" y="2696985"/>
                    <a:pt x="5349078" y="2651322"/>
                    <a:pt x="5305476" y="2611033"/>
                  </a:cubicBezTo>
                  <a:cubicBezTo>
                    <a:pt x="5257887" y="2567063"/>
                    <a:pt x="5231189" y="2541472"/>
                    <a:pt x="5236095" y="2526773"/>
                  </a:cubicBezTo>
                  <a:cubicBezTo>
                    <a:pt x="5243836" y="2503568"/>
                    <a:pt x="5285862" y="2477474"/>
                    <a:pt x="5334532" y="2447266"/>
                  </a:cubicBezTo>
                  <a:cubicBezTo>
                    <a:pt x="5348204" y="2438778"/>
                    <a:pt x="5362381" y="2429965"/>
                    <a:pt x="5376405" y="2420856"/>
                  </a:cubicBezTo>
                  <a:cubicBezTo>
                    <a:pt x="5440575" y="2379145"/>
                    <a:pt x="5496958" y="2275865"/>
                    <a:pt x="5514213" y="2232372"/>
                  </a:cubicBezTo>
                  <a:cubicBezTo>
                    <a:pt x="5533836" y="2182919"/>
                    <a:pt x="5536113" y="2074320"/>
                    <a:pt x="5536113" y="1996946"/>
                  </a:cubicBezTo>
                  <a:cubicBezTo>
                    <a:pt x="5536113" y="1913892"/>
                    <a:pt x="5538498" y="1825158"/>
                    <a:pt x="5567014" y="1733742"/>
                  </a:cubicBezTo>
                  <a:cubicBezTo>
                    <a:pt x="5578977" y="1695379"/>
                    <a:pt x="5596250" y="1610192"/>
                    <a:pt x="5614540" y="1520009"/>
                  </a:cubicBezTo>
                  <a:cubicBezTo>
                    <a:pt x="5638735" y="1400698"/>
                    <a:pt x="5663750" y="1277328"/>
                    <a:pt x="5681707" y="1234230"/>
                  </a:cubicBezTo>
                  <a:cubicBezTo>
                    <a:pt x="5695164" y="1201934"/>
                    <a:pt x="5715165" y="1168972"/>
                    <a:pt x="5738325" y="1130816"/>
                  </a:cubicBezTo>
                  <a:cubicBezTo>
                    <a:pt x="5769874" y="1078825"/>
                    <a:pt x="5805627" y="1019894"/>
                    <a:pt x="5836518" y="943564"/>
                  </a:cubicBezTo>
                  <a:cubicBezTo>
                    <a:pt x="5888869" y="814226"/>
                    <a:pt x="5881984" y="582905"/>
                    <a:pt x="5858589" y="516440"/>
                  </a:cubicBezTo>
                  <a:cubicBezTo>
                    <a:pt x="5842387" y="470399"/>
                    <a:pt x="5777786" y="458815"/>
                    <a:pt x="5730629" y="450354"/>
                  </a:cubicBezTo>
                  <a:cubicBezTo>
                    <a:pt x="5715489" y="447635"/>
                    <a:pt x="5702410" y="445295"/>
                    <a:pt x="5693103" y="442198"/>
                  </a:cubicBezTo>
                  <a:cubicBezTo>
                    <a:pt x="5647215" y="426896"/>
                    <a:pt x="5655712" y="365427"/>
                    <a:pt x="5659411" y="346948"/>
                  </a:cubicBezTo>
                  <a:cubicBezTo>
                    <a:pt x="5666108" y="313464"/>
                    <a:pt x="5664605" y="230473"/>
                    <a:pt x="5637943" y="197798"/>
                  </a:cubicBezTo>
                  <a:cubicBezTo>
                    <a:pt x="5609212" y="162577"/>
                    <a:pt x="5596691" y="9890"/>
                    <a:pt x="5596169" y="3409"/>
                  </a:cubicBezTo>
                  <a:cubicBezTo>
                    <a:pt x="5596025" y="1672"/>
                    <a:pt x="5597321" y="141"/>
                    <a:pt x="5599067" y="6"/>
                  </a:cubicBezTo>
                  <a:cubicBezTo>
                    <a:pt x="5600796" y="-102"/>
                    <a:pt x="5602335" y="1159"/>
                    <a:pt x="5602470" y="2905"/>
                  </a:cubicBezTo>
                  <a:cubicBezTo>
                    <a:pt x="5602596" y="4471"/>
                    <a:pt x="5615360" y="160101"/>
                    <a:pt x="5642849" y="193802"/>
                  </a:cubicBezTo>
                  <a:cubicBezTo>
                    <a:pt x="5673111" y="230905"/>
                    <a:pt x="5671401" y="319278"/>
                    <a:pt x="5665613" y="348181"/>
                  </a:cubicBezTo>
                  <a:cubicBezTo>
                    <a:pt x="5662175" y="365382"/>
                    <a:pt x="5654137" y="422540"/>
                    <a:pt x="5695110" y="436195"/>
                  </a:cubicBezTo>
                  <a:cubicBezTo>
                    <a:pt x="5703976" y="439147"/>
                    <a:pt x="5716848" y="441460"/>
                    <a:pt x="5731745" y="444134"/>
                  </a:cubicBezTo>
                  <a:cubicBezTo>
                    <a:pt x="5780432" y="452865"/>
                    <a:pt x="5847122" y="464827"/>
                    <a:pt x="5864548" y="514343"/>
                  </a:cubicBezTo>
                  <a:cubicBezTo>
                    <a:pt x="5888212" y="581564"/>
                    <a:pt x="5895242" y="815333"/>
                    <a:pt x="5842378" y="945932"/>
                  </a:cubicBezTo>
                  <a:cubicBezTo>
                    <a:pt x="5811297" y="1022730"/>
                    <a:pt x="5775392" y="1081894"/>
                    <a:pt x="5743716" y="1134092"/>
                  </a:cubicBezTo>
                  <a:cubicBezTo>
                    <a:pt x="5720700" y="1172023"/>
                    <a:pt x="5700817" y="1204797"/>
                    <a:pt x="5687540" y="1236661"/>
                  </a:cubicBezTo>
                  <a:cubicBezTo>
                    <a:pt x="5669826" y="1279191"/>
                    <a:pt x="5644865" y="1402247"/>
                    <a:pt x="5620733" y="1521260"/>
                  </a:cubicBezTo>
                  <a:cubicBezTo>
                    <a:pt x="5602407" y="1611605"/>
                    <a:pt x="5585116" y="1696936"/>
                    <a:pt x="5573045" y="1735623"/>
                  </a:cubicBezTo>
                  <a:cubicBezTo>
                    <a:pt x="5544790" y="1826184"/>
                    <a:pt x="5542432" y="1914378"/>
                    <a:pt x="5542432" y="1996946"/>
                  </a:cubicBezTo>
                  <a:cubicBezTo>
                    <a:pt x="5542432" y="2074842"/>
                    <a:pt x="5540118" y="2184242"/>
                    <a:pt x="5520091" y="2234712"/>
                  </a:cubicBezTo>
                  <a:cubicBezTo>
                    <a:pt x="5502593" y="2278809"/>
                    <a:pt x="5445291" y="2383618"/>
                    <a:pt x="5379843" y="2426158"/>
                  </a:cubicBezTo>
                  <a:cubicBezTo>
                    <a:pt x="5365784" y="2435294"/>
                    <a:pt x="5351571" y="2444124"/>
                    <a:pt x="5337862" y="2452639"/>
                  </a:cubicBezTo>
                  <a:cubicBezTo>
                    <a:pt x="5290237" y="2482208"/>
                    <a:pt x="5249110" y="2507745"/>
                    <a:pt x="5242098" y="2528780"/>
                  </a:cubicBezTo>
                  <a:cubicBezTo>
                    <a:pt x="5238246" y="2540320"/>
                    <a:pt x="5274611" y="2573912"/>
                    <a:pt x="5309770" y="2606407"/>
                  </a:cubicBezTo>
                  <a:cubicBezTo>
                    <a:pt x="5353938" y="2647209"/>
                    <a:pt x="5403994" y="2693457"/>
                    <a:pt x="5415884" y="2729093"/>
                  </a:cubicBezTo>
                  <a:cubicBezTo>
                    <a:pt x="5437190" y="2792938"/>
                    <a:pt x="5416973" y="2854956"/>
                    <a:pt x="5380258" y="2967552"/>
                  </a:cubicBezTo>
                  <a:lnTo>
                    <a:pt x="5374056" y="2986598"/>
                  </a:lnTo>
                  <a:cubicBezTo>
                    <a:pt x="5295350" y="3228775"/>
                    <a:pt x="5236779" y="3370229"/>
                    <a:pt x="5199982" y="3407026"/>
                  </a:cubicBezTo>
                  <a:cubicBezTo>
                    <a:pt x="5155003" y="3452005"/>
                    <a:pt x="5071589" y="3478855"/>
                    <a:pt x="4976843" y="3478855"/>
                  </a:cubicBezTo>
                  <a:cubicBezTo>
                    <a:pt x="4937310" y="3478855"/>
                    <a:pt x="4840907" y="3476443"/>
                    <a:pt x="4747682" y="3474112"/>
                  </a:cubicBezTo>
                  <a:cubicBezTo>
                    <a:pt x="4654492" y="3471780"/>
                    <a:pt x="4558144" y="3469368"/>
                    <a:pt x="4518683" y="3469368"/>
                  </a:cubicBezTo>
                  <a:cubicBezTo>
                    <a:pt x="4442794" y="3469368"/>
                    <a:pt x="4136897" y="3513798"/>
                    <a:pt x="4035724" y="3529370"/>
                  </a:cubicBezTo>
                  <a:cubicBezTo>
                    <a:pt x="4016947" y="3532259"/>
                    <a:pt x="3996002" y="3534599"/>
                    <a:pt x="3974291" y="35345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9"/>
            <p:cNvSpPr/>
            <p:nvPr/>
          </p:nvSpPr>
          <p:spPr>
            <a:xfrm flipH="1">
              <a:off x="6120692" y="-645866"/>
              <a:ext cx="6796743" cy="4557101"/>
            </a:xfrm>
            <a:custGeom>
              <a:avLst/>
              <a:gdLst/>
              <a:ahLst/>
              <a:cxnLst/>
              <a:rect l="l" t="t" r="r" b="b"/>
              <a:pathLst>
                <a:path w="6796743" h="4557101" extrusionOk="0">
                  <a:moveTo>
                    <a:pt x="273653" y="4557102"/>
                  </a:moveTo>
                  <a:cubicBezTo>
                    <a:pt x="188898" y="4557102"/>
                    <a:pt x="11088" y="4527182"/>
                    <a:pt x="2636" y="4525751"/>
                  </a:cubicBezTo>
                  <a:cubicBezTo>
                    <a:pt x="917" y="4525463"/>
                    <a:pt x="-244" y="4523825"/>
                    <a:pt x="44" y="4522106"/>
                  </a:cubicBezTo>
                  <a:cubicBezTo>
                    <a:pt x="332" y="4520386"/>
                    <a:pt x="2051" y="4519234"/>
                    <a:pt x="3689" y="4519513"/>
                  </a:cubicBezTo>
                  <a:cubicBezTo>
                    <a:pt x="6012" y="4519909"/>
                    <a:pt x="236919" y="4558722"/>
                    <a:pt x="300008" y="4549280"/>
                  </a:cubicBezTo>
                  <a:cubicBezTo>
                    <a:pt x="364808" y="4539514"/>
                    <a:pt x="474667" y="4488612"/>
                    <a:pt x="503147" y="4460132"/>
                  </a:cubicBezTo>
                  <a:cubicBezTo>
                    <a:pt x="508629" y="4454641"/>
                    <a:pt x="516505" y="4447045"/>
                    <a:pt x="525812" y="4438043"/>
                  </a:cubicBezTo>
                  <a:cubicBezTo>
                    <a:pt x="567865" y="4397412"/>
                    <a:pt x="638246" y="4329399"/>
                    <a:pt x="651144" y="4300371"/>
                  </a:cubicBezTo>
                  <a:cubicBezTo>
                    <a:pt x="662450" y="4274933"/>
                    <a:pt x="668886" y="4215867"/>
                    <a:pt x="652819" y="4184822"/>
                  </a:cubicBezTo>
                  <a:cubicBezTo>
                    <a:pt x="647922" y="4175371"/>
                    <a:pt x="641369" y="4169763"/>
                    <a:pt x="633331" y="4168152"/>
                  </a:cubicBezTo>
                  <a:cubicBezTo>
                    <a:pt x="592655" y="4160015"/>
                    <a:pt x="473065" y="4093010"/>
                    <a:pt x="446899" y="4066843"/>
                  </a:cubicBezTo>
                  <a:cubicBezTo>
                    <a:pt x="411884" y="4031829"/>
                    <a:pt x="353727" y="3966156"/>
                    <a:pt x="357589" y="3919710"/>
                  </a:cubicBezTo>
                  <a:cubicBezTo>
                    <a:pt x="359425" y="3897648"/>
                    <a:pt x="372072" y="3826026"/>
                    <a:pt x="421893" y="3610133"/>
                  </a:cubicBezTo>
                  <a:cubicBezTo>
                    <a:pt x="428428" y="3581797"/>
                    <a:pt x="445611" y="3529689"/>
                    <a:pt x="460769" y="3483729"/>
                  </a:cubicBezTo>
                  <a:cubicBezTo>
                    <a:pt x="474019" y="3443548"/>
                    <a:pt x="486531" y="3405599"/>
                    <a:pt x="490230" y="3388965"/>
                  </a:cubicBezTo>
                  <a:cubicBezTo>
                    <a:pt x="496171" y="3362258"/>
                    <a:pt x="552032" y="3314867"/>
                    <a:pt x="596921" y="3276792"/>
                  </a:cubicBezTo>
                  <a:cubicBezTo>
                    <a:pt x="614915" y="3261526"/>
                    <a:pt x="630460" y="3248339"/>
                    <a:pt x="639740" y="3239059"/>
                  </a:cubicBezTo>
                  <a:cubicBezTo>
                    <a:pt x="672999" y="3205809"/>
                    <a:pt x="893879" y="3137391"/>
                    <a:pt x="939281" y="3137391"/>
                  </a:cubicBezTo>
                  <a:cubicBezTo>
                    <a:pt x="981587" y="3137391"/>
                    <a:pt x="1102707" y="3158885"/>
                    <a:pt x="1122311" y="3178490"/>
                  </a:cubicBezTo>
                  <a:cubicBezTo>
                    <a:pt x="1141556" y="3197735"/>
                    <a:pt x="1330059" y="3249824"/>
                    <a:pt x="1360005" y="3238339"/>
                  </a:cubicBezTo>
                  <a:cubicBezTo>
                    <a:pt x="1371581" y="3233892"/>
                    <a:pt x="1424265" y="3217474"/>
                    <a:pt x="1490982" y="3196681"/>
                  </a:cubicBezTo>
                  <a:cubicBezTo>
                    <a:pt x="1607907" y="3160245"/>
                    <a:pt x="1768038" y="3110342"/>
                    <a:pt x="1793646" y="3097542"/>
                  </a:cubicBezTo>
                  <a:cubicBezTo>
                    <a:pt x="1827599" y="3080566"/>
                    <a:pt x="1992860" y="3083222"/>
                    <a:pt x="2081639" y="3084626"/>
                  </a:cubicBezTo>
                  <a:cubicBezTo>
                    <a:pt x="2099912" y="3084914"/>
                    <a:pt x="2114835" y="3085157"/>
                    <a:pt x="2124512" y="3085157"/>
                  </a:cubicBezTo>
                  <a:cubicBezTo>
                    <a:pt x="2180544" y="3085157"/>
                    <a:pt x="2427798" y="3172459"/>
                    <a:pt x="2469194" y="3189858"/>
                  </a:cubicBezTo>
                  <a:cubicBezTo>
                    <a:pt x="2505487" y="3205124"/>
                    <a:pt x="2701191" y="3306136"/>
                    <a:pt x="2718050" y="3348288"/>
                  </a:cubicBezTo>
                  <a:cubicBezTo>
                    <a:pt x="2726169" y="3368595"/>
                    <a:pt x="2710957" y="3430361"/>
                    <a:pt x="2694836" y="3495755"/>
                  </a:cubicBezTo>
                  <a:cubicBezTo>
                    <a:pt x="2679417" y="3558340"/>
                    <a:pt x="2661927" y="3629287"/>
                    <a:pt x="2673161" y="3640512"/>
                  </a:cubicBezTo>
                  <a:cubicBezTo>
                    <a:pt x="2690704" y="3658055"/>
                    <a:pt x="2883708" y="3650224"/>
                    <a:pt x="2987401" y="3646038"/>
                  </a:cubicBezTo>
                  <a:cubicBezTo>
                    <a:pt x="3021011" y="3644670"/>
                    <a:pt x="3047556" y="3643599"/>
                    <a:pt x="3060644" y="3643599"/>
                  </a:cubicBezTo>
                  <a:cubicBezTo>
                    <a:pt x="3117513" y="3643599"/>
                    <a:pt x="3307690" y="3708560"/>
                    <a:pt x="3343632" y="3732522"/>
                  </a:cubicBezTo>
                  <a:cubicBezTo>
                    <a:pt x="3379169" y="3756204"/>
                    <a:pt x="3441007" y="3804864"/>
                    <a:pt x="3447424" y="3836981"/>
                  </a:cubicBezTo>
                  <a:cubicBezTo>
                    <a:pt x="3453482" y="3867260"/>
                    <a:pt x="3469540" y="4053135"/>
                    <a:pt x="3465553" y="4093037"/>
                  </a:cubicBezTo>
                  <a:cubicBezTo>
                    <a:pt x="3463185" y="4116719"/>
                    <a:pt x="3466579" y="4149834"/>
                    <a:pt x="3469567" y="4179052"/>
                  </a:cubicBezTo>
                  <a:cubicBezTo>
                    <a:pt x="3471647" y="4199395"/>
                    <a:pt x="3473609" y="4218613"/>
                    <a:pt x="3473609" y="4233339"/>
                  </a:cubicBezTo>
                  <a:cubicBezTo>
                    <a:pt x="3473609" y="4237407"/>
                    <a:pt x="3475364" y="4240728"/>
                    <a:pt x="3478983" y="4243492"/>
                  </a:cubicBezTo>
                  <a:cubicBezTo>
                    <a:pt x="3501486" y="4260675"/>
                    <a:pt x="3585566" y="4249451"/>
                    <a:pt x="3626305" y="4238325"/>
                  </a:cubicBezTo>
                  <a:cubicBezTo>
                    <a:pt x="3672697" y="4225670"/>
                    <a:pt x="3883973" y="4185983"/>
                    <a:pt x="3976676" y="4185983"/>
                  </a:cubicBezTo>
                  <a:cubicBezTo>
                    <a:pt x="4028721" y="4185983"/>
                    <a:pt x="4169022" y="4198630"/>
                    <a:pt x="4292806" y="4209783"/>
                  </a:cubicBezTo>
                  <a:cubicBezTo>
                    <a:pt x="4390280" y="4218567"/>
                    <a:pt x="4474469" y="4226156"/>
                    <a:pt x="4498979" y="4226156"/>
                  </a:cubicBezTo>
                  <a:cubicBezTo>
                    <a:pt x="4527683" y="4226156"/>
                    <a:pt x="4626894" y="4230359"/>
                    <a:pt x="4722838" y="4234419"/>
                  </a:cubicBezTo>
                  <a:cubicBezTo>
                    <a:pt x="4817711" y="4238433"/>
                    <a:pt x="4907326" y="4242223"/>
                    <a:pt x="4932890" y="4242223"/>
                  </a:cubicBezTo>
                  <a:cubicBezTo>
                    <a:pt x="4984043" y="4242223"/>
                    <a:pt x="5170809" y="4215930"/>
                    <a:pt x="5207876" y="4178863"/>
                  </a:cubicBezTo>
                  <a:cubicBezTo>
                    <a:pt x="5241810" y="4144920"/>
                    <a:pt x="5317843" y="4049750"/>
                    <a:pt x="5322722" y="3988002"/>
                  </a:cubicBezTo>
                  <a:cubicBezTo>
                    <a:pt x="5326250" y="3943311"/>
                    <a:pt x="5397647" y="3835270"/>
                    <a:pt x="5455012" y="3748472"/>
                  </a:cubicBezTo>
                  <a:cubicBezTo>
                    <a:pt x="5475904" y="3716860"/>
                    <a:pt x="5495643" y="3686994"/>
                    <a:pt x="5508722" y="3665202"/>
                  </a:cubicBezTo>
                  <a:cubicBezTo>
                    <a:pt x="5556329" y="3585856"/>
                    <a:pt x="5675343" y="3281607"/>
                    <a:pt x="5705299" y="3191740"/>
                  </a:cubicBezTo>
                  <a:cubicBezTo>
                    <a:pt x="5733616" y="3106778"/>
                    <a:pt x="5833980" y="2906060"/>
                    <a:pt x="5878509" y="2845347"/>
                  </a:cubicBezTo>
                  <a:cubicBezTo>
                    <a:pt x="5923155" y="2784463"/>
                    <a:pt x="6127976" y="2682057"/>
                    <a:pt x="6205081" y="2643505"/>
                  </a:cubicBezTo>
                  <a:cubicBezTo>
                    <a:pt x="6236000" y="2628050"/>
                    <a:pt x="6305444" y="2612127"/>
                    <a:pt x="6378974" y="2595276"/>
                  </a:cubicBezTo>
                  <a:cubicBezTo>
                    <a:pt x="6473316" y="2573656"/>
                    <a:pt x="6580250" y="2549145"/>
                    <a:pt x="6593472" y="2526084"/>
                  </a:cubicBezTo>
                  <a:cubicBezTo>
                    <a:pt x="6606434" y="2503482"/>
                    <a:pt x="6597091" y="2431284"/>
                    <a:pt x="6588837" y="2367565"/>
                  </a:cubicBezTo>
                  <a:cubicBezTo>
                    <a:pt x="6582059" y="2315133"/>
                    <a:pt x="6575641" y="2265599"/>
                    <a:pt x="6581096" y="2243789"/>
                  </a:cubicBezTo>
                  <a:cubicBezTo>
                    <a:pt x="6585993" y="2224194"/>
                    <a:pt x="6621664" y="2161005"/>
                    <a:pt x="6662962" y="2087844"/>
                  </a:cubicBezTo>
                  <a:cubicBezTo>
                    <a:pt x="6719498" y="1987688"/>
                    <a:pt x="6796926" y="1850528"/>
                    <a:pt x="6790058" y="1827620"/>
                  </a:cubicBezTo>
                  <a:cubicBezTo>
                    <a:pt x="6785981" y="1814028"/>
                    <a:pt x="6768384" y="1785512"/>
                    <a:pt x="6748005" y="1752496"/>
                  </a:cubicBezTo>
                  <a:cubicBezTo>
                    <a:pt x="6707608" y="1687030"/>
                    <a:pt x="6657336" y="1605561"/>
                    <a:pt x="6657336" y="1557530"/>
                  </a:cubicBezTo>
                  <a:cubicBezTo>
                    <a:pt x="6657336" y="1547413"/>
                    <a:pt x="6657489" y="1535576"/>
                    <a:pt x="6657660" y="1522642"/>
                  </a:cubicBezTo>
                  <a:cubicBezTo>
                    <a:pt x="6658650" y="1448454"/>
                    <a:pt x="6660288" y="1324292"/>
                    <a:pt x="6631088" y="1311321"/>
                  </a:cubicBezTo>
                  <a:cubicBezTo>
                    <a:pt x="6623573" y="1307981"/>
                    <a:pt x="6610188" y="1302707"/>
                    <a:pt x="6593229" y="1296028"/>
                  </a:cubicBezTo>
                  <a:cubicBezTo>
                    <a:pt x="6526738" y="1269843"/>
                    <a:pt x="6415429" y="1225999"/>
                    <a:pt x="6381036" y="1191614"/>
                  </a:cubicBezTo>
                  <a:cubicBezTo>
                    <a:pt x="6337677" y="1148246"/>
                    <a:pt x="6159940" y="958466"/>
                    <a:pt x="6127454" y="904980"/>
                  </a:cubicBezTo>
                  <a:cubicBezTo>
                    <a:pt x="6104159" y="866626"/>
                    <a:pt x="6077309" y="802862"/>
                    <a:pt x="6055733" y="751627"/>
                  </a:cubicBezTo>
                  <a:cubicBezTo>
                    <a:pt x="6047533" y="732167"/>
                    <a:pt x="6040449" y="715362"/>
                    <a:pt x="6034868" y="703066"/>
                  </a:cubicBezTo>
                  <a:cubicBezTo>
                    <a:pt x="5981365" y="585340"/>
                    <a:pt x="5954235" y="515103"/>
                    <a:pt x="5954235" y="494329"/>
                  </a:cubicBezTo>
                  <a:cubicBezTo>
                    <a:pt x="5954235" y="481799"/>
                    <a:pt x="5945630" y="442950"/>
                    <a:pt x="5936521" y="401814"/>
                  </a:cubicBezTo>
                  <a:cubicBezTo>
                    <a:pt x="5924109" y="345800"/>
                    <a:pt x="5910040" y="282297"/>
                    <a:pt x="5910040" y="253646"/>
                  </a:cubicBezTo>
                  <a:cubicBezTo>
                    <a:pt x="5910040" y="204014"/>
                    <a:pt x="5925963" y="4907"/>
                    <a:pt x="5926125" y="2900"/>
                  </a:cubicBezTo>
                  <a:cubicBezTo>
                    <a:pt x="5926260" y="1163"/>
                    <a:pt x="5927880" y="-52"/>
                    <a:pt x="5929528" y="2"/>
                  </a:cubicBezTo>
                  <a:cubicBezTo>
                    <a:pt x="5931264" y="137"/>
                    <a:pt x="5932561" y="1658"/>
                    <a:pt x="5932426" y="3404"/>
                  </a:cubicBezTo>
                  <a:cubicBezTo>
                    <a:pt x="5932264" y="5402"/>
                    <a:pt x="5916368" y="204257"/>
                    <a:pt x="5916368" y="253646"/>
                  </a:cubicBezTo>
                  <a:cubicBezTo>
                    <a:pt x="5916368" y="281613"/>
                    <a:pt x="5930356" y="344747"/>
                    <a:pt x="5942696" y="400446"/>
                  </a:cubicBezTo>
                  <a:cubicBezTo>
                    <a:pt x="5952282" y="443724"/>
                    <a:pt x="5960572" y="481106"/>
                    <a:pt x="5960572" y="494329"/>
                  </a:cubicBezTo>
                  <a:cubicBezTo>
                    <a:pt x="5960572" y="507551"/>
                    <a:pt x="5974461" y="554844"/>
                    <a:pt x="6040638" y="700447"/>
                  </a:cubicBezTo>
                  <a:cubicBezTo>
                    <a:pt x="6046264" y="712823"/>
                    <a:pt x="6053357" y="729665"/>
                    <a:pt x="6061575" y="749179"/>
                  </a:cubicBezTo>
                  <a:cubicBezTo>
                    <a:pt x="6081945" y="797524"/>
                    <a:pt x="6109830" y="863746"/>
                    <a:pt x="6132882" y="901695"/>
                  </a:cubicBezTo>
                  <a:cubicBezTo>
                    <a:pt x="6165106" y="954766"/>
                    <a:pt x="6342286" y="1143899"/>
                    <a:pt x="6385527" y="1187141"/>
                  </a:cubicBezTo>
                  <a:cubicBezTo>
                    <a:pt x="6418994" y="1220598"/>
                    <a:pt x="6533858" y="1265838"/>
                    <a:pt x="6595579" y="1290150"/>
                  </a:cubicBezTo>
                  <a:cubicBezTo>
                    <a:pt x="6612591" y="1296856"/>
                    <a:pt x="6626039" y="1302149"/>
                    <a:pt x="6633681" y="1305542"/>
                  </a:cubicBezTo>
                  <a:cubicBezTo>
                    <a:pt x="6664168" y="1319098"/>
                    <a:pt x="6665419" y="1416005"/>
                    <a:pt x="6664006" y="1522732"/>
                  </a:cubicBezTo>
                  <a:cubicBezTo>
                    <a:pt x="6663835" y="1535630"/>
                    <a:pt x="6663682" y="1547440"/>
                    <a:pt x="6663682" y="1557530"/>
                  </a:cubicBezTo>
                  <a:cubicBezTo>
                    <a:pt x="6663682" y="1603769"/>
                    <a:pt x="6715546" y="1687813"/>
                    <a:pt x="6753415" y="1749174"/>
                  </a:cubicBezTo>
                  <a:cubicBezTo>
                    <a:pt x="6774873" y="1783946"/>
                    <a:pt x="6791823" y="1811409"/>
                    <a:pt x="6796134" y="1825801"/>
                  </a:cubicBezTo>
                  <a:cubicBezTo>
                    <a:pt x="6803227" y="1849457"/>
                    <a:pt x="6747708" y="1950612"/>
                    <a:pt x="6668497" y="2090940"/>
                  </a:cubicBezTo>
                  <a:cubicBezTo>
                    <a:pt x="6629126" y="2160682"/>
                    <a:pt x="6591951" y="2226552"/>
                    <a:pt x="6587262" y="2245319"/>
                  </a:cubicBezTo>
                  <a:cubicBezTo>
                    <a:pt x="6582095" y="2265968"/>
                    <a:pt x="6588432" y="2314926"/>
                    <a:pt x="6595147" y="2366755"/>
                  </a:cubicBezTo>
                  <a:cubicBezTo>
                    <a:pt x="6603932" y="2434614"/>
                    <a:pt x="6613014" y="2504778"/>
                    <a:pt x="6598990" y="2529226"/>
                  </a:cubicBezTo>
                  <a:cubicBezTo>
                    <a:pt x="6584390" y="2554681"/>
                    <a:pt x="6485314" y="2577391"/>
                    <a:pt x="6380423" y="2601433"/>
                  </a:cubicBezTo>
                  <a:cubicBezTo>
                    <a:pt x="6307271" y="2618202"/>
                    <a:pt x="6238178" y="2634036"/>
                    <a:pt x="6207943" y="2649158"/>
                  </a:cubicBezTo>
                  <a:cubicBezTo>
                    <a:pt x="6138553" y="2683857"/>
                    <a:pt x="5927385" y="2789441"/>
                    <a:pt x="5883648" y="2849083"/>
                  </a:cubicBezTo>
                  <a:cubicBezTo>
                    <a:pt x="5839372" y="2909463"/>
                    <a:pt x="5739531" y="3109163"/>
                    <a:pt x="5711339" y="3193729"/>
                  </a:cubicBezTo>
                  <a:cubicBezTo>
                    <a:pt x="5681320" y="3283777"/>
                    <a:pt x="5561982" y="3588782"/>
                    <a:pt x="5514186" y="3668442"/>
                  </a:cubicBezTo>
                  <a:cubicBezTo>
                    <a:pt x="5501044" y="3690360"/>
                    <a:pt x="5481269" y="3720271"/>
                    <a:pt x="5460332" y="3751955"/>
                  </a:cubicBezTo>
                  <a:cubicBezTo>
                    <a:pt x="5403363" y="3838151"/>
                    <a:pt x="5332470" y="3945427"/>
                    <a:pt x="5329059" y="3988488"/>
                  </a:cubicBezTo>
                  <a:cubicBezTo>
                    <a:pt x="5324045" y="4051973"/>
                    <a:pt x="5246833" y="4148871"/>
                    <a:pt x="5212385" y="4183319"/>
                  </a:cubicBezTo>
                  <a:cubicBezTo>
                    <a:pt x="5173509" y="4222195"/>
                    <a:pt x="4986339" y="4248524"/>
                    <a:pt x="4932926" y="4248524"/>
                  </a:cubicBezTo>
                  <a:cubicBezTo>
                    <a:pt x="4907218" y="4248524"/>
                    <a:pt x="4817548" y="4244725"/>
                    <a:pt x="4722604" y="4240710"/>
                  </a:cubicBezTo>
                  <a:cubicBezTo>
                    <a:pt x="4626723" y="4236651"/>
                    <a:pt x="4527584" y="4232456"/>
                    <a:pt x="4499015" y="4232456"/>
                  </a:cubicBezTo>
                  <a:cubicBezTo>
                    <a:pt x="4474216" y="4232456"/>
                    <a:pt x="4389902" y="4224860"/>
                    <a:pt x="4292275" y="4216056"/>
                  </a:cubicBezTo>
                  <a:cubicBezTo>
                    <a:pt x="4168626" y="4204913"/>
                    <a:pt x="4028478" y="4192275"/>
                    <a:pt x="3976712" y="4192275"/>
                  </a:cubicBezTo>
                  <a:cubicBezTo>
                    <a:pt x="3886268" y="4192275"/>
                    <a:pt x="3672778" y="4232177"/>
                    <a:pt x="3628006" y="4244392"/>
                  </a:cubicBezTo>
                  <a:cubicBezTo>
                    <a:pt x="3596880" y="4252871"/>
                    <a:pt x="3502854" y="4269613"/>
                    <a:pt x="3475175" y="4248488"/>
                  </a:cubicBezTo>
                  <a:cubicBezTo>
                    <a:pt x="3469963" y="4244500"/>
                    <a:pt x="3467317" y="4239396"/>
                    <a:pt x="3467317" y="4233312"/>
                  </a:cubicBezTo>
                  <a:cubicBezTo>
                    <a:pt x="3467317" y="4218910"/>
                    <a:pt x="3465364" y="4199845"/>
                    <a:pt x="3463303" y="4179664"/>
                  </a:cubicBezTo>
                  <a:cubicBezTo>
                    <a:pt x="3460287" y="4150150"/>
                    <a:pt x="3456867" y="4116692"/>
                    <a:pt x="3459297" y="4092380"/>
                  </a:cubicBezTo>
                  <a:cubicBezTo>
                    <a:pt x="3463249" y="4052829"/>
                    <a:pt x="3447280" y="3868278"/>
                    <a:pt x="3441259" y="3838187"/>
                  </a:cubicBezTo>
                  <a:cubicBezTo>
                    <a:pt x="3435669" y="3810220"/>
                    <a:pt x="3377728" y="3762802"/>
                    <a:pt x="3340157" y="3737751"/>
                  </a:cubicBezTo>
                  <a:cubicBezTo>
                    <a:pt x="3304639" y="3714069"/>
                    <a:pt x="3116811" y="3649891"/>
                    <a:pt x="3060671" y="3649891"/>
                  </a:cubicBezTo>
                  <a:cubicBezTo>
                    <a:pt x="3047709" y="3649891"/>
                    <a:pt x="3021227" y="3650962"/>
                    <a:pt x="2987689" y="3652321"/>
                  </a:cubicBezTo>
                  <a:cubicBezTo>
                    <a:pt x="2836163" y="3658460"/>
                    <a:pt x="2686717" y="3662933"/>
                    <a:pt x="2668723" y="3644949"/>
                  </a:cubicBezTo>
                  <a:cubicBezTo>
                    <a:pt x="2655897" y="3632122"/>
                    <a:pt x="2667724" y="3579439"/>
                    <a:pt x="2688733" y="3494207"/>
                  </a:cubicBezTo>
                  <a:cubicBezTo>
                    <a:pt x="2703900" y="3432656"/>
                    <a:pt x="2719580" y="3369009"/>
                    <a:pt x="2712217" y="3350593"/>
                  </a:cubicBezTo>
                  <a:cubicBezTo>
                    <a:pt x="2696978" y="3312491"/>
                    <a:pt x="2510924" y="3214207"/>
                    <a:pt x="2466782" y="3195646"/>
                  </a:cubicBezTo>
                  <a:cubicBezTo>
                    <a:pt x="2425574" y="3178319"/>
                    <a:pt x="2179824" y="3091439"/>
                    <a:pt x="2124548" y="3091439"/>
                  </a:cubicBezTo>
                  <a:cubicBezTo>
                    <a:pt x="2114844" y="3091439"/>
                    <a:pt x="2099894" y="3091196"/>
                    <a:pt x="2081576" y="3090909"/>
                  </a:cubicBezTo>
                  <a:cubicBezTo>
                    <a:pt x="1993328" y="3089504"/>
                    <a:pt x="1829066" y="3086876"/>
                    <a:pt x="1796509" y="3103159"/>
                  </a:cubicBezTo>
                  <a:cubicBezTo>
                    <a:pt x="1770450" y="3116184"/>
                    <a:pt x="1610040" y="3166176"/>
                    <a:pt x="1492908" y="3202676"/>
                  </a:cubicBezTo>
                  <a:cubicBezTo>
                    <a:pt x="1426308" y="3223433"/>
                    <a:pt x="1373696" y="3239824"/>
                    <a:pt x="1362319" y="3244199"/>
                  </a:cubicBezTo>
                  <a:cubicBezTo>
                    <a:pt x="1327538" y="3257583"/>
                    <a:pt x="1136002" y="3201038"/>
                    <a:pt x="1117883" y="3182919"/>
                  </a:cubicBezTo>
                  <a:cubicBezTo>
                    <a:pt x="1101032" y="3166068"/>
                    <a:pt x="983045" y="3143673"/>
                    <a:pt x="939317" y="3143673"/>
                  </a:cubicBezTo>
                  <a:cubicBezTo>
                    <a:pt x="895589" y="3143673"/>
                    <a:pt x="676249" y="3211488"/>
                    <a:pt x="644240" y="3243488"/>
                  </a:cubicBezTo>
                  <a:cubicBezTo>
                    <a:pt x="634780" y="3252948"/>
                    <a:pt x="619145" y="3266207"/>
                    <a:pt x="601044" y="3281571"/>
                  </a:cubicBezTo>
                  <a:cubicBezTo>
                    <a:pt x="559206" y="3317063"/>
                    <a:pt x="501914" y="3365661"/>
                    <a:pt x="496441" y="3390297"/>
                  </a:cubicBezTo>
                  <a:cubicBezTo>
                    <a:pt x="492679" y="3407246"/>
                    <a:pt x="480113" y="3445339"/>
                    <a:pt x="466809" y="3485664"/>
                  </a:cubicBezTo>
                  <a:cubicBezTo>
                    <a:pt x="451687" y="3531507"/>
                    <a:pt x="434558" y="3583462"/>
                    <a:pt x="428131" y="3611285"/>
                  </a:cubicBezTo>
                  <a:cubicBezTo>
                    <a:pt x="378346" y="3827043"/>
                    <a:pt x="365735" y="3898342"/>
                    <a:pt x="363917" y="3920196"/>
                  </a:cubicBezTo>
                  <a:cubicBezTo>
                    <a:pt x="360253" y="3964104"/>
                    <a:pt x="417159" y="4028102"/>
                    <a:pt x="451399" y="4062343"/>
                  </a:cubicBezTo>
                  <a:cubicBezTo>
                    <a:pt x="477124" y="4088068"/>
                    <a:pt x="594644" y="4153930"/>
                    <a:pt x="634591" y="4161923"/>
                  </a:cubicBezTo>
                  <a:cubicBezTo>
                    <a:pt x="644609" y="4163930"/>
                    <a:pt x="652639" y="4170645"/>
                    <a:pt x="658453" y="4181879"/>
                  </a:cubicBezTo>
                  <a:cubicBezTo>
                    <a:pt x="675366" y="4214553"/>
                    <a:pt x="668751" y="4276355"/>
                    <a:pt x="656950" y="4302909"/>
                  </a:cubicBezTo>
                  <a:cubicBezTo>
                    <a:pt x="643547" y="4333063"/>
                    <a:pt x="572609" y="4401598"/>
                    <a:pt x="530231" y="4442553"/>
                  </a:cubicBezTo>
                  <a:cubicBezTo>
                    <a:pt x="520951" y="4451518"/>
                    <a:pt x="513102" y="4459106"/>
                    <a:pt x="507638" y="4464570"/>
                  </a:cubicBezTo>
                  <a:cubicBezTo>
                    <a:pt x="475396" y="4496812"/>
                    <a:pt x="363377" y="4546094"/>
                    <a:pt x="300971" y="4555491"/>
                  </a:cubicBezTo>
                  <a:cubicBezTo>
                    <a:pt x="293743" y="4556580"/>
                    <a:pt x="284472" y="4557066"/>
                    <a:pt x="273689" y="45570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9"/>
            <p:cNvSpPr/>
            <p:nvPr/>
          </p:nvSpPr>
          <p:spPr>
            <a:xfrm flipH="1">
              <a:off x="7003826" y="-678418"/>
              <a:ext cx="5937721" cy="3690525"/>
            </a:xfrm>
            <a:custGeom>
              <a:avLst/>
              <a:gdLst/>
              <a:ahLst/>
              <a:cxnLst/>
              <a:rect l="l" t="t" r="r" b="b"/>
              <a:pathLst>
                <a:path w="5937721" h="3690525" extrusionOk="0">
                  <a:moveTo>
                    <a:pt x="3156" y="3690526"/>
                  </a:moveTo>
                  <a:cubicBezTo>
                    <a:pt x="2535" y="3690526"/>
                    <a:pt x="1896" y="3690337"/>
                    <a:pt x="1338" y="3689950"/>
                  </a:cubicBezTo>
                  <a:cubicBezTo>
                    <a:pt x="-85" y="3688941"/>
                    <a:pt x="-427" y="3686979"/>
                    <a:pt x="573" y="3685539"/>
                  </a:cubicBezTo>
                  <a:cubicBezTo>
                    <a:pt x="2094" y="3683370"/>
                    <a:pt x="153359" y="3468233"/>
                    <a:pt x="177068" y="3416854"/>
                  </a:cubicBezTo>
                  <a:cubicBezTo>
                    <a:pt x="202856" y="3360966"/>
                    <a:pt x="264037" y="3297480"/>
                    <a:pt x="282166" y="3279343"/>
                  </a:cubicBezTo>
                  <a:cubicBezTo>
                    <a:pt x="306865" y="3254644"/>
                    <a:pt x="458976" y="3210565"/>
                    <a:pt x="508626" y="3198152"/>
                  </a:cubicBezTo>
                  <a:cubicBezTo>
                    <a:pt x="526431" y="3193706"/>
                    <a:pt x="563848" y="3187522"/>
                    <a:pt x="607171" y="3180375"/>
                  </a:cubicBezTo>
                  <a:cubicBezTo>
                    <a:pt x="684662" y="3167584"/>
                    <a:pt x="781101" y="3151670"/>
                    <a:pt x="841976" y="3133902"/>
                  </a:cubicBezTo>
                  <a:cubicBezTo>
                    <a:pt x="936686" y="3106277"/>
                    <a:pt x="1034619" y="3077716"/>
                    <a:pt x="1070867" y="3065637"/>
                  </a:cubicBezTo>
                  <a:cubicBezTo>
                    <a:pt x="1109527" y="3052747"/>
                    <a:pt x="1255967" y="3001071"/>
                    <a:pt x="1287147" y="2981593"/>
                  </a:cubicBezTo>
                  <a:cubicBezTo>
                    <a:pt x="1305672" y="2970008"/>
                    <a:pt x="1335664" y="2980072"/>
                    <a:pt x="1373622" y="2992808"/>
                  </a:cubicBezTo>
                  <a:cubicBezTo>
                    <a:pt x="1405225" y="3003412"/>
                    <a:pt x="1441041" y="3015428"/>
                    <a:pt x="1477811" y="3017274"/>
                  </a:cubicBezTo>
                  <a:cubicBezTo>
                    <a:pt x="1517470" y="3019254"/>
                    <a:pt x="1611487" y="3029020"/>
                    <a:pt x="1702408" y="3038453"/>
                  </a:cubicBezTo>
                  <a:cubicBezTo>
                    <a:pt x="1796452" y="3048220"/>
                    <a:pt x="1885285" y="3057446"/>
                    <a:pt x="1907545" y="3057446"/>
                  </a:cubicBezTo>
                  <a:cubicBezTo>
                    <a:pt x="1935277" y="3057446"/>
                    <a:pt x="1991706" y="3041442"/>
                    <a:pt x="2041491" y="3027328"/>
                  </a:cubicBezTo>
                  <a:cubicBezTo>
                    <a:pt x="2070043" y="3019227"/>
                    <a:pt x="2094715" y="3012233"/>
                    <a:pt x="2110306" y="3009298"/>
                  </a:cubicBezTo>
                  <a:cubicBezTo>
                    <a:pt x="2152359" y="3001368"/>
                    <a:pt x="2250985" y="2921636"/>
                    <a:pt x="2303066" y="2869546"/>
                  </a:cubicBezTo>
                  <a:cubicBezTo>
                    <a:pt x="2309862" y="2862750"/>
                    <a:pt x="2317540" y="2854937"/>
                    <a:pt x="2325893" y="2846431"/>
                  </a:cubicBezTo>
                  <a:cubicBezTo>
                    <a:pt x="2382717" y="2788599"/>
                    <a:pt x="2468588" y="2701197"/>
                    <a:pt x="2525161" y="2679990"/>
                  </a:cubicBezTo>
                  <a:cubicBezTo>
                    <a:pt x="2585352" y="2657415"/>
                    <a:pt x="3050218" y="2622410"/>
                    <a:pt x="3105953" y="2643841"/>
                  </a:cubicBezTo>
                  <a:cubicBezTo>
                    <a:pt x="3163462" y="2665957"/>
                    <a:pt x="3154542" y="2721306"/>
                    <a:pt x="3148034" y="2744079"/>
                  </a:cubicBezTo>
                  <a:cubicBezTo>
                    <a:pt x="3143173" y="2761109"/>
                    <a:pt x="3108429" y="2806160"/>
                    <a:pt x="3074836" y="2849734"/>
                  </a:cubicBezTo>
                  <a:cubicBezTo>
                    <a:pt x="3051289" y="2880266"/>
                    <a:pt x="3029047" y="2909115"/>
                    <a:pt x="3019137" y="2925633"/>
                  </a:cubicBezTo>
                  <a:cubicBezTo>
                    <a:pt x="2996022" y="2964176"/>
                    <a:pt x="2971350" y="3056168"/>
                    <a:pt x="2975391" y="3112614"/>
                  </a:cubicBezTo>
                  <a:cubicBezTo>
                    <a:pt x="2979541" y="3170681"/>
                    <a:pt x="3129005" y="3370831"/>
                    <a:pt x="3181158" y="3370831"/>
                  </a:cubicBezTo>
                  <a:lnTo>
                    <a:pt x="3434271" y="3370831"/>
                  </a:lnTo>
                  <a:cubicBezTo>
                    <a:pt x="3511006" y="3370831"/>
                    <a:pt x="3631334" y="3461608"/>
                    <a:pt x="3683820" y="3526695"/>
                  </a:cubicBezTo>
                  <a:cubicBezTo>
                    <a:pt x="3737323" y="3593034"/>
                    <a:pt x="3797991" y="3638058"/>
                    <a:pt x="3869271" y="3664324"/>
                  </a:cubicBezTo>
                  <a:cubicBezTo>
                    <a:pt x="3944899" y="3692164"/>
                    <a:pt x="4272488" y="3639462"/>
                    <a:pt x="4454150" y="3603926"/>
                  </a:cubicBezTo>
                  <a:cubicBezTo>
                    <a:pt x="4589834" y="3577345"/>
                    <a:pt x="4774421" y="3602800"/>
                    <a:pt x="4884704" y="3617994"/>
                  </a:cubicBezTo>
                  <a:cubicBezTo>
                    <a:pt x="4925137" y="3623566"/>
                    <a:pt x="4957073" y="3627968"/>
                    <a:pt x="4973041" y="3627968"/>
                  </a:cubicBezTo>
                  <a:cubicBezTo>
                    <a:pt x="5034195" y="3627968"/>
                    <a:pt x="5142417" y="3603187"/>
                    <a:pt x="5195713" y="3576985"/>
                  </a:cubicBezTo>
                  <a:cubicBezTo>
                    <a:pt x="5250611" y="3549991"/>
                    <a:pt x="5308191" y="3463732"/>
                    <a:pt x="5323664" y="3425054"/>
                  </a:cubicBezTo>
                  <a:cubicBezTo>
                    <a:pt x="5329182" y="3411255"/>
                    <a:pt x="5333305" y="3380102"/>
                    <a:pt x="5338534" y="3340659"/>
                  </a:cubicBezTo>
                  <a:cubicBezTo>
                    <a:pt x="5348337" y="3266651"/>
                    <a:pt x="5361758" y="3165289"/>
                    <a:pt x="5395746" y="3086835"/>
                  </a:cubicBezTo>
                  <a:cubicBezTo>
                    <a:pt x="5450374" y="2960782"/>
                    <a:pt x="5463228" y="2835216"/>
                    <a:pt x="5452057" y="2771883"/>
                  </a:cubicBezTo>
                  <a:cubicBezTo>
                    <a:pt x="5445352" y="2733871"/>
                    <a:pt x="5416062" y="2691107"/>
                    <a:pt x="5390210" y="2653374"/>
                  </a:cubicBezTo>
                  <a:cubicBezTo>
                    <a:pt x="5370462" y="2624552"/>
                    <a:pt x="5353413" y="2599646"/>
                    <a:pt x="5351577" y="2583443"/>
                  </a:cubicBezTo>
                  <a:cubicBezTo>
                    <a:pt x="5348805" y="2558924"/>
                    <a:pt x="5399661" y="2522362"/>
                    <a:pt x="5453498" y="2483638"/>
                  </a:cubicBezTo>
                  <a:cubicBezTo>
                    <a:pt x="5482256" y="2462963"/>
                    <a:pt x="5509413" y="2443430"/>
                    <a:pt x="5525246" y="2427597"/>
                  </a:cubicBezTo>
                  <a:cubicBezTo>
                    <a:pt x="5556417" y="2396426"/>
                    <a:pt x="5565184" y="2335929"/>
                    <a:pt x="5573654" y="2277421"/>
                  </a:cubicBezTo>
                  <a:cubicBezTo>
                    <a:pt x="5577003" y="2254270"/>
                    <a:pt x="5580171" y="2232406"/>
                    <a:pt x="5584663" y="2212199"/>
                  </a:cubicBezTo>
                  <a:cubicBezTo>
                    <a:pt x="5597490" y="2154501"/>
                    <a:pt x="5594879" y="2025235"/>
                    <a:pt x="5593313" y="1948014"/>
                  </a:cubicBezTo>
                  <a:cubicBezTo>
                    <a:pt x="5592935" y="1929274"/>
                    <a:pt x="5592620" y="1913819"/>
                    <a:pt x="5592620" y="1903512"/>
                  </a:cubicBezTo>
                  <a:cubicBezTo>
                    <a:pt x="5592620" y="1872575"/>
                    <a:pt x="5607886" y="1830468"/>
                    <a:pt x="5622648" y="1789746"/>
                  </a:cubicBezTo>
                  <a:cubicBezTo>
                    <a:pt x="5633116" y="1760871"/>
                    <a:pt x="5643935" y="1731005"/>
                    <a:pt x="5648931" y="1706035"/>
                  </a:cubicBezTo>
                  <a:cubicBezTo>
                    <a:pt x="5651407" y="1693659"/>
                    <a:pt x="5655403" y="1673991"/>
                    <a:pt x="5660273" y="1650075"/>
                  </a:cubicBezTo>
                  <a:cubicBezTo>
                    <a:pt x="5679184" y="1557129"/>
                    <a:pt x="5710832" y="1401561"/>
                    <a:pt x="5717205" y="1358095"/>
                  </a:cubicBezTo>
                  <a:cubicBezTo>
                    <a:pt x="5725027" y="1304772"/>
                    <a:pt x="5782230" y="1193337"/>
                    <a:pt x="5862178" y="1041730"/>
                  </a:cubicBezTo>
                  <a:cubicBezTo>
                    <a:pt x="5942325" y="889754"/>
                    <a:pt x="5931604" y="703223"/>
                    <a:pt x="5930119" y="682457"/>
                  </a:cubicBezTo>
                  <a:cubicBezTo>
                    <a:pt x="5925987" y="624696"/>
                    <a:pt x="5893268" y="526061"/>
                    <a:pt x="5870774" y="503576"/>
                  </a:cubicBezTo>
                  <a:cubicBezTo>
                    <a:pt x="5846975" y="479777"/>
                    <a:pt x="5767486" y="436077"/>
                    <a:pt x="5739924" y="431639"/>
                  </a:cubicBezTo>
                  <a:cubicBezTo>
                    <a:pt x="5722030" y="428759"/>
                    <a:pt x="5722111" y="392529"/>
                    <a:pt x="5722210" y="346668"/>
                  </a:cubicBezTo>
                  <a:cubicBezTo>
                    <a:pt x="5722282" y="311914"/>
                    <a:pt x="5722372" y="272516"/>
                    <a:pt x="5713371" y="248897"/>
                  </a:cubicBezTo>
                  <a:cubicBezTo>
                    <a:pt x="5693289" y="196222"/>
                    <a:pt x="5696520" y="69324"/>
                    <a:pt x="5713254" y="2391"/>
                  </a:cubicBezTo>
                  <a:cubicBezTo>
                    <a:pt x="5713676" y="689"/>
                    <a:pt x="5715423" y="-310"/>
                    <a:pt x="5717088" y="86"/>
                  </a:cubicBezTo>
                  <a:cubicBezTo>
                    <a:pt x="5718789" y="509"/>
                    <a:pt x="5719806" y="2229"/>
                    <a:pt x="5719392" y="3921"/>
                  </a:cubicBezTo>
                  <a:cubicBezTo>
                    <a:pt x="5703217" y="68612"/>
                    <a:pt x="5699923" y="195871"/>
                    <a:pt x="5719275" y="246656"/>
                  </a:cubicBezTo>
                  <a:cubicBezTo>
                    <a:pt x="5728699" y="271373"/>
                    <a:pt x="5728610" y="311383"/>
                    <a:pt x="5728538" y="346686"/>
                  </a:cubicBezTo>
                  <a:cubicBezTo>
                    <a:pt x="5728457" y="384392"/>
                    <a:pt x="5728367" y="423385"/>
                    <a:pt x="5740932" y="425410"/>
                  </a:cubicBezTo>
                  <a:cubicBezTo>
                    <a:pt x="5769970" y="430082"/>
                    <a:pt x="5850305" y="474179"/>
                    <a:pt x="5875248" y="499121"/>
                  </a:cubicBezTo>
                  <a:cubicBezTo>
                    <a:pt x="5900946" y="524819"/>
                    <a:pt x="5932505" y="627199"/>
                    <a:pt x="5936429" y="682016"/>
                  </a:cubicBezTo>
                  <a:cubicBezTo>
                    <a:pt x="5937932" y="702971"/>
                    <a:pt x="5948733" y="891158"/>
                    <a:pt x="5867777" y="1044692"/>
                  </a:cubicBezTo>
                  <a:cubicBezTo>
                    <a:pt x="5804013" y="1165604"/>
                    <a:pt x="5731733" y="1302647"/>
                    <a:pt x="5723470" y="1359013"/>
                  </a:cubicBezTo>
                  <a:cubicBezTo>
                    <a:pt x="5717070" y="1402659"/>
                    <a:pt x="5685395" y="1558326"/>
                    <a:pt x="5666474" y="1651344"/>
                  </a:cubicBezTo>
                  <a:cubicBezTo>
                    <a:pt x="5661614" y="1675251"/>
                    <a:pt x="5657608" y="1694910"/>
                    <a:pt x="5655142" y="1707278"/>
                  </a:cubicBezTo>
                  <a:cubicBezTo>
                    <a:pt x="5650047" y="1732724"/>
                    <a:pt x="5639147" y="1762815"/>
                    <a:pt x="5628607" y="1791907"/>
                  </a:cubicBezTo>
                  <a:cubicBezTo>
                    <a:pt x="5614034" y="1832115"/>
                    <a:pt x="5598957" y="1873691"/>
                    <a:pt x="5598957" y="1903521"/>
                  </a:cubicBezTo>
                  <a:cubicBezTo>
                    <a:pt x="5598957" y="1913801"/>
                    <a:pt x="5599272" y="1929211"/>
                    <a:pt x="5599650" y="1947897"/>
                  </a:cubicBezTo>
                  <a:cubicBezTo>
                    <a:pt x="5601207" y="2025406"/>
                    <a:pt x="5603835" y="2155140"/>
                    <a:pt x="5590846" y="2213576"/>
                  </a:cubicBezTo>
                  <a:cubicBezTo>
                    <a:pt x="5586400" y="2233559"/>
                    <a:pt x="5583259" y="2255306"/>
                    <a:pt x="5579919" y="2278339"/>
                  </a:cubicBezTo>
                  <a:cubicBezTo>
                    <a:pt x="5571296" y="2337864"/>
                    <a:pt x="5562376" y="2399423"/>
                    <a:pt x="5529720" y="2432080"/>
                  </a:cubicBezTo>
                  <a:cubicBezTo>
                    <a:pt x="5513526" y="2448273"/>
                    <a:pt x="5486163" y="2467949"/>
                    <a:pt x="5457188" y="2488787"/>
                  </a:cubicBezTo>
                  <a:cubicBezTo>
                    <a:pt x="5409536" y="2523064"/>
                    <a:pt x="5355511" y="2561913"/>
                    <a:pt x="5357869" y="2582751"/>
                  </a:cubicBezTo>
                  <a:cubicBezTo>
                    <a:pt x="5359525" y="2597386"/>
                    <a:pt x="5376159" y="2621690"/>
                    <a:pt x="5395431" y="2649818"/>
                  </a:cubicBezTo>
                  <a:cubicBezTo>
                    <a:pt x="5421633" y="2688073"/>
                    <a:pt x="5451337" y="2731432"/>
                    <a:pt x="5458277" y="2770794"/>
                  </a:cubicBezTo>
                  <a:cubicBezTo>
                    <a:pt x="5469610" y="2835026"/>
                    <a:pt x="5456693" y="2962114"/>
                    <a:pt x="5401552" y="3089364"/>
                  </a:cubicBezTo>
                  <a:cubicBezTo>
                    <a:pt x="5367905" y="3166999"/>
                    <a:pt x="5354547" y="3267857"/>
                    <a:pt x="5344799" y="3341496"/>
                  </a:cubicBezTo>
                  <a:cubicBezTo>
                    <a:pt x="5339516" y="3381371"/>
                    <a:pt x="5335348" y="3412876"/>
                    <a:pt x="5329533" y="3427403"/>
                  </a:cubicBezTo>
                  <a:cubicBezTo>
                    <a:pt x="5313754" y="3466865"/>
                    <a:pt x="5254841" y="3554968"/>
                    <a:pt x="5198512" y="3582656"/>
                  </a:cubicBezTo>
                  <a:cubicBezTo>
                    <a:pt x="5144532" y="3609200"/>
                    <a:pt x="5034969" y="3634295"/>
                    <a:pt x="4973050" y="3634295"/>
                  </a:cubicBezTo>
                  <a:cubicBezTo>
                    <a:pt x="4956650" y="3634295"/>
                    <a:pt x="4924525" y="3629867"/>
                    <a:pt x="4883849" y="3624268"/>
                  </a:cubicBezTo>
                  <a:cubicBezTo>
                    <a:pt x="4773971" y="3609119"/>
                    <a:pt x="4590041" y="3583790"/>
                    <a:pt x="4455365" y="3610136"/>
                  </a:cubicBezTo>
                  <a:cubicBezTo>
                    <a:pt x="4405121" y="3619957"/>
                    <a:pt x="3961767" y="3705153"/>
                    <a:pt x="3867093" y="3670255"/>
                  </a:cubicBezTo>
                  <a:cubicBezTo>
                    <a:pt x="3794706" y="3643585"/>
                    <a:pt x="3733147" y="3597931"/>
                    <a:pt x="3678896" y="3530665"/>
                  </a:cubicBezTo>
                  <a:cubicBezTo>
                    <a:pt x="3628418" y="3468080"/>
                    <a:pt x="3508027" y="3377159"/>
                    <a:pt x="3434271" y="3377159"/>
                  </a:cubicBezTo>
                  <a:lnTo>
                    <a:pt x="3181158" y="3377159"/>
                  </a:lnTo>
                  <a:cubicBezTo>
                    <a:pt x="3121489" y="3377159"/>
                    <a:pt x="2973051" y="3168511"/>
                    <a:pt x="2969090" y="3113073"/>
                  </a:cubicBezTo>
                  <a:cubicBezTo>
                    <a:pt x="2964977" y="3055529"/>
                    <a:pt x="2990144" y="2961700"/>
                    <a:pt x="3013727" y="2922392"/>
                  </a:cubicBezTo>
                  <a:cubicBezTo>
                    <a:pt x="3023826" y="2905560"/>
                    <a:pt x="3046176" y="2876567"/>
                    <a:pt x="3069841" y="2845882"/>
                  </a:cubicBezTo>
                  <a:cubicBezTo>
                    <a:pt x="3101525" y="2804792"/>
                    <a:pt x="3137439" y="2758220"/>
                    <a:pt x="3141967" y="2742341"/>
                  </a:cubicBezTo>
                  <a:cubicBezTo>
                    <a:pt x="3149456" y="2716139"/>
                    <a:pt x="3154443" y="2669252"/>
                    <a:pt x="3103685" y="2649737"/>
                  </a:cubicBezTo>
                  <a:cubicBezTo>
                    <a:pt x="3054998" y="2631015"/>
                    <a:pt x="2597179" y="2659737"/>
                    <a:pt x="2527384" y="2685904"/>
                  </a:cubicBezTo>
                  <a:cubicBezTo>
                    <a:pt x="2472117" y="2706625"/>
                    <a:pt x="2386831" y="2793423"/>
                    <a:pt x="2330403" y="2850860"/>
                  </a:cubicBezTo>
                  <a:cubicBezTo>
                    <a:pt x="2322031" y="2859384"/>
                    <a:pt x="2314335" y="2867206"/>
                    <a:pt x="2307530" y="2874011"/>
                  </a:cubicBezTo>
                  <a:cubicBezTo>
                    <a:pt x="2254883" y="2926659"/>
                    <a:pt x="2154762" y="3007345"/>
                    <a:pt x="2111476" y="3015500"/>
                  </a:cubicBezTo>
                  <a:cubicBezTo>
                    <a:pt x="2096156" y="3018390"/>
                    <a:pt x="2070439" y="3025681"/>
                    <a:pt x="2043211" y="3033404"/>
                  </a:cubicBezTo>
                  <a:cubicBezTo>
                    <a:pt x="1993029" y="3047635"/>
                    <a:pt x="1936160" y="3063765"/>
                    <a:pt x="1907545" y="3063765"/>
                  </a:cubicBezTo>
                  <a:cubicBezTo>
                    <a:pt x="1884961" y="3063765"/>
                    <a:pt x="1795966" y="3054529"/>
                    <a:pt x="1701760" y="3044745"/>
                  </a:cubicBezTo>
                  <a:cubicBezTo>
                    <a:pt x="1610920" y="3035312"/>
                    <a:pt x="1517002" y="3025555"/>
                    <a:pt x="1477504" y="3023583"/>
                  </a:cubicBezTo>
                  <a:cubicBezTo>
                    <a:pt x="1439871" y="3021702"/>
                    <a:pt x="1403614" y="3009541"/>
                    <a:pt x="1371624" y="2998803"/>
                  </a:cubicBezTo>
                  <a:cubicBezTo>
                    <a:pt x="1336690" y="2987093"/>
                    <a:pt x="1306527" y="2976966"/>
                    <a:pt x="1290505" y="2986948"/>
                  </a:cubicBezTo>
                  <a:cubicBezTo>
                    <a:pt x="1256552" y="3008173"/>
                    <a:pt x="1100229" y="3062514"/>
                    <a:pt x="1072883" y="3071641"/>
                  </a:cubicBezTo>
                  <a:cubicBezTo>
                    <a:pt x="1036519" y="3083765"/>
                    <a:pt x="938532" y="3112344"/>
                    <a:pt x="843758" y="3139978"/>
                  </a:cubicBezTo>
                  <a:cubicBezTo>
                    <a:pt x="782523" y="3157845"/>
                    <a:pt x="685868" y="3173795"/>
                    <a:pt x="608215" y="3186613"/>
                  </a:cubicBezTo>
                  <a:cubicBezTo>
                    <a:pt x="565028" y="3193751"/>
                    <a:pt x="527727" y="3199907"/>
                    <a:pt x="510174" y="3204291"/>
                  </a:cubicBezTo>
                  <a:cubicBezTo>
                    <a:pt x="453674" y="3218414"/>
                    <a:pt x="309115" y="3261359"/>
                    <a:pt x="286657" y="3283816"/>
                  </a:cubicBezTo>
                  <a:cubicBezTo>
                    <a:pt x="268709" y="3301756"/>
                    <a:pt x="208185" y="3364566"/>
                    <a:pt x="182828" y="3419509"/>
                  </a:cubicBezTo>
                  <a:cubicBezTo>
                    <a:pt x="158876" y="3471401"/>
                    <a:pt x="12004" y="3680319"/>
                    <a:pt x="5766" y="3689185"/>
                  </a:cubicBezTo>
                  <a:cubicBezTo>
                    <a:pt x="5145" y="3690058"/>
                    <a:pt x="4164" y="3690526"/>
                    <a:pt x="3174" y="36905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9"/>
            <p:cNvSpPr/>
            <p:nvPr/>
          </p:nvSpPr>
          <p:spPr>
            <a:xfrm flipH="1">
              <a:off x="6267067" y="205751"/>
              <a:ext cx="4371136" cy="3301160"/>
            </a:xfrm>
            <a:custGeom>
              <a:avLst/>
              <a:gdLst/>
              <a:ahLst/>
              <a:cxnLst/>
              <a:rect l="l" t="t" r="r" b="b"/>
              <a:pathLst>
                <a:path w="4371136" h="3301160" extrusionOk="0">
                  <a:moveTo>
                    <a:pt x="2671218" y="3301142"/>
                  </a:moveTo>
                  <a:cubicBezTo>
                    <a:pt x="2644799" y="3301142"/>
                    <a:pt x="2620361" y="3299711"/>
                    <a:pt x="2601360" y="3297119"/>
                  </a:cubicBezTo>
                  <a:cubicBezTo>
                    <a:pt x="2570585" y="3292924"/>
                    <a:pt x="2511240" y="3289846"/>
                    <a:pt x="2442525" y="3286290"/>
                  </a:cubicBezTo>
                  <a:cubicBezTo>
                    <a:pt x="2331765" y="3280548"/>
                    <a:pt x="2206217" y="3274049"/>
                    <a:pt x="2153947" y="3260403"/>
                  </a:cubicBezTo>
                  <a:cubicBezTo>
                    <a:pt x="2108050" y="3248441"/>
                    <a:pt x="1988866" y="3249647"/>
                    <a:pt x="1883723" y="3250718"/>
                  </a:cubicBezTo>
                  <a:cubicBezTo>
                    <a:pt x="1795970" y="3251609"/>
                    <a:pt x="1713105" y="3252464"/>
                    <a:pt x="1681394" y="3245785"/>
                  </a:cubicBezTo>
                  <a:cubicBezTo>
                    <a:pt x="1633490" y="3235704"/>
                    <a:pt x="1529607" y="3252203"/>
                    <a:pt x="1446139" y="3265453"/>
                  </a:cubicBezTo>
                  <a:cubicBezTo>
                    <a:pt x="1408523" y="3271430"/>
                    <a:pt x="1376038" y="3276587"/>
                    <a:pt x="1352572" y="3278820"/>
                  </a:cubicBezTo>
                  <a:cubicBezTo>
                    <a:pt x="1330825" y="3280926"/>
                    <a:pt x="1312931" y="3275696"/>
                    <a:pt x="1299366" y="3263364"/>
                  </a:cubicBezTo>
                  <a:cubicBezTo>
                    <a:pt x="1268492" y="3235290"/>
                    <a:pt x="1268492" y="3177430"/>
                    <a:pt x="1268492" y="3158411"/>
                  </a:cubicBezTo>
                  <a:cubicBezTo>
                    <a:pt x="1268492" y="3122658"/>
                    <a:pt x="1228131" y="2887718"/>
                    <a:pt x="1210092" y="2842856"/>
                  </a:cubicBezTo>
                  <a:cubicBezTo>
                    <a:pt x="1192909" y="2800119"/>
                    <a:pt x="843708" y="2692546"/>
                    <a:pt x="806290" y="2692546"/>
                  </a:cubicBezTo>
                  <a:cubicBezTo>
                    <a:pt x="796623" y="2692546"/>
                    <a:pt x="770556" y="2694472"/>
                    <a:pt x="737557" y="2696902"/>
                  </a:cubicBezTo>
                  <a:cubicBezTo>
                    <a:pt x="655124" y="2702978"/>
                    <a:pt x="542240" y="2711322"/>
                    <a:pt x="515912" y="2703401"/>
                  </a:cubicBezTo>
                  <a:cubicBezTo>
                    <a:pt x="508630" y="2701214"/>
                    <a:pt x="503139" y="2695633"/>
                    <a:pt x="499611" y="2686785"/>
                  </a:cubicBezTo>
                  <a:cubicBezTo>
                    <a:pt x="485893" y="2652463"/>
                    <a:pt x="505471" y="2573703"/>
                    <a:pt x="517730" y="2552235"/>
                  </a:cubicBezTo>
                  <a:cubicBezTo>
                    <a:pt x="531214" y="2528643"/>
                    <a:pt x="503508" y="2442538"/>
                    <a:pt x="488413" y="2416128"/>
                  </a:cubicBezTo>
                  <a:cubicBezTo>
                    <a:pt x="474443" y="2391681"/>
                    <a:pt x="379733" y="2322075"/>
                    <a:pt x="343179" y="2303793"/>
                  </a:cubicBezTo>
                  <a:cubicBezTo>
                    <a:pt x="304339" y="2284369"/>
                    <a:pt x="119806" y="2209335"/>
                    <a:pt x="88095" y="2209335"/>
                  </a:cubicBezTo>
                  <a:cubicBezTo>
                    <a:pt x="67221" y="2209335"/>
                    <a:pt x="39092" y="2185491"/>
                    <a:pt x="21792" y="2163348"/>
                  </a:cubicBezTo>
                  <a:cubicBezTo>
                    <a:pt x="13943" y="2153285"/>
                    <a:pt x="-3825" y="2127928"/>
                    <a:pt x="738" y="2109656"/>
                  </a:cubicBezTo>
                  <a:cubicBezTo>
                    <a:pt x="6967" y="2084741"/>
                    <a:pt x="96286" y="1999481"/>
                    <a:pt x="144271" y="1953683"/>
                  </a:cubicBezTo>
                  <a:cubicBezTo>
                    <a:pt x="154317" y="1944097"/>
                    <a:pt x="162175" y="1936599"/>
                    <a:pt x="166459" y="1932306"/>
                  </a:cubicBezTo>
                  <a:cubicBezTo>
                    <a:pt x="190438" y="1908326"/>
                    <a:pt x="302134" y="1862160"/>
                    <a:pt x="336563" y="1854500"/>
                  </a:cubicBezTo>
                  <a:cubicBezTo>
                    <a:pt x="370516" y="1846947"/>
                    <a:pt x="648157" y="1814120"/>
                    <a:pt x="678032" y="1814120"/>
                  </a:cubicBezTo>
                  <a:cubicBezTo>
                    <a:pt x="689311" y="1814120"/>
                    <a:pt x="699725" y="1819098"/>
                    <a:pt x="708150" y="1828504"/>
                  </a:cubicBezTo>
                  <a:cubicBezTo>
                    <a:pt x="720860" y="1842708"/>
                    <a:pt x="727539" y="1865769"/>
                    <a:pt x="725144" y="1887246"/>
                  </a:cubicBezTo>
                  <a:cubicBezTo>
                    <a:pt x="721517" y="1919938"/>
                    <a:pt x="666016" y="2035288"/>
                    <a:pt x="636294" y="2065019"/>
                  </a:cubicBezTo>
                  <a:cubicBezTo>
                    <a:pt x="627887" y="2073426"/>
                    <a:pt x="582251" y="2205365"/>
                    <a:pt x="582251" y="2242504"/>
                  </a:cubicBezTo>
                  <a:cubicBezTo>
                    <a:pt x="582251" y="2279643"/>
                    <a:pt x="631064" y="2404904"/>
                    <a:pt x="667807" y="2441638"/>
                  </a:cubicBezTo>
                  <a:cubicBezTo>
                    <a:pt x="707862" y="2481693"/>
                    <a:pt x="790664" y="2539642"/>
                    <a:pt x="835598" y="2539642"/>
                  </a:cubicBezTo>
                  <a:cubicBezTo>
                    <a:pt x="851305" y="2539642"/>
                    <a:pt x="875518" y="2540443"/>
                    <a:pt x="903548" y="2541371"/>
                  </a:cubicBezTo>
                  <a:cubicBezTo>
                    <a:pt x="959742" y="2543234"/>
                    <a:pt x="1036684" y="2545763"/>
                    <a:pt x="1095633" y="2543306"/>
                  </a:cubicBezTo>
                  <a:cubicBezTo>
                    <a:pt x="1170901" y="2540156"/>
                    <a:pt x="1203404" y="2575917"/>
                    <a:pt x="1231965" y="2607457"/>
                  </a:cubicBezTo>
                  <a:cubicBezTo>
                    <a:pt x="1237510" y="2613569"/>
                    <a:pt x="1242730" y="2619348"/>
                    <a:pt x="1248230" y="2624848"/>
                  </a:cubicBezTo>
                  <a:cubicBezTo>
                    <a:pt x="1255701" y="2632319"/>
                    <a:pt x="1266827" y="2644272"/>
                    <a:pt x="1280923" y="2659403"/>
                  </a:cubicBezTo>
                  <a:cubicBezTo>
                    <a:pt x="1332319" y="2714607"/>
                    <a:pt x="1418362" y="2807014"/>
                    <a:pt x="1478517" y="2844252"/>
                  </a:cubicBezTo>
                  <a:cubicBezTo>
                    <a:pt x="1526205" y="2873784"/>
                    <a:pt x="1566134" y="2868753"/>
                    <a:pt x="1626577" y="2861111"/>
                  </a:cubicBezTo>
                  <a:cubicBezTo>
                    <a:pt x="1661898" y="2856655"/>
                    <a:pt x="1705850" y="2851110"/>
                    <a:pt x="1762666" y="2851110"/>
                  </a:cubicBezTo>
                  <a:cubicBezTo>
                    <a:pt x="1845926" y="2851110"/>
                    <a:pt x="1931735" y="2836880"/>
                    <a:pt x="2014717" y="2823117"/>
                  </a:cubicBezTo>
                  <a:cubicBezTo>
                    <a:pt x="2084710" y="2811505"/>
                    <a:pt x="2157080" y="2799507"/>
                    <a:pt x="2227451" y="2796149"/>
                  </a:cubicBezTo>
                  <a:cubicBezTo>
                    <a:pt x="2351280" y="2790253"/>
                    <a:pt x="2369156" y="2796212"/>
                    <a:pt x="2428330" y="2816005"/>
                  </a:cubicBezTo>
                  <a:cubicBezTo>
                    <a:pt x="2442966" y="2820903"/>
                    <a:pt x="2459555" y="2826447"/>
                    <a:pt x="2481005" y="2832928"/>
                  </a:cubicBezTo>
                  <a:cubicBezTo>
                    <a:pt x="2565103" y="2858329"/>
                    <a:pt x="2656960" y="2837176"/>
                    <a:pt x="2730779" y="2820182"/>
                  </a:cubicBezTo>
                  <a:cubicBezTo>
                    <a:pt x="2752481" y="2815187"/>
                    <a:pt x="2772977" y="2810470"/>
                    <a:pt x="2791789" y="2807194"/>
                  </a:cubicBezTo>
                  <a:cubicBezTo>
                    <a:pt x="2872493" y="2793152"/>
                    <a:pt x="2979779" y="2757633"/>
                    <a:pt x="3024613" y="2712798"/>
                  </a:cubicBezTo>
                  <a:cubicBezTo>
                    <a:pt x="3053561" y="2683850"/>
                    <a:pt x="3066667" y="2642517"/>
                    <a:pt x="3080538" y="2598744"/>
                  </a:cubicBezTo>
                  <a:cubicBezTo>
                    <a:pt x="3087568" y="2576574"/>
                    <a:pt x="3094840" y="2553657"/>
                    <a:pt x="3104553" y="2530587"/>
                  </a:cubicBezTo>
                  <a:cubicBezTo>
                    <a:pt x="3120638" y="2492377"/>
                    <a:pt x="3120341" y="2439828"/>
                    <a:pt x="3120062" y="2389026"/>
                  </a:cubicBezTo>
                  <a:cubicBezTo>
                    <a:pt x="3119819" y="2347035"/>
                    <a:pt x="3119603" y="2307376"/>
                    <a:pt x="3127803" y="2274558"/>
                  </a:cubicBezTo>
                  <a:cubicBezTo>
                    <a:pt x="3132943" y="2254017"/>
                    <a:pt x="3145751" y="2230011"/>
                    <a:pt x="3160576" y="2202215"/>
                  </a:cubicBezTo>
                  <a:cubicBezTo>
                    <a:pt x="3184078" y="2158154"/>
                    <a:pt x="3210722" y="2108225"/>
                    <a:pt x="3214241" y="2057116"/>
                  </a:cubicBezTo>
                  <a:cubicBezTo>
                    <a:pt x="3217617" y="2008249"/>
                    <a:pt x="3211991" y="1952567"/>
                    <a:pt x="3195987" y="1876570"/>
                  </a:cubicBezTo>
                  <a:cubicBezTo>
                    <a:pt x="3181315" y="1806874"/>
                    <a:pt x="3173934" y="1732875"/>
                    <a:pt x="3177607" y="1692424"/>
                  </a:cubicBezTo>
                  <a:cubicBezTo>
                    <a:pt x="3179713" y="1669309"/>
                    <a:pt x="3218715" y="1633052"/>
                    <a:pt x="3260012" y="1594680"/>
                  </a:cubicBezTo>
                  <a:cubicBezTo>
                    <a:pt x="3292299" y="1564680"/>
                    <a:pt x="3325685" y="1533643"/>
                    <a:pt x="3335460" y="1512995"/>
                  </a:cubicBezTo>
                  <a:cubicBezTo>
                    <a:pt x="3356748" y="1468016"/>
                    <a:pt x="3379134" y="1274004"/>
                    <a:pt x="3379134" y="1209277"/>
                  </a:cubicBezTo>
                  <a:cubicBezTo>
                    <a:pt x="3379134" y="1172723"/>
                    <a:pt x="3372860" y="1126511"/>
                    <a:pt x="3367819" y="1089381"/>
                  </a:cubicBezTo>
                  <a:cubicBezTo>
                    <a:pt x="3364336" y="1063755"/>
                    <a:pt x="3361330" y="1041630"/>
                    <a:pt x="3361330" y="1029478"/>
                  </a:cubicBezTo>
                  <a:cubicBezTo>
                    <a:pt x="3361330" y="994743"/>
                    <a:pt x="3418991" y="806915"/>
                    <a:pt x="3419576" y="805025"/>
                  </a:cubicBezTo>
                  <a:cubicBezTo>
                    <a:pt x="3424212" y="789957"/>
                    <a:pt x="3434626" y="764798"/>
                    <a:pt x="3446679" y="735680"/>
                  </a:cubicBezTo>
                  <a:cubicBezTo>
                    <a:pt x="3472296" y="673814"/>
                    <a:pt x="3507374" y="589077"/>
                    <a:pt x="3507374" y="549463"/>
                  </a:cubicBezTo>
                  <a:cubicBezTo>
                    <a:pt x="3507374" y="517041"/>
                    <a:pt x="3516294" y="479947"/>
                    <a:pt x="3524170" y="447210"/>
                  </a:cubicBezTo>
                  <a:cubicBezTo>
                    <a:pt x="3530606" y="420431"/>
                    <a:pt x="3536691" y="395138"/>
                    <a:pt x="3536691" y="377244"/>
                  </a:cubicBezTo>
                  <a:cubicBezTo>
                    <a:pt x="3536691" y="336126"/>
                    <a:pt x="3579239" y="227122"/>
                    <a:pt x="3599906" y="206455"/>
                  </a:cubicBezTo>
                  <a:cubicBezTo>
                    <a:pt x="3618998" y="187364"/>
                    <a:pt x="3664930" y="94624"/>
                    <a:pt x="3676083" y="60357"/>
                  </a:cubicBezTo>
                  <a:cubicBezTo>
                    <a:pt x="3687541" y="25171"/>
                    <a:pt x="3699333" y="-3587"/>
                    <a:pt x="3727173" y="364"/>
                  </a:cubicBezTo>
                  <a:cubicBezTo>
                    <a:pt x="3755392" y="4388"/>
                    <a:pt x="3872660" y="218760"/>
                    <a:pt x="3887296" y="262658"/>
                  </a:cubicBezTo>
                  <a:cubicBezTo>
                    <a:pt x="3901356" y="304829"/>
                    <a:pt x="3973464" y="363283"/>
                    <a:pt x="4036247" y="403914"/>
                  </a:cubicBezTo>
                  <a:cubicBezTo>
                    <a:pt x="4060163" y="419396"/>
                    <a:pt x="4090461" y="436174"/>
                    <a:pt x="4119760" y="452412"/>
                  </a:cubicBezTo>
                  <a:cubicBezTo>
                    <a:pt x="4168249" y="479290"/>
                    <a:pt x="4214048" y="504673"/>
                    <a:pt x="4234633" y="525250"/>
                  </a:cubicBezTo>
                  <a:cubicBezTo>
                    <a:pt x="4268919" y="559536"/>
                    <a:pt x="4305185" y="725310"/>
                    <a:pt x="4305185" y="794970"/>
                  </a:cubicBezTo>
                  <a:cubicBezTo>
                    <a:pt x="4305185" y="832451"/>
                    <a:pt x="4325059" y="880716"/>
                    <a:pt x="4342585" y="923300"/>
                  </a:cubicBezTo>
                  <a:cubicBezTo>
                    <a:pt x="4357266" y="958963"/>
                    <a:pt x="4371136" y="992645"/>
                    <a:pt x="4371136" y="1014833"/>
                  </a:cubicBezTo>
                  <a:cubicBezTo>
                    <a:pt x="4371136" y="1063296"/>
                    <a:pt x="4267146" y="1248522"/>
                    <a:pt x="4234849" y="1288136"/>
                  </a:cubicBezTo>
                  <a:cubicBezTo>
                    <a:pt x="4216271" y="1310936"/>
                    <a:pt x="4211977" y="1399580"/>
                    <a:pt x="4208188" y="1477800"/>
                  </a:cubicBezTo>
                  <a:cubicBezTo>
                    <a:pt x="4205451" y="1534310"/>
                    <a:pt x="4202859" y="1587686"/>
                    <a:pt x="4195064" y="1609505"/>
                  </a:cubicBezTo>
                  <a:cubicBezTo>
                    <a:pt x="4183903" y="1640766"/>
                    <a:pt x="4034771" y="1685790"/>
                    <a:pt x="3840976" y="1741400"/>
                  </a:cubicBezTo>
                  <a:cubicBezTo>
                    <a:pt x="3750739" y="1767296"/>
                    <a:pt x="3672806" y="1789655"/>
                    <a:pt x="3651320" y="1801743"/>
                  </a:cubicBezTo>
                  <a:cubicBezTo>
                    <a:pt x="3595846" y="1832951"/>
                    <a:pt x="3540381" y="1944079"/>
                    <a:pt x="3499876" y="2025216"/>
                  </a:cubicBezTo>
                  <a:lnTo>
                    <a:pt x="3495033" y="2034910"/>
                  </a:lnTo>
                  <a:cubicBezTo>
                    <a:pt x="3452521" y="2119935"/>
                    <a:pt x="3343714" y="2375101"/>
                    <a:pt x="3300608" y="2520254"/>
                  </a:cubicBezTo>
                  <a:cubicBezTo>
                    <a:pt x="3261695" y="2651284"/>
                    <a:pt x="3100592" y="2879428"/>
                    <a:pt x="3031796" y="2976848"/>
                  </a:cubicBezTo>
                  <a:cubicBezTo>
                    <a:pt x="3022957" y="2989368"/>
                    <a:pt x="3015882" y="2999387"/>
                    <a:pt x="3011121" y="3006318"/>
                  </a:cubicBezTo>
                  <a:cubicBezTo>
                    <a:pt x="2986926" y="3041503"/>
                    <a:pt x="2948589" y="3111460"/>
                    <a:pt x="2917778" y="3167673"/>
                  </a:cubicBezTo>
                  <a:cubicBezTo>
                    <a:pt x="2896716" y="3206099"/>
                    <a:pt x="2878533" y="3239286"/>
                    <a:pt x="2868272" y="3255399"/>
                  </a:cubicBezTo>
                  <a:cubicBezTo>
                    <a:pt x="2847326" y="3288307"/>
                    <a:pt x="2750402" y="3301151"/>
                    <a:pt x="2671209" y="3301160"/>
                  </a:cubicBezTo>
                  <a:close/>
                  <a:moveTo>
                    <a:pt x="1980179" y="3243733"/>
                  </a:moveTo>
                  <a:cubicBezTo>
                    <a:pt x="2055654" y="3243733"/>
                    <a:pt x="2122524" y="3245677"/>
                    <a:pt x="2155540" y="3254291"/>
                  </a:cubicBezTo>
                  <a:cubicBezTo>
                    <a:pt x="2207198" y="3267766"/>
                    <a:pt x="2332396" y="3274256"/>
                    <a:pt x="2442849" y="3279981"/>
                  </a:cubicBezTo>
                  <a:cubicBezTo>
                    <a:pt x="2511699" y="3283554"/>
                    <a:pt x="2571170" y="3286632"/>
                    <a:pt x="2602206" y="3290863"/>
                  </a:cubicBezTo>
                  <a:cubicBezTo>
                    <a:pt x="2685980" y="3302276"/>
                    <a:pt x="2839306" y="3289135"/>
                    <a:pt x="2862943" y="3251987"/>
                  </a:cubicBezTo>
                  <a:cubicBezTo>
                    <a:pt x="2873087" y="3236046"/>
                    <a:pt x="2891234" y="3202939"/>
                    <a:pt x="2912243" y="3164622"/>
                  </a:cubicBezTo>
                  <a:cubicBezTo>
                    <a:pt x="2944728" y="3105349"/>
                    <a:pt x="2981543" y="3038173"/>
                    <a:pt x="3005918" y="3002726"/>
                  </a:cubicBezTo>
                  <a:cubicBezTo>
                    <a:pt x="3010697" y="2995768"/>
                    <a:pt x="3017781" y="2985732"/>
                    <a:pt x="3026648" y="2973184"/>
                  </a:cubicBezTo>
                  <a:cubicBezTo>
                    <a:pt x="3089359" y="2884379"/>
                    <a:pt x="3255944" y="2648458"/>
                    <a:pt x="3294559" y="2518436"/>
                  </a:cubicBezTo>
                  <a:cubicBezTo>
                    <a:pt x="3337765" y="2372968"/>
                    <a:pt x="3446787" y="2117253"/>
                    <a:pt x="3489389" y="2032066"/>
                  </a:cubicBezTo>
                  <a:lnTo>
                    <a:pt x="3494232" y="2022381"/>
                  </a:lnTo>
                  <a:cubicBezTo>
                    <a:pt x="3535098" y="1940506"/>
                    <a:pt x="3591067" y="1828378"/>
                    <a:pt x="3648233" y="1796217"/>
                  </a:cubicBezTo>
                  <a:cubicBezTo>
                    <a:pt x="3670367" y="1783759"/>
                    <a:pt x="3748633" y="1761301"/>
                    <a:pt x="3839247" y="1735306"/>
                  </a:cubicBezTo>
                  <a:cubicBezTo>
                    <a:pt x="3982276" y="1694260"/>
                    <a:pt x="4178160" y="1638048"/>
                    <a:pt x="4189123" y="1607363"/>
                  </a:cubicBezTo>
                  <a:cubicBezTo>
                    <a:pt x="4196603" y="1586426"/>
                    <a:pt x="4199160" y="1533499"/>
                    <a:pt x="4201878" y="1477467"/>
                  </a:cubicBezTo>
                  <a:cubicBezTo>
                    <a:pt x="4205902" y="1394413"/>
                    <a:pt x="4210060" y="1308524"/>
                    <a:pt x="4229953" y="1284122"/>
                  </a:cubicBezTo>
                  <a:cubicBezTo>
                    <a:pt x="4261916" y="1244913"/>
                    <a:pt x="4364818" y="1062242"/>
                    <a:pt x="4364818" y="1014806"/>
                  </a:cubicBezTo>
                  <a:cubicBezTo>
                    <a:pt x="4364818" y="993869"/>
                    <a:pt x="4351180" y="960745"/>
                    <a:pt x="4336743" y="925676"/>
                  </a:cubicBezTo>
                  <a:cubicBezTo>
                    <a:pt x="4318983" y="882552"/>
                    <a:pt x="4298866" y="833675"/>
                    <a:pt x="4298866" y="794943"/>
                  </a:cubicBezTo>
                  <a:cubicBezTo>
                    <a:pt x="4298866" y="726606"/>
                    <a:pt x="4262474" y="561984"/>
                    <a:pt x="4230169" y="529688"/>
                  </a:cubicBezTo>
                  <a:cubicBezTo>
                    <a:pt x="4210213" y="509732"/>
                    <a:pt x="4162669" y="483394"/>
                    <a:pt x="4116700" y="457912"/>
                  </a:cubicBezTo>
                  <a:cubicBezTo>
                    <a:pt x="4087311" y="441629"/>
                    <a:pt x="4056914" y="424788"/>
                    <a:pt x="4032818" y="409189"/>
                  </a:cubicBezTo>
                  <a:cubicBezTo>
                    <a:pt x="4001908" y="389188"/>
                    <a:pt x="3899645" y="319654"/>
                    <a:pt x="3881301" y="264630"/>
                  </a:cubicBezTo>
                  <a:cubicBezTo>
                    <a:pt x="3865126" y="216104"/>
                    <a:pt x="3748255" y="9725"/>
                    <a:pt x="3726291" y="6593"/>
                  </a:cubicBezTo>
                  <a:cubicBezTo>
                    <a:pt x="3703213" y="3262"/>
                    <a:pt x="3693032" y="28709"/>
                    <a:pt x="3682105" y="62292"/>
                  </a:cubicBezTo>
                  <a:cubicBezTo>
                    <a:pt x="3671627" y="94471"/>
                    <a:pt x="3625586" y="189695"/>
                    <a:pt x="3604379" y="210902"/>
                  </a:cubicBezTo>
                  <a:cubicBezTo>
                    <a:pt x="3584838" y="230443"/>
                    <a:pt x="3543010" y="338169"/>
                    <a:pt x="3543010" y="377226"/>
                  </a:cubicBezTo>
                  <a:cubicBezTo>
                    <a:pt x="3543010" y="395876"/>
                    <a:pt x="3536844" y="421520"/>
                    <a:pt x="3530309" y="448677"/>
                  </a:cubicBezTo>
                  <a:cubicBezTo>
                    <a:pt x="3522523" y="481063"/>
                    <a:pt x="3513693" y="517770"/>
                    <a:pt x="3513693" y="549445"/>
                  </a:cubicBezTo>
                  <a:cubicBezTo>
                    <a:pt x="3513693" y="590320"/>
                    <a:pt x="3479776" y="672257"/>
                    <a:pt x="3452521" y="738083"/>
                  </a:cubicBezTo>
                  <a:cubicBezTo>
                    <a:pt x="3440531" y="767058"/>
                    <a:pt x="3430171" y="792081"/>
                    <a:pt x="3425616" y="806879"/>
                  </a:cubicBezTo>
                  <a:cubicBezTo>
                    <a:pt x="3409495" y="859284"/>
                    <a:pt x="3367648" y="1001422"/>
                    <a:pt x="3367648" y="1029469"/>
                  </a:cubicBezTo>
                  <a:cubicBezTo>
                    <a:pt x="3367648" y="1041198"/>
                    <a:pt x="3370628" y="1063124"/>
                    <a:pt x="3374075" y="1088526"/>
                  </a:cubicBezTo>
                  <a:cubicBezTo>
                    <a:pt x="3379143" y="1125854"/>
                    <a:pt x="3385453" y="1172300"/>
                    <a:pt x="3385453" y="1209277"/>
                  </a:cubicBezTo>
                  <a:cubicBezTo>
                    <a:pt x="3385453" y="1267253"/>
                    <a:pt x="3363922" y="1467647"/>
                    <a:pt x="3341176" y="1515704"/>
                  </a:cubicBezTo>
                  <a:cubicBezTo>
                    <a:pt x="3330878" y="1537451"/>
                    <a:pt x="3298546" y="1567497"/>
                    <a:pt x="3264315" y="1599316"/>
                  </a:cubicBezTo>
                  <a:cubicBezTo>
                    <a:pt x="3225709" y="1635195"/>
                    <a:pt x="3185788" y="1672297"/>
                    <a:pt x="3183898" y="1693000"/>
                  </a:cubicBezTo>
                  <a:cubicBezTo>
                    <a:pt x="3180271" y="1732893"/>
                    <a:pt x="3187616" y="1806136"/>
                    <a:pt x="3202162" y="1875283"/>
                  </a:cubicBezTo>
                  <a:cubicBezTo>
                    <a:pt x="3218292" y="1951865"/>
                    <a:pt x="3223953" y="2008087"/>
                    <a:pt x="3220542" y="2057557"/>
                  </a:cubicBezTo>
                  <a:cubicBezTo>
                    <a:pt x="3216924" y="2110016"/>
                    <a:pt x="3189947" y="2160585"/>
                    <a:pt x="3166148" y="2205203"/>
                  </a:cubicBezTo>
                  <a:cubicBezTo>
                    <a:pt x="3151512" y="2232630"/>
                    <a:pt x="3138875" y="2256312"/>
                    <a:pt x="3133933" y="2276106"/>
                  </a:cubicBezTo>
                  <a:cubicBezTo>
                    <a:pt x="3125922" y="2308150"/>
                    <a:pt x="3126147" y="2347431"/>
                    <a:pt x="3126381" y="2389008"/>
                  </a:cubicBezTo>
                  <a:cubicBezTo>
                    <a:pt x="3126669" y="2440458"/>
                    <a:pt x="3126966" y="2493655"/>
                    <a:pt x="3110377" y="2533063"/>
                  </a:cubicBezTo>
                  <a:cubicBezTo>
                    <a:pt x="3100773" y="2555863"/>
                    <a:pt x="3093544" y="2578645"/>
                    <a:pt x="3086568" y="2600679"/>
                  </a:cubicBezTo>
                  <a:cubicBezTo>
                    <a:pt x="3072446" y="2645199"/>
                    <a:pt x="3059115" y="2687253"/>
                    <a:pt x="3029087" y="2717290"/>
                  </a:cubicBezTo>
                  <a:cubicBezTo>
                    <a:pt x="2983280" y="2763097"/>
                    <a:pt x="2874537" y="2799236"/>
                    <a:pt x="2792878" y="2813441"/>
                  </a:cubicBezTo>
                  <a:cubicBezTo>
                    <a:pt x="2774219" y="2816690"/>
                    <a:pt x="2753813" y="2821388"/>
                    <a:pt x="2732201" y="2826366"/>
                  </a:cubicBezTo>
                  <a:cubicBezTo>
                    <a:pt x="2657644" y="2843531"/>
                    <a:pt x="2564860" y="2864891"/>
                    <a:pt x="2479187" y="2839004"/>
                  </a:cubicBezTo>
                  <a:cubicBezTo>
                    <a:pt x="2457647" y="2832496"/>
                    <a:pt x="2441013" y="2826933"/>
                    <a:pt x="2426332" y="2822028"/>
                  </a:cubicBezTo>
                  <a:cubicBezTo>
                    <a:pt x="2368022" y="2802522"/>
                    <a:pt x="2350452" y="2796644"/>
                    <a:pt x="2227748" y="2802486"/>
                  </a:cubicBezTo>
                  <a:cubicBezTo>
                    <a:pt x="2157755" y="2805834"/>
                    <a:pt x="2085565" y="2817806"/>
                    <a:pt x="2015752" y="2829382"/>
                  </a:cubicBezTo>
                  <a:cubicBezTo>
                    <a:pt x="1932518" y="2843189"/>
                    <a:pt x="1846449" y="2857465"/>
                    <a:pt x="1762666" y="2857465"/>
                  </a:cubicBezTo>
                  <a:cubicBezTo>
                    <a:pt x="1706255" y="2857465"/>
                    <a:pt x="1662509" y="2862983"/>
                    <a:pt x="1627369" y="2867420"/>
                  </a:cubicBezTo>
                  <a:cubicBezTo>
                    <a:pt x="1565603" y="2875206"/>
                    <a:pt x="1524783" y="2880364"/>
                    <a:pt x="1475195" y="2849661"/>
                  </a:cubicBezTo>
                  <a:cubicBezTo>
                    <a:pt x="1414311" y="2811982"/>
                    <a:pt x="1327927" y="2719189"/>
                    <a:pt x="1276296" y="2663751"/>
                  </a:cubicBezTo>
                  <a:cubicBezTo>
                    <a:pt x="1262254" y="2648665"/>
                    <a:pt x="1251155" y="2636747"/>
                    <a:pt x="1243765" y="2629357"/>
                  </a:cubicBezTo>
                  <a:cubicBezTo>
                    <a:pt x="1238158" y="2623749"/>
                    <a:pt x="1232874" y="2617917"/>
                    <a:pt x="1227284" y="2611742"/>
                  </a:cubicBezTo>
                  <a:cubicBezTo>
                    <a:pt x="1198301" y="2579734"/>
                    <a:pt x="1168552" y="2546672"/>
                    <a:pt x="1095894" y="2549661"/>
                  </a:cubicBezTo>
                  <a:cubicBezTo>
                    <a:pt x="1036738" y="2552127"/>
                    <a:pt x="959634" y="2549580"/>
                    <a:pt x="903341" y="2547716"/>
                  </a:cubicBezTo>
                  <a:cubicBezTo>
                    <a:pt x="875356" y="2546789"/>
                    <a:pt x="851197" y="2545997"/>
                    <a:pt x="835598" y="2545997"/>
                  </a:cubicBezTo>
                  <a:cubicBezTo>
                    <a:pt x="784435" y="2545997"/>
                    <a:pt x="698159" y="2480955"/>
                    <a:pt x="663333" y="2446138"/>
                  </a:cubicBezTo>
                  <a:cubicBezTo>
                    <a:pt x="624898" y="2407703"/>
                    <a:pt x="575932" y="2279967"/>
                    <a:pt x="575932" y="2242531"/>
                  </a:cubicBezTo>
                  <a:cubicBezTo>
                    <a:pt x="575932" y="2205096"/>
                    <a:pt x="621226" y="2071194"/>
                    <a:pt x="631829" y="2060582"/>
                  </a:cubicBezTo>
                  <a:lnTo>
                    <a:pt x="631829" y="2060582"/>
                  </a:lnTo>
                  <a:cubicBezTo>
                    <a:pt x="660948" y="2031454"/>
                    <a:pt x="715315" y="1918552"/>
                    <a:pt x="718862" y="1886580"/>
                  </a:cubicBezTo>
                  <a:cubicBezTo>
                    <a:pt x="721058" y="1866804"/>
                    <a:pt x="715000" y="1845669"/>
                    <a:pt x="703443" y="1832744"/>
                  </a:cubicBezTo>
                  <a:cubicBezTo>
                    <a:pt x="696251" y="1824706"/>
                    <a:pt x="687466" y="1820466"/>
                    <a:pt x="678032" y="1820466"/>
                  </a:cubicBezTo>
                  <a:cubicBezTo>
                    <a:pt x="649778" y="1820466"/>
                    <a:pt x="370075" y="1853554"/>
                    <a:pt x="337941" y="1860701"/>
                  </a:cubicBezTo>
                  <a:cubicBezTo>
                    <a:pt x="304933" y="1868037"/>
                    <a:pt x="193760" y="1913970"/>
                    <a:pt x="170933" y="1936797"/>
                  </a:cubicBezTo>
                  <a:cubicBezTo>
                    <a:pt x="166621" y="1941109"/>
                    <a:pt x="158727" y="1948643"/>
                    <a:pt x="148637" y="1958283"/>
                  </a:cubicBezTo>
                  <a:cubicBezTo>
                    <a:pt x="104495" y="2000418"/>
                    <a:pt x="12656" y="2088080"/>
                    <a:pt x="6877" y="2111213"/>
                  </a:cubicBezTo>
                  <a:cubicBezTo>
                    <a:pt x="4222" y="2121862"/>
                    <a:pt x="11837" y="2140350"/>
                    <a:pt x="26770" y="2159477"/>
                  </a:cubicBezTo>
                  <a:cubicBezTo>
                    <a:pt x="46482" y="2184717"/>
                    <a:pt x="72271" y="2203043"/>
                    <a:pt x="88086" y="2203043"/>
                  </a:cubicBezTo>
                  <a:cubicBezTo>
                    <a:pt x="122839" y="2203043"/>
                    <a:pt x="311999" y="2281165"/>
                    <a:pt x="345997" y="2298168"/>
                  </a:cubicBezTo>
                  <a:cubicBezTo>
                    <a:pt x="384072" y="2317205"/>
                    <a:pt x="479178" y="2387261"/>
                    <a:pt x="493895" y="2413014"/>
                  </a:cubicBezTo>
                  <a:cubicBezTo>
                    <a:pt x="508117" y="2437911"/>
                    <a:pt x="539000" y="2527752"/>
                    <a:pt x="523212" y="2555394"/>
                  </a:cubicBezTo>
                  <a:cubicBezTo>
                    <a:pt x="511709" y="2575521"/>
                    <a:pt x="492635" y="2652364"/>
                    <a:pt x="505471" y="2684471"/>
                  </a:cubicBezTo>
                  <a:cubicBezTo>
                    <a:pt x="508252" y="2691429"/>
                    <a:pt x="512375" y="2695777"/>
                    <a:pt x="517712" y="2697379"/>
                  </a:cubicBezTo>
                  <a:cubicBezTo>
                    <a:pt x="542925" y="2704931"/>
                    <a:pt x="659760" y="2696326"/>
                    <a:pt x="737080" y="2690628"/>
                  </a:cubicBezTo>
                  <a:cubicBezTo>
                    <a:pt x="770213" y="2688180"/>
                    <a:pt x="796389" y="2686254"/>
                    <a:pt x="806281" y="2686254"/>
                  </a:cubicBezTo>
                  <a:cubicBezTo>
                    <a:pt x="840882" y="2686254"/>
                    <a:pt x="1196924" y="2793224"/>
                    <a:pt x="1215943" y="2840534"/>
                  </a:cubicBezTo>
                  <a:cubicBezTo>
                    <a:pt x="1234818" y="2887475"/>
                    <a:pt x="1274802" y="3121326"/>
                    <a:pt x="1274802" y="3158447"/>
                  </a:cubicBezTo>
                  <a:cubicBezTo>
                    <a:pt x="1274802" y="3176773"/>
                    <a:pt x="1274802" y="3232526"/>
                    <a:pt x="1303605" y="3258729"/>
                  </a:cubicBezTo>
                  <a:cubicBezTo>
                    <a:pt x="1315784" y="3269800"/>
                    <a:pt x="1332067" y="3274499"/>
                    <a:pt x="1351951" y="3272555"/>
                  </a:cubicBezTo>
                  <a:cubicBezTo>
                    <a:pt x="1375228" y="3270340"/>
                    <a:pt x="1407623" y="3265200"/>
                    <a:pt x="1445131" y="3259242"/>
                  </a:cubicBezTo>
                  <a:cubicBezTo>
                    <a:pt x="1529121" y="3245902"/>
                    <a:pt x="1633661" y="3229295"/>
                    <a:pt x="1682690" y="3239628"/>
                  </a:cubicBezTo>
                  <a:cubicBezTo>
                    <a:pt x="1713717" y="3246163"/>
                    <a:pt x="1796240" y="3245317"/>
                    <a:pt x="1883651" y="3244426"/>
                  </a:cubicBezTo>
                  <a:cubicBezTo>
                    <a:pt x="1916091" y="3244102"/>
                    <a:pt x="1948873" y="3243760"/>
                    <a:pt x="1980161" y="3243760"/>
                  </a:cubicBezTo>
                  <a:close/>
                  <a:moveTo>
                    <a:pt x="634062" y="2062796"/>
                  </a:moveTo>
                  <a:lnTo>
                    <a:pt x="634143" y="2062796"/>
                  </a:lnTo>
                  <a:lnTo>
                    <a:pt x="634062" y="20627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5" name="Google Shape;3425;p9"/>
            <p:cNvSpPr/>
            <p:nvPr/>
          </p:nvSpPr>
          <p:spPr>
            <a:xfrm flipH="1">
              <a:off x="7600296" y="2798643"/>
              <a:ext cx="2160827" cy="602612"/>
            </a:xfrm>
            <a:custGeom>
              <a:avLst/>
              <a:gdLst/>
              <a:ahLst/>
              <a:cxnLst/>
              <a:rect l="l" t="t" r="r" b="b"/>
              <a:pathLst>
                <a:path w="2160827" h="602612" extrusionOk="0">
                  <a:moveTo>
                    <a:pt x="1612837" y="602595"/>
                  </a:moveTo>
                  <a:cubicBezTo>
                    <a:pt x="1529693" y="602595"/>
                    <a:pt x="1452292" y="599858"/>
                    <a:pt x="1429564" y="592585"/>
                  </a:cubicBezTo>
                  <a:cubicBezTo>
                    <a:pt x="1396925" y="582126"/>
                    <a:pt x="1289128" y="576311"/>
                    <a:pt x="1202518" y="571631"/>
                  </a:cubicBezTo>
                  <a:cubicBezTo>
                    <a:pt x="1145973" y="568579"/>
                    <a:pt x="1097150" y="565951"/>
                    <a:pt x="1075520" y="562620"/>
                  </a:cubicBezTo>
                  <a:cubicBezTo>
                    <a:pt x="1020550" y="554150"/>
                    <a:pt x="719353" y="566995"/>
                    <a:pt x="668343" y="575501"/>
                  </a:cubicBezTo>
                  <a:cubicBezTo>
                    <a:pt x="617153" y="584034"/>
                    <a:pt x="510336" y="586933"/>
                    <a:pt x="489427" y="566032"/>
                  </a:cubicBezTo>
                  <a:cubicBezTo>
                    <a:pt x="468355" y="544960"/>
                    <a:pt x="415455" y="270865"/>
                    <a:pt x="415455" y="237255"/>
                  </a:cubicBezTo>
                  <a:cubicBezTo>
                    <a:pt x="415455" y="211970"/>
                    <a:pt x="365489" y="178873"/>
                    <a:pt x="329016" y="154714"/>
                  </a:cubicBezTo>
                  <a:cubicBezTo>
                    <a:pt x="312643" y="143868"/>
                    <a:pt x="298502" y="134497"/>
                    <a:pt x="291787" y="127782"/>
                  </a:cubicBezTo>
                  <a:cubicBezTo>
                    <a:pt x="277134" y="113128"/>
                    <a:pt x="150091" y="84117"/>
                    <a:pt x="74184" y="66781"/>
                  </a:cubicBezTo>
                  <a:cubicBezTo>
                    <a:pt x="42239" y="59490"/>
                    <a:pt x="17008" y="53730"/>
                    <a:pt x="9438" y="51209"/>
                  </a:cubicBezTo>
                  <a:cubicBezTo>
                    <a:pt x="1220" y="48473"/>
                    <a:pt x="-211" y="44071"/>
                    <a:pt x="23" y="40867"/>
                  </a:cubicBezTo>
                  <a:cubicBezTo>
                    <a:pt x="1076" y="26591"/>
                    <a:pt x="43238" y="8643"/>
                    <a:pt x="80224" y="2135"/>
                  </a:cubicBezTo>
                  <a:cubicBezTo>
                    <a:pt x="109990" y="-3122"/>
                    <a:pt x="152935" y="2342"/>
                    <a:pt x="194449" y="7617"/>
                  </a:cubicBezTo>
                  <a:cubicBezTo>
                    <a:pt x="221875" y="11100"/>
                    <a:pt x="247781" y="14385"/>
                    <a:pt x="268240" y="14385"/>
                  </a:cubicBezTo>
                  <a:cubicBezTo>
                    <a:pt x="285325" y="14385"/>
                    <a:pt x="315451" y="47330"/>
                    <a:pt x="347352" y="82200"/>
                  </a:cubicBezTo>
                  <a:cubicBezTo>
                    <a:pt x="358315" y="94181"/>
                    <a:pt x="368675" y="105513"/>
                    <a:pt x="377893" y="114731"/>
                  </a:cubicBezTo>
                  <a:cubicBezTo>
                    <a:pt x="413096" y="149934"/>
                    <a:pt x="492496" y="238173"/>
                    <a:pt x="499058" y="271027"/>
                  </a:cubicBezTo>
                  <a:cubicBezTo>
                    <a:pt x="504972" y="300596"/>
                    <a:pt x="585082" y="332757"/>
                    <a:pt x="685418" y="345845"/>
                  </a:cubicBezTo>
                  <a:cubicBezTo>
                    <a:pt x="788077" y="359238"/>
                    <a:pt x="893337" y="340021"/>
                    <a:pt x="963600" y="324413"/>
                  </a:cubicBezTo>
                  <a:cubicBezTo>
                    <a:pt x="1009551" y="314197"/>
                    <a:pt x="1143002" y="299300"/>
                    <a:pt x="1260747" y="286167"/>
                  </a:cubicBezTo>
                  <a:cubicBezTo>
                    <a:pt x="1342342" y="277058"/>
                    <a:pt x="1419420" y="268453"/>
                    <a:pt x="1457918" y="262503"/>
                  </a:cubicBezTo>
                  <a:cubicBezTo>
                    <a:pt x="1528010" y="251666"/>
                    <a:pt x="1548199" y="283449"/>
                    <a:pt x="1569559" y="317113"/>
                  </a:cubicBezTo>
                  <a:cubicBezTo>
                    <a:pt x="1577813" y="330120"/>
                    <a:pt x="1586346" y="343568"/>
                    <a:pt x="1598129" y="355341"/>
                  </a:cubicBezTo>
                  <a:cubicBezTo>
                    <a:pt x="1633108" y="390311"/>
                    <a:pt x="1712849" y="372110"/>
                    <a:pt x="1776910" y="357474"/>
                  </a:cubicBezTo>
                  <a:cubicBezTo>
                    <a:pt x="1788756" y="354765"/>
                    <a:pt x="1799963" y="352209"/>
                    <a:pt x="1810116" y="350184"/>
                  </a:cubicBezTo>
                  <a:cubicBezTo>
                    <a:pt x="1871675" y="337870"/>
                    <a:pt x="1998807" y="292207"/>
                    <a:pt x="2027620" y="263394"/>
                  </a:cubicBezTo>
                  <a:cubicBezTo>
                    <a:pt x="2057288" y="233726"/>
                    <a:pt x="2111466" y="208289"/>
                    <a:pt x="2150847" y="217002"/>
                  </a:cubicBezTo>
                  <a:cubicBezTo>
                    <a:pt x="2155275" y="217992"/>
                    <a:pt x="2158389" y="220764"/>
                    <a:pt x="2159866" y="225040"/>
                  </a:cubicBezTo>
                  <a:cubicBezTo>
                    <a:pt x="2172242" y="260793"/>
                    <a:pt x="2061672" y="413903"/>
                    <a:pt x="2032301" y="449808"/>
                  </a:cubicBezTo>
                  <a:cubicBezTo>
                    <a:pt x="1995351" y="494967"/>
                    <a:pt x="1890739" y="583530"/>
                    <a:pt x="1858866" y="592630"/>
                  </a:cubicBezTo>
                  <a:cubicBezTo>
                    <a:pt x="1840324" y="597932"/>
                    <a:pt x="1721679" y="602613"/>
                    <a:pt x="1612855" y="602613"/>
                  </a:cubicBezTo>
                  <a:close/>
                  <a:moveTo>
                    <a:pt x="1004618" y="553583"/>
                  </a:moveTo>
                  <a:cubicBezTo>
                    <a:pt x="1037697" y="553583"/>
                    <a:pt x="1063693" y="554411"/>
                    <a:pt x="1076483" y="556382"/>
                  </a:cubicBezTo>
                  <a:cubicBezTo>
                    <a:pt x="1097807" y="559659"/>
                    <a:pt x="1146495" y="562287"/>
                    <a:pt x="1202860" y="565330"/>
                  </a:cubicBezTo>
                  <a:cubicBezTo>
                    <a:pt x="1294366" y="570263"/>
                    <a:pt x="1398087" y="575861"/>
                    <a:pt x="1431499" y="586564"/>
                  </a:cubicBezTo>
                  <a:cubicBezTo>
                    <a:pt x="1483481" y="603225"/>
                    <a:pt x="1824671" y="595808"/>
                    <a:pt x="1857120" y="586536"/>
                  </a:cubicBezTo>
                  <a:cubicBezTo>
                    <a:pt x="1886023" y="578282"/>
                    <a:pt x="1987880" y="494094"/>
                    <a:pt x="2027404" y="445785"/>
                  </a:cubicBezTo>
                  <a:cubicBezTo>
                    <a:pt x="2070799" y="392732"/>
                    <a:pt x="2163583" y="255104"/>
                    <a:pt x="2153889" y="227083"/>
                  </a:cubicBezTo>
                  <a:cubicBezTo>
                    <a:pt x="2153124" y="224878"/>
                    <a:pt x="2151756" y="223654"/>
                    <a:pt x="2149470" y="223150"/>
                  </a:cubicBezTo>
                  <a:cubicBezTo>
                    <a:pt x="2112276" y="214878"/>
                    <a:pt x="2060556" y="239379"/>
                    <a:pt x="2032076" y="267841"/>
                  </a:cubicBezTo>
                  <a:cubicBezTo>
                    <a:pt x="2001994" y="297923"/>
                    <a:pt x="1875095" y="343604"/>
                    <a:pt x="1811331" y="356358"/>
                  </a:cubicBezTo>
                  <a:cubicBezTo>
                    <a:pt x="1801241" y="358374"/>
                    <a:pt x="1790097" y="360922"/>
                    <a:pt x="1778306" y="363613"/>
                  </a:cubicBezTo>
                  <a:cubicBezTo>
                    <a:pt x="1712714" y="378591"/>
                    <a:pt x="1631091" y="397233"/>
                    <a:pt x="1593655" y="359788"/>
                  </a:cubicBezTo>
                  <a:cubicBezTo>
                    <a:pt x="1581378" y="347510"/>
                    <a:pt x="1572656" y="333765"/>
                    <a:pt x="1564221" y="320480"/>
                  </a:cubicBezTo>
                  <a:cubicBezTo>
                    <a:pt x="1543123" y="287238"/>
                    <a:pt x="1524877" y="258543"/>
                    <a:pt x="1458881" y="268723"/>
                  </a:cubicBezTo>
                  <a:cubicBezTo>
                    <a:pt x="1420256" y="274699"/>
                    <a:pt x="1343117" y="283305"/>
                    <a:pt x="1261458" y="292423"/>
                  </a:cubicBezTo>
                  <a:cubicBezTo>
                    <a:pt x="1143875" y="305547"/>
                    <a:pt x="1010604" y="320426"/>
                    <a:pt x="964977" y="330570"/>
                  </a:cubicBezTo>
                  <a:cubicBezTo>
                    <a:pt x="894255" y="346277"/>
                    <a:pt x="788203" y="365611"/>
                    <a:pt x="684608" y="352101"/>
                  </a:cubicBezTo>
                  <a:cubicBezTo>
                    <a:pt x="594911" y="340399"/>
                    <a:pt x="500255" y="309210"/>
                    <a:pt x="492865" y="272242"/>
                  </a:cubicBezTo>
                  <a:cubicBezTo>
                    <a:pt x="486924" y="242547"/>
                    <a:pt x="412142" y="157900"/>
                    <a:pt x="373428" y="119177"/>
                  </a:cubicBezTo>
                  <a:cubicBezTo>
                    <a:pt x="364112" y="109861"/>
                    <a:pt x="353707" y="98483"/>
                    <a:pt x="342698" y="86449"/>
                  </a:cubicBezTo>
                  <a:cubicBezTo>
                    <a:pt x="315893" y="57150"/>
                    <a:pt x="282543" y="20686"/>
                    <a:pt x="268249" y="20686"/>
                  </a:cubicBezTo>
                  <a:cubicBezTo>
                    <a:pt x="247394" y="20686"/>
                    <a:pt x="221290" y="17374"/>
                    <a:pt x="193666" y="13863"/>
                  </a:cubicBezTo>
                  <a:cubicBezTo>
                    <a:pt x="152611" y="8643"/>
                    <a:pt x="110171" y="3260"/>
                    <a:pt x="81331" y="8337"/>
                  </a:cubicBezTo>
                  <a:cubicBezTo>
                    <a:pt x="39385" y="15718"/>
                    <a:pt x="6927" y="33432"/>
                    <a:pt x="6342" y="41308"/>
                  </a:cubicBezTo>
                  <a:cubicBezTo>
                    <a:pt x="6198" y="43225"/>
                    <a:pt x="9861" y="44665"/>
                    <a:pt x="11455" y="45188"/>
                  </a:cubicBezTo>
                  <a:cubicBezTo>
                    <a:pt x="18728" y="47609"/>
                    <a:pt x="43832" y="53342"/>
                    <a:pt x="75606" y="60606"/>
                  </a:cubicBezTo>
                  <a:cubicBezTo>
                    <a:pt x="183485" y="85243"/>
                    <a:pt x="281544" y="108574"/>
                    <a:pt x="296270" y="123300"/>
                  </a:cubicBezTo>
                  <a:cubicBezTo>
                    <a:pt x="302544" y="129573"/>
                    <a:pt x="316433" y="138773"/>
                    <a:pt x="332527" y="149430"/>
                  </a:cubicBezTo>
                  <a:cubicBezTo>
                    <a:pt x="372294" y="175777"/>
                    <a:pt x="421792" y="208568"/>
                    <a:pt x="421792" y="237246"/>
                  </a:cubicBezTo>
                  <a:cubicBezTo>
                    <a:pt x="421792" y="273610"/>
                    <a:pt x="475214" y="542863"/>
                    <a:pt x="493909" y="561558"/>
                  </a:cubicBezTo>
                  <a:cubicBezTo>
                    <a:pt x="511236" y="578877"/>
                    <a:pt x="611221" y="578597"/>
                    <a:pt x="667317" y="569263"/>
                  </a:cubicBezTo>
                  <a:cubicBezTo>
                    <a:pt x="706697" y="562701"/>
                    <a:pt x="894678" y="553574"/>
                    <a:pt x="1004627" y="5535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9"/>
            <p:cNvSpPr/>
            <p:nvPr/>
          </p:nvSpPr>
          <p:spPr>
            <a:xfrm flipH="1">
              <a:off x="7832550" y="3162115"/>
              <a:ext cx="1208016" cy="182514"/>
            </a:xfrm>
            <a:custGeom>
              <a:avLst/>
              <a:gdLst/>
              <a:ahLst/>
              <a:cxnLst/>
              <a:rect l="l" t="t" r="r" b="b"/>
              <a:pathLst>
                <a:path w="1208016" h="182514" extrusionOk="0">
                  <a:moveTo>
                    <a:pt x="943956" y="182514"/>
                  </a:moveTo>
                  <a:cubicBezTo>
                    <a:pt x="923370" y="182514"/>
                    <a:pt x="905467" y="181173"/>
                    <a:pt x="893990" y="178131"/>
                  </a:cubicBezTo>
                  <a:cubicBezTo>
                    <a:pt x="872819" y="172505"/>
                    <a:pt x="824744" y="172505"/>
                    <a:pt x="778262" y="172505"/>
                  </a:cubicBezTo>
                  <a:cubicBezTo>
                    <a:pt x="731780" y="172505"/>
                    <a:pt x="681229" y="172505"/>
                    <a:pt x="655909" y="166690"/>
                  </a:cubicBezTo>
                  <a:cubicBezTo>
                    <a:pt x="631822" y="161163"/>
                    <a:pt x="580461" y="155547"/>
                    <a:pt x="526085" y="149606"/>
                  </a:cubicBezTo>
                  <a:cubicBezTo>
                    <a:pt x="466659" y="143107"/>
                    <a:pt x="405199" y="136392"/>
                    <a:pt x="364748" y="128516"/>
                  </a:cubicBezTo>
                  <a:cubicBezTo>
                    <a:pt x="313639" y="118552"/>
                    <a:pt x="192915" y="123269"/>
                    <a:pt x="104749" y="126707"/>
                  </a:cubicBezTo>
                  <a:cubicBezTo>
                    <a:pt x="59104" y="128480"/>
                    <a:pt x="23045" y="129893"/>
                    <a:pt x="12001" y="128543"/>
                  </a:cubicBezTo>
                  <a:cubicBezTo>
                    <a:pt x="659" y="127157"/>
                    <a:pt x="-160" y="120316"/>
                    <a:pt x="20" y="117445"/>
                  </a:cubicBezTo>
                  <a:cubicBezTo>
                    <a:pt x="1046" y="100414"/>
                    <a:pt x="44099" y="68766"/>
                    <a:pt x="82984" y="68766"/>
                  </a:cubicBezTo>
                  <a:cubicBezTo>
                    <a:pt x="104569" y="68766"/>
                    <a:pt x="139178" y="62987"/>
                    <a:pt x="175813" y="56876"/>
                  </a:cubicBezTo>
                  <a:cubicBezTo>
                    <a:pt x="219559" y="49576"/>
                    <a:pt x="264808" y="42024"/>
                    <a:pt x="298688" y="42024"/>
                  </a:cubicBezTo>
                  <a:cubicBezTo>
                    <a:pt x="339509" y="42024"/>
                    <a:pt x="407188" y="30610"/>
                    <a:pt x="466893" y="20538"/>
                  </a:cubicBezTo>
                  <a:cubicBezTo>
                    <a:pt x="498091" y="15272"/>
                    <a:pt x="527570" y="10304"/>
                    <a:pt x="549308" y="7657"/>
                  </a:cubicBezTo>
                  <a:cubicBezTo>
                    <a:pt x="607519" y="564"/>
                    <a:pt x="732977" y="-6097"/>
                    <a:pt x="774077" y="9637"/>
                  </a:cubicBezTo>
                  <a:cubicBezTo>
                    <a:pt x="790099" y="12392"/>
                    <a:pt x="791872" y="24202"/>
                    <a:pt x="794104" y="39116"/>
                  </a:cubicBezTo>
                  <a:cubicBezTo>
                    <a:pt x="795562" y="48865"/>
                    <a:pt x="797380" y="60989"/>
                    <a:pt x="803474" y="74437"/>
                  </a:cubicBezTo>
                  <a:cubicBezTo>
                    <a:pt x="817183" y="104609"/>
                    <a:pt x="992184" y="89199"/>
                    <a:pt x="1054635" y="68910"/>
                  </a:cubicBezTo>
                  <a:cubicBezTo>
                    <a:pt x="1115473" y="49153"/>
                    <a:pt x="1172793" y="30547"/>
                    <a:pt x="1200724" y="30547"/>
                  </a:cubicBezTo>
                  <a:cubicBezTo>
                    <a:pt x="1205377" y="30547"/>
                    <a:pt x="1207042" y="32996"/>
                    <a:pt x="1207627" y="34445"/>
                  </a:cubicBezTo>
                  <a:cubicBezTo>
                    <a:pt x="1211723" y="44769"/>
                    <a:pt x="1183846" y="76597"/>
                    <a:pt x="1108210" y="147968"/>
                  </a:cubicBezTo>
                  <a:cubicBezTo>
                    <a:pt x="1103367" y="152531"/>
                    <a:pt x="1099604" y="156087"/>
                    <a:pt x="1097399" y="158229"/>
                  </a:cubicBezTo>
                  <a:cubicBezTo>
                    <a:pt x="1083762" y="171506"/>
                    <a:pt x="1002932" y="182505"/>
                    <a:pt x="943965" y="182505"/>
                  </a:cubicBezTo>
                  <a:close/>
                  <a:moveTo>
                    <a:pt x="262881" y="116211"/>
                  </a:moveTo>
                  <a:cubicBezTo>
                    <a:pt x="305106" y="116211"/>
                    <a:pt x="342587" y="117751"/>
                    <a:pt x="365954" y="122296"/>
                  </a:cubicBezTo>
                  <a:cubicBezTo>
                    <a:pt x="406144" y="130136"/>
                    <a:pt x="467469" y="136833"/>
                    <a:pt x="526769" y="143314"/>
                  </a:cubicBezTo>
                  <a:cubicBezTo>
                    <a:pt x="581334" y="149282"/>
                    <a:pt x="632875" y="154916"/>
                    <a:pt x="657322" y="160524"/>
                  </a:cubicBezTo>
                  <a:cubicBezTo>
                    <a:pt x="681940" y="166177"/>
                    <a:pt x="730907" y="166177"/>
                    <a:pt x="778253" y="166177"/>
                  </a:cubicBezTo>
                  <a:cubicBezTo>
                    <a:pt x="825599" y="166177"/>
                    <a:pt x="873639" y="166177"/>
                    <a:pt x="895611" y="172010"/>
                  </a:cubicBezTo>
                  <a:cubicBezTo>
                    <a:pt x="941246" y="184152"/>
                    <a:pt x="1077470" y="168797"/>
                    <a:pt x="1092980" y="153702"/>
                  </a:cubicBezTo>
                  <a:cubicBezTo>
                    <a:pt x="1095194" y="151541"/>
                    <a:pt x="1098974" y="147968"/>
                    <a:pt x="1103853" y="143368"/>
                  </a:cubicBezTo>
                  <a:cubicBezTo>
                    <a:pt x="1186619" y="65283"/>
                    <a:pt x="1202893" y="42321"/>
                    <a:pt x="1201768" y="36902"/>
                  </a:cubicBezTo>
                  <a:cubicBezTo>
                    <a:pt x="1201642" y="36920"/>
                    <a:pt x="1201327" y="36857"/>
                    <a:pt x="1200715" y="36857"/>
                  </a:cubicBezTo>
                  <a:cubicBezTo>
                    <a:pt x="1173783" y="36857"/>
                    <a:pt x="1114276" y="56174"/>
                    <a:pt x="1056741" y="74851"/>
                  </a:cubicBezTo>
                  <a:cubicBezTo>
                    <a:pt x="1002734" y="92394"/>
                    <a:pt x="815149" y="115509"/>
                    <a:pt x="797714" y="77020"/>
                  </a:cubicBezTo>
                  <a:cubicBezTo>
                    <a:pt x="791242" y="62780"/>
                    <a:pt x="789361" y="50170"/>
                    <a:pt x="787840" y="40034"/>
                  </a:cubicBezTo>
                  <a:cubicBezTo>
                    <a:pt x="785463" y="24156"/>
                    <a:pt x="784041" y="17630"/>
                    <a:pt x="772717" y="15794"/>
                  </a:cubicBezTo>
                  <a:cubicBezTo>
                    <a:pt x="772492" y="15767"/>
                    <a:pt x="772285" y="15704"/>
                    <a:pt x="772078" y="15623"/>
                  </a:cubicBezTo>
                  <a:cubicBezTo>
                    <a:pt x="735408" y="1339"/>
                    <a:pt x="619580" y="5452"/>
                    <a:pt x="550064" y="13904"/>
                  </a:cubicBezTo>
                  <a:cubicBezTo>
                    <a:pt x="528470" y="16533"/>
                    <a:pt x="499063" y="21492"/>
                    <a:pt x="467937" y="26749"/>
                  </a:cubicBezTo>
                  <a:cubicBezTo>
                    <a:pt x="407980" y="36857"/>
                    <a:pt x="340031" y="48316"/>
                    <a:pt x="298679" y="48316"/>
                  </a:cubicBezTo>
                  <a:cubicBezTo>
                    <a:pt x="265312" y="48316"/>
                    <a:pt x="220333" y="55823"/>
                    <a:pt x="176839" y="63078"/>
                  </a:cubicBezTo>
                  <a:cubicBezTo>
                    <a:pt x="139934" y="69234"/>
                    <a:pt x="105082" y="75058"/>
                    <a:pt x="82975" y="75058"/>
                  </a:cubicBezTo>
                  <a:cubicBezTo>
                    <a:pt x="47654" y="75058"/>
                    <a:pt x="7095" y="105059"/>
                    <a:pt x="6321" y="117805"/>
                  </a:cubicBezTo>
                  <a:cubicBezTo>
                    <a:pt x="6258" y="118795"/>
                    <a:pt x="6096" y="121441"/>
                    <a:pt x="12766" y="122251"/>
                  </a:cubicBezTo>
                  <a:cubicBezTo>
                    <a:pt x="23315" y="123520"/>
                    <a:pt x="59140" y="122143"/>
                    <a:pt x="104506" y="120370"/>
                  </a:cubicBezTo>
                  <a:cubicBezTo>
                    <a:pt x="153076" y="118480"/>
                    <a:pt x="211494" y="116203"/>
                    <a:pt x="262890" y="116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7" name="Google Shape;3427;p9"/>
            <p:cNvSpPr/>
            <p:nvPr/>
          </p:nvSpPr>
          <p:spPr>
            <a:xfrm flipH="1">
              <a:off x="6433768" y="414606"/>
              <a:ext cx="921965" cy="1777565"/>
            </a:xfrm>
            <a:custGeom>
              <a:avLst/>
              <a:gdLst/>
              <a:ahLst/>
              <a:cxnLst/>
              <a:rect l="l" t="t" r="r" b="b"/>
              <a:pathLst>
                <a:path w="921965" h="1777565" extrusionOk="0">
                  <a:moveTo>
                    <a:pt x="35564" y="1777566"/>
                  </a:moveTo>
                  <a:cubicBezTo>
                    <a:pt x="32387" y="1777566"/>
                    <a:pt x="29371" y="1777305"/>
                    <a:pt x="26572" y="1776774"/>
                  </a:cubicBezTo>
                  <a:cubicBezTo>
                    <a:pt x="12431" y="1774091"/>
                    <a:pt x="2998" y="1764964"/>
                    <a:pt x="694" y="1751741"/>
                  </a:cubicBezTo>
                  <a:cubicBezTo>
                    <a:pt x="-6615" y="1709877"/>
                    <a:pt x="45240" y="1533058"/>
                    <a:pt x="89625" y="1488673"/>
                  </a:cubicBezTo>
                  <a:cubicBezTo>
                    <a:pt x="128087" y="1450211"/>
                    <a:pt x="163579" y="1280475"/>
                    <a:pt x="151878" y="1190959"/>
                  </a:cubicBezTo>
                  <a:cubicBezTo>
                    <a:pt x="145766" y="1144189"/>
                    <a:pt x="155712" y="1060739"/>
                    <a:pt x="165343" y="980034"/>
                  </a:cubicBezTo>
                  <a:cubicBezTo>
                    <a:pt x="175038" y="898753"/>
                    <a:pt x="185065" y="814700"/>
                    <a:pt x="176487" y="783277"/>
                  </a:cubicBezTo>
                  <a:cubicBezTo>
                    <a:pt x="161797" y="729432"/>
                    <a:pt x="207334" y="615315"/>
                    <a:pt x="255229" y="503052"/>
                  </a:cubicBezTo>
                  <a:cubicBezTo>
                    <a:pt x="263600" y="483430"/>
                    <a:pt x="270216" y="467930"/>
                    <a:pt x="273709" y="458424"/>
                  </a:cubicBezTo>
                  <a:cubicBezTo>
                    <a:pt x="326681" y="314415"/>
                    <a:pt x="356654" y="197489"/>
                    <a:pt x="346627" y="174068"/>
                  </a:cubicBezTo>
                  <a:cubicBezTo>
                    <a:pt x="329426" y="133923"/>
                    <a:pt x="381093" y="56513"/>
                    <a:pt x="400553" y="32570"/>
                  </a:cubicBezTo>
                  <a:cubicBezTo>
                    <a:pt x="426495" y="642"/>
                    <a:pt x="440311" y="-1356"/>
                    <a:pt x="449421" y="480"/>
                  </a:cubicBezTo>
                  <a:cubicBezTo>
                    <a:pt x="457378" y="2083"/>
                    <a:pt x="463391" y="7906"/>
                    <a:pt x="465893" y="16475"/>
                  </a:cubicBezTo>
                  <a:cubicBezTo>
                    <a:pt x="488396" y="93238"/>
                    <a:pt x="569343" y="174149"/>
                    <a:pt x="655044" y="259804"/>
                  </a:cubicBezTo>
                  <a:lnTo>
                    <a:pt x="661768" y="266528"/>
                  </a:lnTo>
                  <a:cubicBezTo>
                    <a:pt x="701805" y="306566"/>
                    <a:pt x="743561" y="341850"/>
                    <a:pt x="780403" y="372976"/>
                  </a:cubicBezTo>
                  <a:cubicBezTo>
                    <a:pt x="824779" y="410457"/>
                    <a:pt x="863097" y="442834"/>
                    <a:pt x="886914" y="473448"/>
                  </a:cubicBezTo>
                  <a:cubicBezTo>
                    <a:pt x="925349" y="522873"/>
                    <a:pt x="922982" y="640095"/>
                    <a:pt x="921083" y="734275"/>
                  </a:cubicBezTo>
                  <a:cubicBezTo>
                    <a:pt x="920705" y="752655"/>
                    <a:pt x="920362" y="769955"/>
                    <a:pt x="920362" y="785320"/>
                  </a:cubicBezTo>
                  <a:cubicBezTo>
                    <a:pt x="920362" y="866367"/>
                    <a:pt x="879542" y="924668"/>
                    <a:pt x="827858" y="998477"/>
                  </a:cubicBezTo>
                  <a:cubicBezTo>
                    <a:pt x="818136" y="1012366"/>
                    <a:pt x="807956" y="1026903"/>
                    <a:pt x="797487" y="1042376"/>
                  </a:cubicBezTo>
                  <a:cubicBezTo>
                    <a:pt x="744597" y="1120551"/>
                    <a:pt x="769818" y="1209987"/>
                    <a:pt x="790088" y="1281853"/>
                  </a:cubicBezTo>
                  <a:cubicBezTo>
                    <a:pt x="793320" y="1293302"/>
                    <a:pt x="796362" y="1304121"/>
                    <a:pt x="798874" y="1314167"/>
                  </a:cubicBezTo>
                  <a:cubicBezTo>
                    <a:pt x="801682" y="1325391"/>
                    <a:pt x="799549" y="1336859"/>
                    <a:pt x="792690" y="1347327"/>
                  </a:cubicBezTo>
                  <a:cubicBezTo>
                    <a:pt x="759881" y="1397473"/>
                    <a:pt x="610803" y="1428752"/>
                    <a:pt x="454578" y="1455089"/>
                  </a:cubicBezTo>
                  <a:cubicBezTo>
                    <a:pt x="439375" y="1457655"/>
                    <a:pt x="426774" y="1459779"/>
                    <a:pt x="417845" y="1461471"/>
                  </a:cubicBezTo>
                  <a:cubicBezTo>
                    <a:pt x="351749" y="1474001"/>
                    <a:pt x="218990" y="1607461"/>
                    <a:pt x="173814" y="1681487"/>
                  </a:cubicBezTo>
                  <a:cubicBezTo>
                    <a:pt x="138745" y="1738951"/>
                    <a:pt x="74287" y="1777548"/>
                    <a:pt x="35573" y="1777557"/>
                  </a:cubicBezTo>
                  <a:close/>
                  <a:moveTo>
                    <a:pt x="439889" y="34730"/>
                  </a:moveTo>
                  <a:cubicBezTo>
                    <a:pt x="426495" y="46449"/>
                    <a:pt x="401507" y="78593"/>
                    <a:pt x="385152" y="114768"/>
                  </a:cubicBezTo>
                  <a:cubicBezTo>
                    <a:pt x="373424" y="140710"/>
                    <a:pt x="372091" y="156480"/>
                    <a:pt x="374504" y="162115"/>
                  </a:cubicBezTo>
                  <a:cubicBezTo>
                    <a:pt x="393469" y="206373"/>
                    <a:pt x="337329" y="373318"/>
                    <a:pt x="302179" y="468884"/>
                  </a:cubicBezTo>
                  <a:cubicBezTo>
                    <a:pt x="298417" y="479109"/>
                    <a:pt x="291666" y="494924"/>
                    <a:pt x="283133" y="514943"/>
                  </a:cubicBezTo>
                  <a:cubicBezTo>
                    <a:pt x="253753" y="583811"/>
                    <a:pt x="192617" y="727110"/>
                    <a:pt x="205759" y="775284"/>
                  </a:cubicBezTo>
                  <a:cubicBezTo>
                    <a:pt x="215885" y="812414"/>
                    <a:pt x="205966" y="895576"/>
                    <a:pt x="195461" y="983617"/>
                  </a:cubicBezTo>
                  <a:cubicBezTo>
                    <a:pt x="186055" y="1062467"/>
                    <a:pt x="176334" y="1144000"/>
                    <a:pt x="181959" y="1187007"/>
                  </a:cubicBezTo>
                  <a:cubicBezTo>
                    <a:pt x="194003" y="1279152"/>
                    <a:pt x="159384" y="1461813"/>
                    <a:pt x="111084" y="1510114"/>
                  </a:cubicBezTo>
                  <a:cubicBezTo>
                    <a:pt x="71677" y="1549503"/>
                    <a:pt x="25303" y="1716304"/>
                    <a:pt x="30578" y="1746511"/>
                  </a:cubicBezTo>
                  <a:cubicBezTo>
                    <a:pt x="31082" y="1746917"/>
                    <a:pt x="35493" y="1748150"/>
                    <a:pt x="44782" y="1746251"/>
                  </a:cubicBezTo>
                  <a:cubicBezTo>
                    <a:pt x="74674" y="1740139"/>
                    <a:pt x="120976" y="1709832"/>
                    <a:pt x="147917" y="1665690"/>
                  </a:cubicBezTo>
                  <a:cubicBezTo>
                    <a:pt x="192509" y="1592627"/>
                    <a:pt x="331505" y="1446970"/>
                    <a:pt x="412201" y="1431668"/>
                  </a:cubicBezTo>
                  <a:cubicBezTo>
                    <a:pt x="421274" y="1429949"/>
                    <a:pt x="434083" y="1427789"/>
                    <a:pt x="449538" y="1425187"/>
                  </a:cubicBezTo>
                  <a:cubicBezTo>
                    <a:pt x="528226" y="1411920"/>
                    <a:pt x="737242" y="1376680"/>
                    <a:pt x="767307" y="1330720"/>
                  </a:cubicBezTo>
                  <a:cubicBezTo>
                    <a:pt x="770160" y="1326372"/>
                    <a:pt x="769944" y="1323519"/>
                    <a:pt x="769449" y="1321521"/>
                  </a:cubicBezTo>
                  <a:cubicBezTo>
                    <a:pt x="767000" y="1311754"/>
                    <a:pt x="764039" y="1301232"/>
                    <a:pt x="760888" y="1290080"/>
                  </a:cubicBezTo>
                  <a:cubicBezTo>
                    <a:pt x="740078" y="1216288"/>
                    <a:pt x="711571" y="1115232"/>
                    <a:pt x="772356" y="1025382"/>
                  </a:cubicBezTo>
                  <a:cubicBezTo>
                    <a:pt x="782923" y="1009765"/>
                    <a:pt x="793194" y="995084"/>
                    <a:pt x="803005" y="981078"/>
                  </a:cubicBezTo>
                  <a:cubicBezTo>
                    <a:pt x="853520" y="908934"/>
                    <a:pt x="890011" y="856799"/>
                    <a:pt x="890011" y="785320"/>
                  </a:cubicBezTo>
                  <a:cubicBezTo>
                    <a:pt x="890011" y="769766"/>
                    <a:pt x="890362" y="752259"/>
                    <a:pt x="890740" y="733654"/>
                  </a:cubicBezTo>
                  <a:cubicBezTo>
                    <a:pt x="892450" y="648980"/>
                    <a:pt x="894790" y="533008"/>
                    <a:pt x="862953" y="492062"/>
                  </a:cubicBezTo>
                  <a:cubicBezTo>
                    <a:pt x="841089" y="463942"/>
                    <a:pt x="803887" y="432519"/>
                    <a:pt x="760808" y="396127"/>
                  </a:cubicBezTo>
                  <a:cubicBezTo>
                    <a:pt x="723507" y="364614"/>
                    <a:pt x="681237" y="328906"/>
                    <a:pt x="640291" y="287960"/>
                  </a:cubicBezTo>
                  <a:lnTo>
                    <a:pt x="633576" y="281245"/>
                  </a:lnTo>
                  <a:cubicBezTo>
                    <a:pt x="548470" y="196175"/>
                    <a:pt x="467891" y="115642"/>
                    <a:pt x="439879" y="34712"/>
                  </a:cubicBezTo>
                  <a:close/>
                  <a:moveTo>
                    <a:pt x="436774" y="25000"/>
                  </a:moveTo>
                  <a:lnTo>
                    <a:pt x="436774" y="25018"/>
                  </a:lnTo>
                  <a:lnTo>
                    <a:pt x="436774" y="25000"/>
                  </a:lnTo>
                  <a:lnTo>
                    <a:pt x="436774" y="25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8" name="Google Shape;3428;p9"/>
            <p:cNvSpPr/>
            <p:nvPr/>
          </p:nvSpPr>
          <p:spPr>
            <a:xfrm flipH="1">
              <a:off x="7274293" y="2269031"/>
              <a:ext cx="160604" cy="357015"/>
            </a:xfrm>
            <a:custGeom>
              <a:avLst/>
              <a:gdLst/>
              <a:ahLst/>
              <a:cxnLst/>
              <a:rect l="l" t="t" r="r" b="b"/>
              <a:pathLst>
                <a:path w="160604" h="357015" extrusionOk="0">
                  <a:moveTo>
                    <a:pt x="5184" y="357016"/>
                  </a:moveTo>
                  <a:cubicBezTo>
                    <a:pt x="3932" y="357016"/>
                    <a:pt x="3024" y="356476"/>
                    <a:pt x="2636" y="356197"/>
                  </a:cubicBezTo>
                  <a:cubicBezTo>
                    <a:pt x="-8624" y="348078"/>
                    <a:pt x="19289" y="235842"/>
                    <a:pt x="28101" y="218226"/>
                  </a:cubicBezTo>
                  <a:cubicBezTo>
                    <a:pt x="40081" y="194283"/>
                    <a:pt x="60280" y="106036"/>
                    <a:pt x="60280" y="83677"/>
                  </a:cubicBezTo>
                  <a:cubicBezTo>
                    <a:pt x="60280" y="58087"/>
                    <a:pt x="98373" y="20642"/>
                    <a:pt x="117807" y="7194"/>
                  </a:cubicBezTo>
                  <a:lnTo>
                    <a:pt x="117807" y="7194"/>
                  </a:lnTo>
                  <a:cubicBezTo>
                    <a:pt x="128806" y="-403"/>
                    <a:pt x="138095" y="-1996"/>
                    <a:pt x="145395" y="2477"/>
                  </a:cubicBezTo>
                  <a:cubicBezTo>
                    <a:pt x="166053" y="15106"/>
                    <a:pt x="160418" y="70409"/>
                    <a:pt x="158204" y="87061"/>
                  </a:cubicBezTo>
                  <a:cubicBezTo>
                    <a:pt x="152083" y="132922"/>
                    <a:pt x="105340" y="248498"/>
                    <a:pt x="90965" y="278453"/>
                  </a:cubicBezTo>
                  <a:cubicBezTo>
                    <a:pt x="65681" y="331101"/>
                    <a:pt x="41980" y="340174"/>
                    <a:pt x="24671" y="346799"/>
                  </a:cubicBezTo>
                  <a:cubicBezTo>
                    <a:pt x="18280" y="349248"/>
                    <a:pt x="13222" y="351183"/>
                    <a:pt x="9522" y="354882"/>
                  </a:cubicBezTo>
                  <a:cubicBezTo>
                    <a:pt x="7875" y="356530"/>
                    <a:pt x="6372" y="357016"/>
                    <a:pt x="5193" y="357016"/>
                  </a:cubicBezTo>
                  <a:close/>
                  <a:moveTo>
                    <a:pt x="6669" y="351417"/>
                  </a:moveTo>
                  <a:lnTo>
                    <a:pt x="6750" y="351417"/>
                  </a:lnTo>
                  <a:lnTo>
                    <a:pt x="6669" y="351417"/>
                  </a:lnTo>
                  <a:close/>
                  <a:moveTo>
                    <a:pt x="119589" y="9795"/>
                  </a:moveTo>
                  <a:lnTo>
                    <a:pt x="121389" y="12397"/>
                  </a:lnTo>
                  <a:cubicBezTo>
                    <a:pt x="102270" y="25637"/>
                    <a:pt x="66590" y="61786"/>
                    <a:pt x="66590" y="83686"/>
                  </a:cubicBezTo>
                  <a:cubicBezTo>
                    <a:pt x="66590" y="107134"/>
                    <a:pt x="46301" y="195958"/>
                    <a:pt x="33744" y="221062"/>
                  </a:cubicBezTo>
                  <a:cubicBezTo>
                    <a:pt x="23249" y="242035"/>
                    <a:pt x="4077" y="332848"/>
                    <a:pt x="6129" y="349392"/>
                  </a:cubicBezTo>
                  <a:cubicBezTo>
                    <a:pt x="10890" y="345305"/>
                    <a:pt x="16264" y="343253"/>
                    <a:pt x="22403" y="340904"/>
                  </a:cubicBezTo>
                  <a:cubicBezTo>
                    <a:pt x="38722" y="334657"/>
                    <a:pt x="61063" y="326115"/>
                    <a:pt x="85249" y="275726"/>
                  </a:cubicBezTo>
                  <a:cubicBezTo>
                    <a:pt x="99075" y="246940"/>
                    <a:pt x="145989" y="130690"/>
                    <a:pt x="151921" y="86233"/>
                  </a:cubicBezTo>
                  <a:cubicBezTo>
                    <a:pt x="156368" y="52947"/>
                    <a:pt x="155044" y="15799"/>
                    <a:pt x="142083" y="7878"/>
                  </a:cubicBezTo>
                  <a:cubicBezTo>
                    <a:pt x="137105" y="4817"/>
                    <a:pt x="130120" y="6357"/>
                    <a:pt x="121380" y="12406"/>
                  </a:cubicBezTo>
                  <a:lnTo>
                    <a:pt x="119580" y="98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9" name="Google Shape;3429;p9"/>
            <p:cNvSpPr/>
            <p:nvPr/>
          </p:nvSpPr>
          <p:spPr>
            <a:xfrm flipH="1">
              <a:off x="7388964" y="2675995"/>
              <a:ext cx="112342" cy="197008"/>
            </a:xfrm>
            <a:custGeom>
              <a:avLst/>
              <a:gdLst/>
              <a:ahLst/>
              <a:cxnLst/>
              <a:rect l="l" t="t" r="r" b="b"/>
              <a:pathLst>
                <a:path w="112342" h="197008" extrusionOk="0">
                  <a:moveTo>
                    <a:pt x="4498" y="197008"/>
                  </a:moveTo>
                  <a:cubicBezTo>
                    <a:pt x="3184" y="197008"/>
                    <a:pt x="1978" y="196405"/>
                    <a:pt x="1167" y="195343"/>
                  </a:cubicBezTo>
                  <a:cubicBezTo>
                    <a:pt x="-1758" y="191491"/>
                    <a:pt x="636" y="180788"/>
                    <a:pt x="10393" y="145972"/>
                  </a:cubicBezTo>
                  <a:cubicBezTo>
                    <a:pt x="16019" y="125899"/>
                    <a:pt x="22392" y="103162"/>
                    <a:pt x="22392" y="93828"/>
                  </a:cubicBezTo>
                  <a:cubicBezTo>
                    <a:pt x="22392" y="71604"/>
                    <a:pt x="45228" y="20558"/>
                    <a:pt x="71259" y="4293"/>
                  </a:cubicBezTo>
                  <a:lnTo>
                    <a:pt x="71259" y="4293"/>
                  </a:lnTo>
                  <a:cubicBezTo>
                    <a:pt x="80315" y="-1360"/>
                    <a:pt x="89829" y="-1432"/>
                    <a:pt x="98020" y="4086"/>
                  </a:cubicBezTo>
                  <a:cubicBezTo>
                    <a:pt x="108353" y="11053"/>
                    <a:pt x="114168" y="25779"/>
                    <a:pt x="111828" y="39101"/>
                  </a:cubicBezTo>
                  <a:cubicBezTo>
                    <a:pt x="109434" y="52728"/>
                    <a:pt x="93726" y="85916"/>
                    <a:pt x="81116" y="112586"/>
                  </a:cubicBezTo>
                  <a:cubicBezTo>
                    <a:pt x="73708" y="128239"/>
                    <a:pt x="67308" y="141759"/>
                    <a:pt x="65409" y="147457"/>
                  </a:cubicBezTo>
                  <a:cubicBezTo>
                    <a:pt x="60008" y="163659"/>
                    <a:pt x="14696" y="196990"/>
                    <a:pt x="4506" y="196990"/>
                  </a:cubicBezTo>
                  <a:close/>
                  <a:moveTo>
                    <a:pt x="6388" y="191851"/>
                  </a:moveTo>
                  <a:lnTo>
                    <a:pt x="6469" y="191851"/>
                  </a:lnTo>
                  <a:lnTo>
                    <a:pt x="6388" y="191851"/>
                  </a:lnTo>
                  <a:close/>
                  <a:moveTo>
                    <a:pt x="74599" y="9658"/>
                  </a:moveTo>
                  <a:lnTo>
                    <a:pt x="74599" y="9658"/>
                  </a:lnTo>
                  <a:cubicBezTo>
                    <a:pt x="50935" y="24447"/>
                    <a:pt x="28711" y="72963"/>
                    <a:pt x="28711" y="93837"/>
                  </a:cubicBezTo>
                  <a:cubicBezTo>
                    <a:pt x="28711" y="104035"/>
                    <a:pt x="22491" y="126223"/>
                    <a:pt x="16478" y="147691"/>
                  </a:cubicBezTo>
                  <a:cubicBezTo>
                    <a:pt x="12149" y="163137"/>
                    <a:pt x="6370" y="183759"/>
                    <a:pt x="6244" y="190294"/>
                  </a:cubicBezTo>
                  <a:cubicBezTo>
                    <a:pt x="16622" y="186666"/>
                    <a:pt x="54877" y="159077"/>
                    <a:pt x="59405" y="145477"/>
                  </a:cubicBezTo>
                  <a:cubicBezTo>
                    <a:pt x="61430" y="139410"/>
                    <a:pt x="67902" y="125737"/>
                    <a:pt x="75391" y="109895"/>
                  </a:cubicBezTo>
                  <a:cubicBezTo>
                    <a:pt x="87849" y="83567"/>
                    <a:pt x="103349" y="50802"/>
                    <a:pt x="105599" y="38011"/>
                  </a:cubicBezTo>
                  <a:cubicBezTo>
                    <a:pt x="107525" y="27030"/>
                    <a:pt x="102854" y="14978"/>
                    <a:pt x="94482" y="9334"/>
                  </a:cubicBezTo>
                  <a:cubicBezTo>
                    <a:pt x="90234" y="6480"/>
                    <a:pt x="83339" y="4212"/>
                    <a:pt x="74599" y="9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0" name="Google Shape;3430;p9"/>
            <p:cNvSpPr/>
            <p:nvPr/>
          </p:nvSpPr>
          <p:spPr>
            <a:xfrm flipH="1">
              <a:off x="6523374" y="706219"/>
              <a:ext cx="624656" cy="1147733"/>
            </a:xfrm>
            <a:custGeom>
              <a:avLst/>
              <a:gdLst/>
              <a:ahLst/>
              <a:cxnLst/>
              <a:rect l="l" t="t" r="r" b="b"/>
              <a:pathLst>
                <a:path w="624656" h="1147733" extrusionOk="0">
                  <a:moveTo>
                    <a:pt x="35267" y="1147733"/>
                  </a:moveTo>
                  <a:cubicBezTo>
                    <a:pt x="25716" y="1147733"/>
                    <a:pt x="17435" y="1146554"/>
                    <a:pt x="11378" y="1144052"/>
                  </a:cubicBezTo>
                  <a:cubicBezTo>
                    <a:pt x="1980" y="1140154"/>
                    <a:pt x="0" y="1134024"/>
                    <a:pt x="0" y="1129569"/>
                  </a:cubicBezTo>
                  <a:cubicBezTo>
                    <a:pt x="0" y="1113808"/>
                    <a:pt x="14267" y="1072277"/>
                    <a:pt x="29380" y="1028306"/>
                  </a:cubicBezTo>
                  <a:cubicBezTo>
                    <a:pt x="42207" y="990996"/>
                    <a:pt x="55456" y="952408"/>
                    <a:pt x="61460" y="925791"/>
                  </a:cubicBezTo>
                  <a:cubicBezTo>
                    <a:pt x="67635" y="898383"/>
                    <a:pt x="69498" y="861802"/>
                    <a:pt x="71461" y="823079"/>
                  </a:cubicBezTo>
                  <a:cubicBezTo>
                    <a:pt x="73657" y="779864"/>
                    <a:pt x="75925" y="735182"/>
                    <a:pt x="84458" y="698952"/>
                  </a:cubicBezTo>
                  <a:cubicBezTo>
                    <a:pt x="102533" y="622100"/>
                    <a:pt x="112497" y="548156"/>
                    <a:pt x="112497" y="490746"/>
                  </a:cubicBezTo>
                  <a:cubicBezTo>
                    <a:pt x="112497" y="457271"/>
                    <a:pt x="119320" y="417486"/>
                    <a:pt x="125926" y="379023"/>
                  </a:cubicBezTo>
                  <a:cubicBezTo>
                    <a:pt x="132128" y="342884"/>
                    <a:pt x="137988" y="308742"/>
                    <a:pt x="137988" y="281829"/>
                  </a:cubicBezTo>
                  <a:cubicBezTo>
                    <a:pt x="137988" y="224932"/>
                    <a:pt x="207333" y="29373"/>
                    <a:pt x="234346" y="10065"/>
                  </a:cubicBezTo>
                  <a:lnTo>
                    <a:pt x="234346" y="10065"/>
                  </a:lnTo>
                  <a:cubicBezTo>
                    <a:pt x="278406" y="-21394"/>
                    <a:pt x="316157" y="26789"/>
                    <a:pt x="352666" y="73415"/>
                  </a:cubicBezTo>
                  <a:cubicBezTo>
                    <a:pt x="365187" y="89401"/>
                    <a:pt x="378140" y="105937"/>
                    <a:pt x="391092" y="118889"/>
                  </a:cubicBezTo>
                  <a:cubicBezTo>
                    <a:pt x="431085" y="158882"/>
                    <a:pt x="514534" y="193581"/>
                    <a:pt x="569766" y="216543"/>
                  </a:cubicBezTo>
                  <a:cubicBezTo>
                    <a:pt x="583007" y="222052"/>
                    <a:pt x="594447" y="226804"/>
                    <a:pt x="603106" y="230747"/>
                  </a:cubicBezTo>
                  <a:cubicBezTo>
                    <a:pt x="637878" y="246553"/>
                    <a:pt x="622720" y="348698"/>
                    <a:pt x="611657" y="423291"/>
                  </a:cubicBezTo>
                  <a:cubicBezTo>
                    <a:pt x="608066" y="447486"/>
                    <a:pt x="604960" y="468387"/>
                    <a:pt x="604960" y="478694"/>
                  </a:cubicBezTo>
                  <a:cubicBezTo>
                    <a:pt x="604960" y="503744"/>
                    <a:pt x="565202" y="567139"/>
                    <a:pt x="526749" y="628446"/>
                  </a:cubicBezTo>
                  <a:cubicBezTo>
                    <a:pt x="502257" y="667502"/>
                    <a:pt x="479124" y="704380"/>
                    <a:pt x="470591" y="724984"/>
                  </a:cubicBezTo>
                  <a:cubicBezTo>
                    <a:pt x="450104" y="774463"/>
                    <a:pt x="428051" y="931561"/>
                    <a:pt x="463840" y="987233"/>
                  </a:cubicBezTo>
                  <a:cubicBezTo>
                    <a:pt x="471194" y="998683"/>
                    <a:pt x="472751" y="1007495"/>
                    <a:pt x="468602" y="1014174"/>
                  </a:cubicBezTo>
                  <a:cubicBezTo>
                    <a:pt x="458097" y="1031042"/>
                    <a:pt x="413388" y="1025902"/>
                    <a:pt x="370138" y="1020925"/>
                  </a:cubicBezTo>
                  <a:cubicBezTo>
                    <a:pt x="352720" y="1018926"/>
                    <a:pt x="336266" y="1017027"/>
                    <a:pt x="324583" y="1017027"/>
                  </a:cubicBezTo>
                  <a:cubicBezTo>
                    <a:pt x="278092" y="1017027"/>
                    <a:pt x="172760" y="1076930"/>
                    <a:pt x="137988" y="1111702"/>
                  </a:cubicBezTo>
                  <a:cubicBezTo>
                    <a:pt x="115989" y="1133701"/>
                    <a:pt x="68193" y="1147733"/>
                    <a:pt x="35276" y="1147733"/>
                  </a:cubicBezTo>
                  <a:close/>
                  <a:moveTo>
                    <a:pt x="238027" y="15214"/>
                  </a:moveTo>
                  <a:cubicBezTo>
                    <a:pt x="215128" y="31578"/>
                    <a:pt x="144307" y="222628"/>
                    <a:pt x="144307" y="281829"/>
                  </a:cubicBezTo>
                  <a:cubicBezTo>
                    <a:pt x="144307" y="309282"/>
                    <a:pt x="138402" y="343676"/>
                    <a:pt x="132146" y="380095"/>
                  </a:cubicBezTo>
                  <a:cubicBezTo>
                    <a:pt x="125593" y="418296"/>
                    <a:pt x="118806" y="457802"/>
                    <a:pt x="118806" y="490746"/>
                  </a:cubicBezTo>
                  <a:cubicBezTo>
                    <a:pt x="118806" y="548624"/>
                    <a:pt x="108788" y="623082"/>
                    <a:pt x="90597" y="700393"/>
                  </a:cubicBezTo>
                  <a:cubicBezTo>
                    <a:pt x="82208" y="736073"/>
                    <a:pt x="79948" y="780458"/>
                    <a:pt x="77770" y="823394"/>
                  </a:cubicBezTo>
                  <a:cubicBezTo>
                    <a:pt x="75781" y="862396"/>
                    <a:pt x="73909" y="899238"/>
                    <a:pt x="67608" y="927186"/>
                  </a:cubicBezTo>
                  <a:cubicBezTo>
                    <a:pt x="61541" y="954136"/>
                    <a:pt x="48219" y="992886"/>
                    <a:pt x="35348" y="1030367"/>
                  </a:cubicBezTo>
                  <a:cubicBezTo>
                    <a:pt x="20415" y="1073816"/>
                    <a:pt x="6310" y="1114861"/>
                    <a:pt x="6310" y="1129569"/>
                  </a:cubicBezTo>
                  <a:cubicBezTo>
                    <a:pt x="6310" y="1130937"/>
                    <a:pt x="6310" y="1135114"/>
                    <a:pt x="13781" y="1138219"/>
                  </a:cubicBezTo>
                  <a:cubicBezTo>
                    <a:pt x="38561" y="1148498"/>
                    <a:pt x="107087" y="1133656"/>
                    <a:pt x="133497" y="1107246"/>
                  </a:cubicBezTo>
                  <a:cubicBezTo>
                    <a:pt x="168952" y="1071790"/>
                    <a:pt x="276742" y="1010717"/>
                    <a:pt x="324565" y="1010717"/>
                  </a:cubicBezTo>
                  <a:cubicBezTo>
                    <a:pt x="336608" y="1010717"/>
                    <a:pt x="353234" y="1012635"/>
                    <a:pt x="370839" y="1014651"/>
                  </a:cubicBezTo>
                  <a:cubicBezTo>
                    <a:pt x="408266" y="1018953"/>
                    <a:pt x="454830" y="1024300"/>
                    <a:pt x="463210" y="1010834"/>
                  </a:cubicBezTo>
                  <a:cubicBezTo>
                    <a:pt x="465910" y="1006505"/>
                    <a:pt x="464326" y="999718"/>
                    <a:pt x="458502" y="990663"/>
                  </a:cubicBezTo>
                  <a:cubicBezTo>
                    <a:pt x="420175" y="931021"/>
                    <a:pt x="444559" y="771295"/>
                    <a:pt x="464731" y="722572"/>
                  </a:cubicBezTo>
                  <a:cubicBezTo>
                    <a:pt x="473471" y="701482"/>
                    <a:pt x="496739" y="664379"/>
                    <a:pt x="521375" y="625098"/>
                  </a:cubicBezTo>
                  <a:cubicBezTo>
                    <a:pt x="557578" y="567364"/>
                    <a:pt x="598623" y="501935"/>
                    <a:pt x="598623" y="478703"/>
                  </a:cubicBezTo>
                  <a:cubicBezTo>
                    <a:pt x="598623" y="467937"/>
                    <a:pt x="601612" y="447829"/>
                    <a:pt x="605384" y="422364"/>
                  </a:cubicBezTo>
                  <a:cubicBezTo>
                    <a:pt x="614934" y="358024"/>
                    <a:pt x="630911" y="250343"/>
                    <a:pt x="600469" y="236499"/>
                  </a:cubicBezTo>
                  <a:cubicBezTo>
                    <a:pt x="591900" y="232601"/>
                    <a:pt x="580513" y="227876"/>
                    <a:pt x="567326" y="222385"/>
                  </a:cubicBezTo>
                  <a:cubicBezTo>
                    <a:pt x="511645" y="199234"/>
                    <a:pt x="427493" y="164237"/>
                    <a:pt x="386610" y="123363"/>
                  </a:cubicBezTo>
                  <a:cubicBezTo>
                    <a:pt x="373387" y="110140"/>
                    <a:pt x="360317" y="93461"/>
                    <a:pt x="347679" y="77322"/>
                  </a:cubicBezTo>
                  <a:cubicBezTo>
                    <a:pt x="311396" y="31011"/>
                    <a:pt x="277119" y="-12753"/>
                    <a:pt x="238009" y="15223"/>
                  </a:cubicBezTo>
                  <a:lnTo>
                    <a:pt x="238009" y="152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1" name="Google Shape;3431;p9"/>
            <p:cNvSpPr/>
            <p:nvPr/>
          </p:nvSpPr>
          <p:spPr>
            <a:xfrm flipH="1">
              <a:off x="6639491" y="868256"/>
              <a:ext cx="394964" cy="842289"/>
            </a:xfrm>
            <a:custGeom>
              <a:avLst/>
              <a:gdLst/>
              <a:ahLst/>
              <a:cxnLst/>
              <a:rect l="l" t="t" r="r" b="b"/>
              <a:pathLst>
                <a:path w="394964" h="842289" extrusionOk="0">
                  <a:moveTo>
                    <a:pt x="18301" y="842289"/>
                  </a:moveTo>
                  <a:cubicBezTo>
                    <a:pt x="16230" y="842289"/>
                    <a:pt x="14484" y="842046"/>
                    <a:pt x="13071" y="841533"/>
                  </a:cubicBezTo>
                  <a:cubicBezTo>
                    <a:pt x="9210" y="840147"/>
                    <a:pt x="6167" y="836582"/>
                    <a:pt x="4016" y="830939"/>
                  </a:cubicBezTo>
                  <a:cubicBezTo>
                    <a:pt x="-6453" y="803404"/>
                    <a:pt x="4619" y="729828"/>
                    <a:pt x="24808" y="692816"/>
                  </a:cubicBezTo>
                  <a:cubicBezTo>
                    <a:pt x="42064" y="661176"/>
                    <a:pt x="50480" y="557357"/>
                    <a:pt x="56619" y="481549"/>
                  </a:cubicBezTo>
                  <a:cubicBezTo>
                    <a:pt x="58995" y="452241"/>
                    <a:pt x="61047" y="426930"/>
                    <a:pt x="63235" y="409449"/>
                  </a:cubicBezTo>
                  <a:cubicBezTo>
                    <a:pt x="65602" y="390475"/>
                    <a:pt x="69689" y="369844"/>
                    <a:pt x="74009" y="348007"/>
                  </a:cubicBezTo>
                  <a:cubicBezTo>
                    <a:pt x="84216" y="296421"/>
                    <a:pt x="95783" y="237950"/>
                    <a:pt x="87349" y="184564"/>
                  </a:cubicBezTo>
                  <a:cubicBezTo>
                    <a:pt x="77493" y="122132"/>
                    <a:pt x="125577" y="56549"/>
                    <a:pt x="148683" y="25036"/>
                  </a:cubicBezTo>
                  <a:cubicBezTo>
                    <a:pt x="154192" y="17538"/>
                    <a:pt x="158530" y="11606"/>
                    <a:pt x="159934" y="8654"/>
                  </a:cubicBezTo>
                  <a:lnTo>
                    <a:pt x="159934" y="8654"/>
                  </a:lnTo>
                  <a:cubicBezTo>
                    <a:pt x="162311" y="3640"/>
                    <a:pt x="166379" y="679"/>
                    <a:pt x="171717" y="103"/>
                  </a:cubicBezTo>
                  <a:cubicBezTo>
                    <a:pt x="194364" y="-2364"/>
                    <a:pt x="238776" y="40149"/>
                    <a:pt x="261711" y="69646"/>
                  </a:cubicBezTo>
                  <a:cubicBezTo>
                    <a:pt x="269641" y="79835"/>
                    <a:pt x="283917" y="91771"/>
                    <a:pt x="300443" y="105587"/>
                  </a:cubicBezTo>
                  <a:cubicBezTo>
                    <a:pt x="342559" y="140791"/>
                    <a:pt x="394964" y="184591"/>
                    <a:pt x="394964" y="240326"/>
                  </a:cubicBezTo>
                  <a:cubicBezTo>
                    <a:pt x="394964" y="290823"/>
                    <a:pt x="365755" y="334253"/>
                    <a:pt x="339985" y="372581"/>
                  </a:cubicBezTo>
                  <a:cubicBezTo>
                    <a:pt x="326258" y="393004"/>
                    <a:pt x="313287" y="412285"/>
                    <a:pt x="306366" y="430296"/>
                  </a:cubicBezTo>
                  <a:cubicBezTo>
                    <a:pt x="287256" y="479965"/>
                    <a:pt x="254348" y="636198"/>
                    <a:pt x="254348" y="708541"/>
                  </a:cubicBezTo>
                  <a:cubicBezTo>
                    <a:pt x="254348" y="785870"/>
                    <a:pt x="206083" y="785870"/>
                    <a:pt x="182887" y="785870"/>
                  </a:cubicBezTo>
                  <a:cubicBezTo>
                    <a:pt x="170475" y="785870"/>
                    <a:pt x="136963" y="799678"/>
                    <a:pt x="104559" y="813026"/>
                  </a:cubicBezTo>
                  <a:cubicBezTo>
                    <a:pt x="61381" y="830813"/>
                    <a:pt x="32388" y="842289"/>
                    <a:pt x="18310" y="842289"/>
                  </a:cubicBezTo>
                  <a:close/>
                  <a:moveTo>
                    <a:pt x="173796" y="6313"/>
                  </a:moveTo>
                  <a:cubicBezTo>
                    <a:pt x="173319" y="6313"/>
                    <a:pt x="172851" y="6340"/>
                    <a:pt x="172410" y="6385"/>
                  </a:cubicBezTo>
                  <a:cubicBezTo>
                    <a:pt x="169242" y="6728"/>
                    <a:pt x="167099" y="8312"/>
                    <a:pt x="165650" y="11363"/>
                  </a:cubicBezTo>
                  <a:lnTo>
                    <a:pt x="165650" y="11363"/>
                  </a:lnTo>
                  <a:cubicBezTo>
                    <a:pt x="163985" y="14865"/>
                    <a:pt x="159709" y="20706"/>
                    <a:pt x="153786" y="28780"/>
                  </a:cubicBezTo>
                  <a:cubicBezTo>
                    <a:pt x="131185" y="59609"/>
                    <a:pt x="84153" y="123743"/>
                    <a:pt x="93605" y="183583"/>
                  </a:cubicBezTo>
                  <a:cubicBezTo>
                    <a:pt x="102210" y="238085"/>
                    <a:pt x="90526" y="297133"/>
                    <a:pt x="80211" y="349241"/>
                  </a:cubicBezTo>
                  <a:cubicBezTo>
                    <a:pt x="75917" y="370969"/>
                    <a:pt x="71858" y="391492"/>
                    <a:pt x="69508" y="410242"/>
                  </a:cubicBezTo>
                  <a:cubicBezTo>
                    <a:pt x="67339" y="427587"/>
                    <a:pt x="65296" y="452835"/>
                    <a:pt x="62920" y="482071"/>
                  </a:cubicBezTo>
                  <a:cubicBezTo>
                    <a:pt x="56385" y="562694"/>
                    <a:pt x="48248" y="663031"/>
                    <a:pt x="30344" y="695849"/>
                  </a:cubicBezTo>
                  <a:cubicBezTo>
                    <a:pt x="9606" y="733870"/>
                    <a:pt x="983" y="805195"/>
                    <a:pt x="9921" y="828697"/>
                  </a:cubicBezTo>
                  <a:cubicBezTo>
                    <a:pt x="10929" y="831335"/>
                    <a:pt x="12657" y="834674"/>
                    <a:pt x="15204" y="835592"/>
                  </a:cubicBezTo>
                  <a:cubicBezTo>
                    <a:pt x="24890" y="839112"/>
                    <a:pt x="67717" y="821389"/>
                    <a:pt x="102147" y="807194"/>
                  </a:cubicBezTo>
                  <a:cubicBezTo>
                    <a:pt x="136639" y="792990"/>
                    <a:pt x="169215" y="779569"/>
                    <a:pt x="182878" y="779569"/>
                  </a:cubicBezTo>
                  <a:cubicBezTo>
                    <a:pt x="205642" y="779569"/>
                    <a:pt x="248020" y="779569"/>
                    <a:pt x="248020" y="708559"/>
                  </a:cubicBezTo>
                  <a:cubicBezTo>
                    <a:pt x="248020" y="637548"/>
                    <a:pt x="281198" y="478119"/>
                    <a:pt x="300461" y="428037"/>
                  </a:cubicBezTo>
                  <a:cubicBezTo>
                    <a:pt x="307644" y="409368"/>
                    <a:pt x="320804" y="389791"/>
                    <a:pt x="334746" y="369070"/>
                  </a:cubicBezTo>
                  <a:cubicBezTo>
                    <a:pt x="360013" y="331490"/>
                    <a:pt x="388646" y="288915"/>
                    <a:pt x="388646" y="240344"/>
                  </a:cubicBezTo>
                  <a:cubicBezTo>
                    <a:pt x="388646" y="187570"/>
                    <a:pt x="337492" y="144806"/>
                    <a:pt x="296392" y="110448"/>
                  </a:cubicBezTo>
                  <a:cubicBezTo>
                    <a:pt x="279587" y="96406"/>
                    <a:pt x="265077" y="84273"/>
                    <a:pt x="256733" y="73534"/>
                  </a:cubicBezTo>
                  <a:cubicBezTo>
                    <a:pt x="231512" y="41103"/>
                    <a:pt x="191942" y="6322"/>
                    <a:pt x="173805" y="6322"/>
                  </a:cubicBezTo>
                  <a:close/>
                  <a:moveTo>
                    <a:pt x="162797" y="10013"/>
                  </a:moveTo>
                  <a:lnTo>
                    <a:pt x="162878" y="10013"/>
                  </a:lnTo>
                  <a:lnTo>
                    <a:pt x="162797" y="10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9"/>
            <p:cNvSpPr/>
            <p:nvPr/>
          </p:nvSpPr>
          <p:spPr>
            <a:xfrm flipH="1">
              <a:off x="6729896" y="1005534"/>
              <a:ext cx="224678" cy="588644"/>
            </a:xfrm>
            <a:custGeom>
              <a:avLst/>
              <a:gdLst/>
              <a:ahLst/>
              <a:cxnLst/>
              <a:rect l="l" t="t" r="r" b="b"/>
              <a:pathLst>
                <a:path w="224678" h="588644" extrusionOk="0">
                  <a:moveTo>
                    <a:pt x="66849" y="588635"/>
                  </a:moveTo>
                  <a:cubicBezTo>
                    <a:pt x="44418" y="588635"/>
                    <a:pt x="17820" y="580318"/>
                    <a:pt x="5182" y="574089"/>
                  </a:cubicBezTo>
                  <a:cubicBezTo>
                    <a:pt x="-11470" y="565898"/>
                    <a:pt x="13247" y="487588"/>
                    <a:pt x="61565" y="355082"/>
                  </a:cubicBezTo>
                  <a:cubicBezTo>
                    <a:pt x="65751" y="343605"/>
                    <a:pt x="69387" y="333632"/>
                    <a:pt x="72142" y="325846"/>
                  </a:cubicBezTo>
                  <a:cubicBezTo>
                    <a:pt x="85050" y="289436"/>
                    <a:pt x="111675" y="198875"/>
                    <a:pt x="80171" y="144310"/>
                  </a:cubicBezTo>
                  <a:cubicBezTo>
                    <a:pt x="50521" y="92985"/>
                    <a:pt x="108876" y="16358"/>
                    <a:pt x="120856" y="4378"/>
                  </a:cubicBezTo>
                  <a:lnTo>
                    <a:pt x="120856" y="4378"/>
                  </a:lnTo>
                  <a:cubicBezTo>
                    <a:pt x="125006" y="237"/>
                    <a:pt x="132837" y="-3066"/>
                    <a:pt x="146816" y="4666"/>
                  </a:cubicBezTo>
                  <a:cubicBezTo>
                    <a:pt x="180777" y="23442"/>
                    <a:pt x="236125" y="102788"/>
                    <a:pt x="222588" y="162006"/>
                  </a:cubicBezTo>
                  <a:cubicBezTo>
                    <a:pt x="211039" y="212539"/>
                    <a:pt x="172820" y="296781"/>
                    <a:pt x="147536" y="352525"/>
                  </a:cubicBezTo>
                  <a:cubicBezTo>
                    <a:pt x="137436" y="374794"/>
                    <a:pt x="129452" y="392383"/>
                    <a:pt x="126050" y="401474"/>
                  </a:cubicBezTo>
                  <a:cubicBezTo>
                    <a:pt x="120253" y="416929"/>
                    <a:pt x="117229" y="452501"/>
                    <a:pt x="114304" y="486913"/>
                  </a:cubicBezTo>
                  <a:cubicBezTo>
                    <a:pt x="111162" y="523863"/>
                    <a:pt x="108192" y="558778"/>
                    <a:pt x="101855" y="572586"/>
                  </a:cubicBezTo>
                  <a:cubicBezTo>
                    <a:pt x="99056" y="578698"/>
                    <a:pt x="93880" y="583126"/>
                    <a:pt x="86454" y="585764"/>
                  </a:cubicBezTo>
                  <a:cubicBezTo>
                    <a:pt x="80738" y="587798"/>
                    <a:pt x="74005" y="588644"/>
                    <a:pt x="66849" y="588644"/>
                  </a:cubicBezTo>
                  <a:close/>
                  <a:moveTo>
                    <a:pt x="131811" y="6358"/>
                  </a:moveTo>
                  <a:cubicBezTo>
                    <a:pt x="129389" y="6358"/>
                    <a:pt x="127130" y="7051"/>
                    <a:pt x="125330" y="8851"/>
                  </a:cubicBezTo>
                  <a:lnTo>
                    <a:pt x="125330" y="8851"/>
                  </a:lnTo>
                  <a:cubicBezTo>
                    <a:pt x="115681" y="18500"/>
                    <a:pt x="58046" y="93363"/>
                    <a:pt x="85653" y="141150"/>
                  </a:cubicBezTo>
                  <a:cubicBezTo>
                    <a:pt x="118480" y="197984"/>
                    <a:pt x="91315" y="290723"/>
                    <a:pt x="78119" y="327952"/>
                  </a:cubicBezTo>
                  <a:cubicBezTo>
                    <a:pt x="75356" y="335747"/>
                    <a:pt x="71710" y="345747"/>
                    <a:pt x="67516" y="357242"/>
                  </a:cubicBezTo>
                  <a:cubicBezTo>
                    <a:pt x="49126" y="407666"/>
                    <a:pt x="-6834" y="561128"/>
                    <a:pt x="7982" y="568419"/>
                  </a:cubicBezTo>
                  <a:cubicBezTo>
                    <a:pt x="23320" y="575971"/>
                    <a:pt x="62736" y="587492"/>
                    <a:pt x="84347" y="579796"/>
                  </a:cubicBezTo>
                  <a:cubicBezTo>
                    <a:pt x="90090" y="577753"/>
                    <a:pt x="94051" y="574440"/>
                    <a:pt x="96121" y="569940"/>
                  </a:cubicBezTo>
                  <a:cubicBezTo>
                    <a:pt x="101999" y="557131"/>
                    <a:pt x="105050" y="521162"/>
                    <a:pt x="108012" y="486364"/>
                  </a:cubicBezTo>
                  <a:cubicBezTo>
                    <a:pt x="110973" y="451529"/>
                    <a:pt x="114033" y="415506"/>
                    <a:pt x="120145" y="399242"/>
                  </a:cubicBezTo>
                  <a:cubicBezTo>
                    <a:pt x="123629" y="389961"/>
                    <a:pt x="131640" y="372283"/>
                    <a:pt x="141793" y="349906"/>
                  </a:cubicBezTo>
                  <a:cubicBezTo>
                    <a:pt x="166979" y="294396"/>
                    <a:pt x="205027" y="210505"/>
                    <a:pt x="216440" y="160593"/>
                  </a:cubicBezTo>
                  <a:cubicBezTo>
                    <a:pt x="229132" y="105038"/>
                    <a:pt x="175466" y="27718"/>
                    <a:pt x="143773" y="10192"/>
                  </a:cubicBezTo>
                  <a:cubicBezTo>
                    <a:pt x="140173" y="8203"/>
                    <a:pt x="135771" y="6358"/>
                    <a:pt x="131811" y="6358"/>
                  </a:cubicBezTo>
                  <a:close/>
                  <a:moveTo>
                    <a:pt x="123098" y="6619"/>
                  </a:moveTo>
                  <a:lnTo>
                    <a:pt x="123179" y="6619"/>
                  </a:lnTo>
                  <a:lnTo>
                    <a:pt x="123098" y="66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9"/>
            <p:cNvSpPr/>
            <p:nvPr/>
          </p:nvSpPr>
          <p:spPr>
            <a:xfrm flipH="1">
              <a:off x="7274297" y="-765129"/>
              <a:ext cx="5798078" cy="3429697"/>
            </a:xfrm>
            <a:custGeom>
              <a:avLst/>
              <a:gdLst/>
              <a:ahLst/>
              <a:cxnLst/>
              <a:rect l="l" t="t" r="r" b="b"/>
              <a:pathLst>
                <a:path w="5841892" h="3455614" extrusionOk="0">
                  <a:moveTo>
                    <a:pt x="4228231" y="3455606"/>
                  </a:moveTo>
                  <a:cubicBezTo>
                    <a:pt x="4122043" y="3455606"/>
                    <a:pt x="4078631" y="3412841"/>
                    <a:pt x="4036478" y="3371319"/>
                  </a:cubicBezTo>
                  <a:cubicBezTo>
                    <a:pt x="3999763" y="3335152"/>
                    <a:pt x="3961795" y="3297752"/>
                    <a:pt x="3877562" y="3284277"/>
                  </a:cubicBezTo>
                  <a:cubicBezTo>
                    <a:pt x="3857625" y="3281091"/>
                    <a:pt x="3836985" y="3277976"/>
                    <a:pt x="3816030" y="3274826"/>
                  </a:cubicBezTo>
                  <a:cubicBezTo>
                    <a:pt x="3659788" y="3251297"/>
                    <a:pt x="3498235" y="3226958"/>
                    <a:pt x="3455893" y="3149746"/>
                  </a:cubicBezTo>
                  <a:cubicBezTo>
                    <a:pt x="3441797" y="3124038"/>
                    <a:pt x="3441941" y="3094613"/>
                    <a:pt x="3456316" y="3062272"/>
                  </a:cubicBezTo>
                  <a:cubicBezTo>
                    <a:pt x="3470790" y="3029697"/>
                    <a:pt x="3492150" y="2992846"/>
                    <a:pt x="3514761" y="2953817"/>
                  </a:cubicBezTo>
                  <a:cubicBezTo>
                    <a:pt x="3571324" y="2856208"/>
                    <a:pt x="3635431" y="2745574"/>
                    <a:pt x="3613648" y="2665482"/>
                  </a:cubicBezTo>
                  <a:cubicBezTo>
                    <a:pt x="3605295" y="2634779"/>
                    <a:pt x="3584835" y="2610584"/>
                    <a:pt x="3551090" y="2591510"/>
                  </a:cubicBezTo>
                  <a:cubicBezTo>
                    <a:pt x="3369860" y="2489077"/>
                    <a:pt x="2799644" y="2464252"/>
                    <a:pt x="2590798" y="2528529"/>
                  </a:cubicBezTo>
                  <a:cubicBezTo>
                    <a:pt x="2485242" y="2561005"/>
                    <a:pt x="2412548" y="2619837"/>
                    <a:pt x="2335579" y="2682116"/>
                  </a:cubicBezTo>
                  <a:cubicBezTo>
                    <a:pt x="2265190" y="2739067"/>
                    <a:pt x="2192406" y="2797952"/>
                    <a:pt x="2093312" y="2833624"/>
                  </a:cubicBezTo>
                  <a:cubicBezTo>
                    <a:pt x="1977908" y="2875173"/>
                    <a:pt x="1900759" y="2852373"/>
                    <a:pt x="1819100" y="2828250"/>
                  </a:cubicBezTo>
                  <a:cubicBezTo>
                    <a:pt x="1754094" y="2809051"/>
                    <a:pt x="1680401" y="2787304"/>
                    <a:pt x="1574943" y="2794316"/>
                  </a:cubicBezTo>
                  <a:cubicBezTo>
                    <a:pt x="1512898" y="2798447"/>
                    <a:pt x="1462131" y="2798888"/>
                    <a:pt x="1417341" y="2799275"/>
                  </a:cubicBezTo>
                  <a:cubicBezTo>
                    <a:pt x="1290227" y="2800365"/>
                    <a:pt x="1213501" y="2801022"/>
                    <a:pt x="1067510" y="2888612"/>
                  </a:cubicBezTo>
                  <a:cubicBezTo>
                    <a:pt x="863040" y="3011307"/>
                    <a:pt x="835118" y="3011307"/>
                    <a:pt x="617793" y="3011307"/>
                  </a:cubicBezTo>
                  <a:cubicBezTo>
                    <a:pt x="400469" y="3011307"/>
                    <a:pt x="25318" y="3184940"/>
                    <a:pt x="21492" y="3186686"/>
                  </a:cubicBezTo>
                  <a:cubicBezTo>
                    <a:pt x="13868" y="3190179"/>
                    <a:pt x="4876" y="3186830"/>
                    <a:pt x="1383" y="3179215"/>
                  </a:cubicBezTo>
                  <a:cubicBezTo>
                    <a:pt x="-2109" y="3171600"/>
                    <a:pt x="1239" y="3162599"/>
                    <a:pt x="8854" y="3159107"/>
                  </a:cubicBezTo>
                  <a:cubicBezTo>
                    <a:pt x="24724" y="3151834"/>
                    <a:pt x="400046" y="2980955"/>
                    <a:pt x="617793" y="2980955"/>
                  </a:cubicBezTo>
                  <a:cubicBezTo>
                    <a:pt x="835541" y="2980955"/>
                    <a:pt x="854633" y="2980955"/>
                    <a:pt x="1051911" y="2862599"/>
                  </a:cubicBezTo>
                  <a:cubicBezTo>
                    <a:pt x="1204977" y="2770751"/>
                    <a:pt x="1284817" y="2770067"/>
                    <a:pt x="1417089" y="2768933"/>
                  </a:cubicBezTo>
                  <a:cubicBezTo>
                    <a:pt x="1461465" y="2768546"/>
                    <a:pt x="1511764" y="2768123"/>
                    <a:pt x="1572936" y="2764045"/>
                  </a:cubicBezTo>
                  <a:cubicBezTo>
                    <a:pt x="1683830" y="2756664"/>
                    <a:pt x="1760250" y="2779230"/>
                    <a:pt x="1827696" y="2799150"/>
                  </a:cubicBezTo>
                  <a:cubicBezTo>
                    <a:pt x="1907807" y="2822823"/>
                    <a:pt x="1976990" y="2843246"/>
                    <a:pt x="2083051" y="2805081"/>
                  </a:cubicBezTo>
                  <a:cubicBezTo>
                    <a:pt x="2177320" y="2771138"/>
                    <a:pt x="2244928" y="2716438"/>
                    <a:pt x="2316505" y="2658524"/>
                  </a:cubicBezTo>
                  <a:cubicBezTo>
                    <a:pt x="2392322" y="2597172"/>
                    <a:pt x="2470732" y="2533732"/>
                    <a:pt x="2581887" y="2499527"/>
                  </a:cubicBezTo>
                  <a:cubicBezTo>
                    <a:pt x="2795503" y="2433828"/>
                    <a:pt x="3379788" y="2459823"/>
                    <a:pt x="3566032" y="2565101"/>
                  </a:cubicBezTo>
                  <a:cubicBezTo>
                    <a:pt x="3606627" y="2588036"/>
                    <a:pt x="3632496" y="2619135"/>
                    <a:pt x="3642938" y="2657516"/>
                  </a:cubicBezTo>
                  <a:cubicBezTo>
                    <a:pt x="3668042" y="2749823"/>
                    <a:pt x="3600560" y="2866280"/>
                    <a:pt x="3541026" y="2969020"/>
                  </a:cubicBezTo>
                  <a:cubicBezTo>
                    <a:pt x="3518829" y="3007329"/>
                    <a:pt x="3497866" y="3043505"/>
                    <a:pt x="3484049" y="3074586"/>
                  </a:cubicBezTo>
                  <a:cubicBezTo>
                    <a:pt x="3473580" y="3098142"/>
                    <a:pt x="3473067" y="3117953"/>
                    <a:pt x="3482510" y="3135155"/>
                  </a:cubicBezTo>
                  <a:cubicBezTo>
                    <a:pt x="3517623" y="3199198"/>
                    <a:pt x="3678564" y="3223438"/>
                    <a:pt x="3820558" y="3244825"/>
                  </a:cubicBezTo>
                  <a:cubicBezTo>
                    <a:pt x="3841612" y="3247993"/>
                    <a:pt x="3862341" y="3251117"/>
                    <a:pt x="3882360" y="3254312"/>
                  </a:cubicBezTo>
                  <a:cubicBezTo>
                    <a:pt x="3976179" y="3269326"/>
                    <a:pt x="4019529" y="3312028"/>
                    <a:pt x="4057775" y="3349698"/>
                  </a:cubicBezTo>
                  <a:cubicBezTo>
                    <a:pt x="4104599" y="3395820"/>
                    <a:pt x="4145078" y="3435668"/>
                    <a:pt x="4272165" y="3422940"/>
                  </a:cubicBezTo>
                  <a:cubicBezTo>
                    <a:pt x="4616334" y="3388520"/>
                    <a:pt x="4863921" y="3377989"/>
                    <a:pt x="5029137" y="3390770"/>
                  </a:cubicBezTo>
                  <a:cubicBezTo>
                    <a:pt x="5082208" y="3394794"/>
                    <a:pt x="5134398" y="3373533"/>
                    <a:pt x="5184300" y="3327348"/>
                  </a:cubicBezTo>
                  <a:cubicBezTo>
                    <a:pt x="5289506" y="3229964"/>
                    <a:pt x="5359301" y="3039310"/>
                    <a:pt x="5359301" y="2955941"/>
                  </a:cubicBezTo>
                  <a:cubicBezTo>
                    <a:pt x="5359301" y="2903311"/>
                    <a:pt x="5299110" y="2858647"/>
                    <a:pt x="5240881" y="2815451"/>
                  </a:cubicBezTo>
                  <a:cubicBezTo>
                    <a:pt x="5176640" y="2767789"/>
                    <a:pt x="5110211" y="2718508"/>
                    <a:pt x="5110211" y="2650612"/>
                  </a:cubicBezTo>
                  <a:cubicBezTo>
                    <a:pt x="5110211" y="2589161"/>
                    <a:pt x="5185596" y="2521850"/>
                    <a:pt x="5272872" y="2443918"/>
                  </a:cubicBezTo>
                  <a:cubicBezTo>
                    <a:pt x="5366142" y="2360639"/>
                    <a:pt x="5471843" y="2266244"/>
                    <a:pt x="5463832" y="2186106"/>
                  </a:cubicBezTo>
                  <a:cubicBezTo>
                    <a:pt x="5453336" y="2081242"/>
                    <a:pt x="5475560" y="1986010"/>
                    <a:pt x="5506317" y="1854196"/>
                  </a:cubicBezTo>
                  <a:cubicBezTo>
                    <a:pt x="5523491" y="1780576"/>
                    <a:pt x="5542961" y="1697144"/>
                    <a:pt x="5560387" y="1595484"/>
                  </a:cubicBezTo>
                  <a:cubicBezTo>
                    <a:pt x="5602108" y="1352084"/>
                    <a:pt x="5656988" y="1114353"/>
                    <a:pt x="5774993" y="1023585"/>
                  </a:cubicBezTo>
                  <a:cubicBezTo>
                    <a:pt x="5811016" y="995880"/>
                    <a:pt x="5814104" y="948786"/>
                    <a:pt x="5810350" y="914149"/>
                  </a:cubicBezTo>
                  <a:cubicBezTo>
                    <a:pt x="5799594" y="814857"/>
                    <a:pt x="5723705" y="702486"/>
                    <a:pt x="5641191" y="663655"/>
                  </a:cubicBezTo>
                  <a:cubicBezTo>
                    <a:pt x="5562521" y="626633"/>
                    <a:pt x="5578246" y="569449"/>
                    <a:pt x="5592125" y="518997"/>
                  </a:cubicBezTo>
                  <a:cubicBezTo>
                    <a:pt x="5606167" y="467897"/>
                    <a:pt x="5619444" y="419642"/>
                    <a:pt x="5558092" y="372719"/>
                  </a:cubicBezTo>
                  <a:cubicBezTo>
                    <a:pt x="5418988" y="266352"/>
                    <a:pt x="5354449" y="29126"/>
                    <a:pt x="5351776" y="19081"/>
                  </a:cubicBezTo>
                  <a:cubicBezTo>
                    <a:pt x="5349625" y="10988"/>
                    <a:pt x="5354431" y="2680"/>
                    <a:pt x="5362524" y="520"/>
                  </a:cubicBezTo>
                  <a:cubicBezTo>
                    <a:pt x="5370625" y="-1649"/>
                    <a:pt x="5378933" y="3166"/>
                    <a:pt x="5381084" y="11259"/>
                  </a:cubicBezTo>
                  <a:cubicBezTo>
                    <a:pt x="5381723" y="13626"/>
                    <a:pt x="5445694" y="248584"/>
                    <a:pt x="5576527" y="348623"/>
                  </a:cubicBezTo>
                  <a:cubicBezTo>
                    <a:pt x="5654126" y="407968"/>
                    <a:pt x="5635970" y="473991"/>
                    <a:pt x="5621379" y="527035"/>
                  </a:cubicBezTo>
                  <a:cubicBezTo>
                    <a:pt x="5607626" y="577028"/>
                    <a:pt x="5598552" y="610053"/>
                    <a:pt x="5654117" y="636202"/>
                  </a:cubicBezTo>
                  <a:cubicBezTo>
                    <a:pt x="5745128" y="679038"/>
                    <a:pt x="5828749" y="802255"/>
                    <a:pt x="5840522" y="910882"/>
                  </a:cubicBezTo>
                  <a:cubicBezTo>
                    <a:pt x="5847012" y="970748"/>
                    <a:pt x="5830306" y="1019310"/>
                    <a:pt x="5793500" y="1047628"/>
                  </a:cubicBezTo>
                  <a:cubicBezTo>
                    <a:pt x="5683758" y="1132041"/>
                    <a:pt x="5630984" y="1363281"/>
                    <a:pt x="5590298" y="1600606"/>
                  </a:cubicBezTo>
                  <a:cubicBezTo>
                    <a:pt x="5572719" y="1703157"/>
                    <a:pt x="5553142" y="1787057"/>
                    <a:pt x="5535868" y="1861091"/>
                  </a:cubicBezTo>
                  <a:cubicBezTo>
                    <a:pt x="5505777" y="1990051"/>
                    <a:pt x="5484040" y="2083231"/>
                    <a:pt x="5494022" y="2183082"/>
                  </a:cubicBezTo>
                  <a:cubicBezTo>
                    <a:pt x="5503572" y="2278593"/>
                    <a:pt x="5396566" y="2374141"/>
                    <a:pt x="5293088" y="2466547"/>
                  </a:cubicBezTo>
                  <a:cubicBezTo>
                    <a:pt x="5218099" y="2533516"/>
                    <a:pt x="5140563" y="2602753"/>
                    <a:pt x="5140563" y="2650621"/>
                  </a:cubicBezTo>
                  <a:cubicBezTo>
                    <a:pt x="5140563" y="2703251"/>
                    <a:pt x="5200754" y="2747915"/>
                    <a:pt x="5258974" y="2791103"/>
                  </a:cubicBezTo>
                  <a:cubicBezTo>
                    <a:pt x="5323215" y="2838773"/>
                    <a:pt x="5389653" y="2888054"/>
                    <a:pt x="5389653" y="2955950"/>
                  </a:cubicBezTo>
                  <a:cubicBezTo>
                    <a:pt x="5389653" y="3046736"/>
                    <a:pt x="5317689" y="3245230"/>
                    <a:pt x="5204922" y="3349617"/>
                  </a:cubicBezTo>
                  <a:cubicBezTo>
                    <a:pt x="5148575" y="3401779"/>
                    <a:pt x="5088627" y="3425866"/>
                    <a:pt x="5026824" y="3421023"/>
                  </a:cubicBezTo>
                  <a:cubicBezTo>
                    <a:pt x="4863453" y="3408430"/>
                    <a:pt x="4617576" y="3418908"/>
                    <a:pt x="4275217" y="3453130"/>
                  </a:cubicBezTo>
                  <a:cubicBezTo>
                    <a:pt x="4258312" y="3454823"/>
                    <a:pt x="4242713" y="3455615"/>
                    <a:pt x="4228275" y="34556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4" name="Google Shape;3434;p9"/>
            <p:cNvSpPr/>
            <p:nvPr/>
          </p:nvSpPr>
          <p:spPr>
            <a:xfrm rot="-1732416">
              <a:off x="8219640" y="962574"/>
              <a:ext cx="1290537" cy="888707"/>
            </a:xfrm>
            <a:custGeom>
              <a:avLst/>
              <a:gdLst/>
              <a:ahLst/>
              <a:cxnLst/>
              <a:rect l="l" t="t" r="r" b="b"/>
              <a:pathLst>
                <a:path w="1291550" h="889405" extrusionOk="0">
                  <a:moveTo>
                    <a:pt x="124989" y="889405"/>
                  </a:moveTo>
                  <a:cubicBezTo>
                    <a:pt x="96546" y="889405"/>
                    <a:pt x="82792" y="874041"/>
                    <a:pt x="76275" y="861151"/>
                  </a:cubicBezTo>
                  <a:cubicBezTo>
                    <a:pt x="46706" y="802742"/>
                    <a:pt x="106087" y="661307"/>
                    <a:pt x="161669" y="585607"/>
                  </a:cubicBezTo>
                  <a:cubicBezTo>
                    <a:pt x="191265" y="545317"/>
                    <a:pt x="202363" y="501941"/>
                    <a:pt x="193776" y="460166"/>
                  </a:cubicBezTo>
                  <a:cubicBezTo>
                    <a:pt x="185315" y="419022"/>
                    <a:pt x="158159" y="383125"/>
                    <a:pt x="117311" y="359092"/>
                  </a:cubicBezTo>
                  <a:cubicBezTo>
                    <a:pt x="52530" y="320981"/>
                    <a:pt x="-15726" y="201886"/>
                    <a:pt x="3212" y="132307"/>
                  </a:cubicBezTo>
                  <a:cubicBezTo>
                    <a:pt x="11997" y="100047"/>
                    <a:pt x="37885" y="82279"/>
                    <a:pt x="76095" y="82279"/>
                  </a:cubicBezTo>
                  <a:cubicBezTo>
                    <a:pt x="128941" y="82279"/>
                    <a:pt x="215082" y="64681"/>
                    <a:pt x="314824" y="44312"/>
                  </a:cubicBezTo>
                  <a:cubicBezTo>
                    <a:pt x="376635" y="31692"/>
                    <a:pt x="446692" y="17380"/>
                    <a:pt x="517990" y="5453"/>
                  </a:cubicBezTo>
                  <a:cubicBezTo>
                    <a:pt x="712820" y="-27140"/>
                    <a:pt x="827514" y="94295"/>
                    <a:pt x="889109" y="159536"/>
                  </a:cubicBezTo>
                  <a:cubicBezTo>
                    <a:pt x="908497" y="180058"/>
                    <a:pt x="928480" y="207647"/>
                    <a:pt x="949642" y="236856"/>
                  </a:cubicBezTo>
                  <a:cubicBezTo>
                    <a:pt x="999436" y="305580"/>
                    <a:pt x="1055883" y="383467"/>
                    <a:pt x="1126794" y="403954"/>
                  </a:cubicBezTo>
                  <a:cubicBezTo>
                    <a:pt x="1204987" y="426538"/>
                    <a:pt x="1272883" y="483722"/>
                    <a:pt x="1288221" y="539917"/>
                  </a:cubicBezTo>
                  <a:cubicBezTo>
                    <a:pt x="1296079" y="568702"/>
                    <a:pt x="1289967" y="594797"/>
                    <a:pt x="1270543" y="615365"/>
                  </a:cubicBezTo>
                  <a:cubicBezTo>
                    <a:pt x="1211324" y="678076"/>
                    <a:pt x="1014621" y="744406"/>
                    <a:pt x="887875" y="744406"/>
                  </a:cubicBezTo>
                  <a:cubicBezTo>
                    <a:pt x="831780" y="744406"/>
                    <a:pt x="781788" y="734693"/>
                    <a:pt x="733451" y="725296"/>
                  </a:cubicBezTo>
                  <a:cubicBezTo>
                    <a:pt x="671181" y="713198"/>
                    <a:pt x="612376" y="701785"/>
                    <a:pt x="548198" y="713100"/>
                  </a:cubicBezTo>
                  <a:cubicBezTo>
                    <a:pt x="493660" y="722731"/>
                    <a:pt x="414926" y="763794"/>
                    <a:pt x="338785" y="803516"/>
                  </a:cubicBezTo>
                  <a:cubicBezTo>
                    <a:pt x="254102" y="847685"/>
                    <a:pt x="174118" y="889405"/>
                    <a:pt x="125007" y="889405"/>
                  </a:cubicBezTo>
                  <a:close/>
                  <a:moveTo>
                    <a:pt x="582330" y="30306"/>
                  </a:moveTo>
                  <a:cubicBezTo>
                    <a:pt x="563527" y="30306"/>
                    <a:pt x="543769" y="31908"/>
                    <a:pt x="522977" y="35382"/>
                  </a:cubicBezTo>
                  <a:cubicBezTo>
                    <a:pt x="452218" y="47210"/>
                    <a:pt x="382441" y="61468"/>
                    <a:pt x="320882" y="74043"/>
                  </a:cubicBezTo>
                  <a:cubicBezTo>
                    <a:pt x="219529" y="94745"/>
                    <a:pt x="131992" y="112621"/>
                    <a:pt x="76086" y="112621"/>
                  </a:cubicBezTo>
                  <a:cubicBezTo>
                    <a:pt x="43745" y="112621"/>
                    <a:pt x="35707" y="128410"/>
                    <a:pt x="32475" y="140291"/>
                  </a:cubicBezTo>
                  <a:cubicBezTo>
                    <a:pt x="18388" y="191994"/>
                    <a:pt x="73647" y="298226"/>
                    <a:pt x="132676" y="332961"/>
                  </a:cubicBezTo>
                  <a:cubicBezTo>
                    <a:pt x="181022" y="361396"/>
                    <a:pt x="213264" y="404413"/>
                    <a:pt x="223471" y="454073"/>
                  </a:cubicBezTo>
                  <a:cubicBezTo>
                    <a:pt x="233688" y="503768"/>
                    <a:pt x="220420" y="556866"/>
                    <a:pt x="186107" y="603582"/>
                  </a:cubicBezTo>
                  <a:cubicBezTo>
                    <a:pt x="131146" y="678418"/>
                    <a:pt x="82162" y="805650"/>
                    <a:pt x="103324" y="847469"/>
                  </a:cubicBezTo>
                  <a:cubicBezTo>
                    <a:pt x="106060" y="852879"/>
                    <a:pt x="111001" y="859080"/>
                    <a:pt x="124980" y="859080"/>
                  </a:cubicBezTo>
                  <a:cubicBezTo>
                    <a:pt x="166656" y="859080"/>
                    <a:pt x="247009" y="817162"/>
                    <a:pt x="324726" y="776630"/>
                  </a:cubicBezTo>
                  <a:cubicBezTo>
                    <a:pt x="402901" y="735846"/>
                    <a:pt x="483749" y="693684"/>
                    <a:pt x="542896" y="683242"/>
                  </a:cubicBezTo>
                  <a:cubicBezTo>
                    <a:pt x="612574" y="670911"/>
                    <a:pt x="674088" y="682882"/>
                    <a:pt x="739203" y="695538"/>
                  </a:cubicBezTo>
                  <a:cubicBezTo>
                    <a:pt x="786135" y="704656"/>
                    <a:pt x="834661" y="714081"/>
                    <a:pt x="887839" y="714081"/>
                  </a:cubicBezTo>
                  <a:cubicBezTo>
                    <a:pt x="1015440" y="714081"/>
                    <a:pt x="1199172" y="646743"/>
                    <a:pt x="1248454" y="594554"/>
                  </a:cubicBezTo>
                  <a:cubicBezTo>
                    <a:pt x="1260398" y="581898"/>
                    <a:pt x="1263927" y="566209"/>
                    <a:pt x="1258931" y="547910"/>
                  </a:cubicBezTo>
                  <a:cubicBezTo>
                    <a:pt x="1246402" y="501986"/>
                    <a:pt x="1185959" y="452632"/>
                    <a:pt x="1118351" y="433109"/>
                  </a:cubicBezTo>
                  <a:cubicBezTo>
                    <a:pt x="1037421" y="409733"/>
                    <a:pt x="977725" y="327354"/>
                    <a:pt x="925059" y="254669"/>
                  </a:cubicBezTo>
                  <a:cubicBezTo>
                    <a:pt x="904492" y="226279"/>
                    <a:pt x="885067" y="199465"/>
                    <a:pt x="867029" y="180373"/>
                  </a:cubicBezTo>
                  <a:cubicBezTo>
                    <a:pt x="812437" y="122559"/>
                    <a:pt x="725332" y="30315"/>
                    <a:pt x="582321" y="303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5" name="Google Shape;3435;p9"/>
            <p:cNvSpPr/>
            <p:nvPr/>
          </p:nvSpPr>
          <p:spPr>
            <a:xfrm rot="-1732416">
              <a:off x="8372913" y="1221623"/>
              <a:ext cx="397604" cy="280796"/>
            </a:xfrm>
            <a:custGeom>
              <a:avLst/>
              <a:gdLst/>
              <a:ahLst/>
              <a:cxnLst/>
              <a:rect l="l" t="t" r="r" b="b"/>
              <a:pathLst>
                <a:path w="397916" h="281017" extrusionOk="0">
                  <a:moveTo>
                    <a:pt x="178033" y="281009"/>
                  </a:moveTo>
                  <a:cubicBezTo>
                    <a:pt x="150490" y="281009"/>
                    <a:pt x="107941" y="268695"/>
                    <a:pt x="96735" y="257489"/>
                  </a:cubicBezTo>
                  <a:cubicBezTo>
                    <a:pt x="93071" y="253825"/>
                    <a:pt x="87688" y="243780"/>
                    <a:pt x="80218" y="229882"/>
                  </a:cubicBezTo>
                  <a:cubicBezTo>
                    <a:pt x="66167" y="203707"/>
                    <a:pt x="46913" y="167855"/>
                    <a:pt x="27669" y="153291"/>
                  </a:cubicBezTo>
                  <a:cubicBezTo>
                    <a:pt x="7398" y="137953"/>
                    <a:pt x="-1603" y="102065"/>
                    <a:pt x="233" y="76106"/>
                  </a:cubicBezTo>
                  <a:cubicBezTo>
                    <a:pt x="1565" y="57212"/>
                    <a:pt x="8010" y="43639"/>
                    <a:pt x="18361" y="37878"/>
                  </a:cubicBezTo>
                  <a:lnTo>
                    <a:pt x="18361" y="37878"/>
                  </a:lnTo>
                  <a:cubicBezTo>
                    <a:pt x="45068" y="23044"/>
                    <a:pt x="136502" y="12063"/>
                    <a:pt x="155440" y="12063"/>
                  </a:cubicBezTo>
                  <a:cubicBezTo>
                    <a:pt x="159806" y="12063"/>
                    <a:pt x="166683" y="12585"/>
                    <a:pt x="175369" y="13251"/>
                  </a:cubicBezTo>
                  <a:cubicBezTo>
                    <a:pt x="207062" y="15663"/>
                    <a:pt x="260079" y="19714"/>
                    <a:pt x="292645" y="6761"/>
                  </a:cubicBezTo>
                  <a:cubicBezTo>
                    <a:pt x="328137" y="-7326"/>
                    <a:pt x="350658" y="3377"/>
                    <a:pt x="372468" y="13719"/>
                  </a:cubicBezTo>
                  <a:cubicBezTo>
                    <a:pt x="377554" y="16131"/>
                    <a:pt x="382810" y="18625"/>
                    <a:pt x="388166" y="20767"/>
                  </a:cubicBezTo>
                  <a:cubicBezTo>
                    <a:pt x="392748" y="22603"/>
                    <a:pt x="395763" y="25726"/>
                    <a:pt x="397122" y="30065"/>
                  </a:cubicBezTo>
                  <a:cubicBezTo>
                    <a:pt x="402037" y="45709"/>
                    <a:pt x="383278" y="74243"/>
                    <a:pt x="365141" y="101832"/>
                  </a:cubicBezTo>
                  <a:cubicBezTo>
                    <a:pt x="356986" y="114244"/>
                    <a:pt x="349281" y="125964"/>
                    <a:pt x="344636" y="135244"/>
                  </a:cubicBezTo>
                  <a:lnTo>
                    <a:pt x="337372" y="149880"/>
                  </a:lnTo>
                  <a:cubicBezTo>
                    <a:pt x="321566" y="181843"/>
                    <a:pt x="301890" y="221628"/>
                    <a:pt x="282240" y="248650"/>
                  </a:cubicBezTo>
                  <a:cubicBezTo>
                    <a:pt x="258702" y="281018"/>
                    <a:pt x="206225" y="281018"/>
                    <a:pt x="178024" y="281018"/>
                  </a:cubicBezTo>
                  <a:close/>
                  <a:moveTo>
                    <a:pt x="155440" y="18390"/>
                  </a:moveTo>
                  <a:cubicBezTo>
                    <a:pt x="134288" y="18390"/>
                    <a:pt x="45698" y="29930"/>
                    <a:pt x="21440" y="43414"/>
                  </a:cubicBezTo>
                  <a:lnTo>
                    <a:pt x="21440" y="43414"/>
                  </a:lnTo>
                  <a:cubicBezTo>
                    <a:pt x="13132" y="48022"/>
                    <a:pt x="7704" y="60111"/>
                    <a:pt x="6543" y="76556"/>
                  </a:cubicBezTo>
                  <a:cubicBezTo>
                    <a:pt x="4824" y="100868"/>
                    <a:pt x="12988" y="134254"/>
                    <a:pt x="31485" y="148260"/>
                  </a:cubicBezTo>
                  <a:cubicBezTo>
                    <a:pt x="51837" y="163661"/>
                    <a:pt x="71459" y="200205"/>
                    <a:pt x="85789" y="226894"/>
                  </a:cubicBezTo>
                  <a:cubicBezTo>
                    <a:pt x="92450" y="239307"/>
                    <a:pt x="98202" y="250027"/>
                    <a:pt x="101208" y="253024"/>
                  </a:cubicBezTo>
                  <a:cubicBezTo>
                    <a:pt x="110264" y="262079"/>
                    <a:pt x="150679" y="274690"/>
                    <a:pt x="178042" y="274690"/>
                  </a:cubicBezTo>
                  <a:cubicBezTo>
                    <a:pt x="205406" y="274690"/>
                    <a:pt x="255497" y="274690"/>
                    <a:pt x="277145" y="244923"/>
                  </a:cubicBezTo>
                  <a:cubicBezTo>
                    <a:pt x="296480" y="218334"/>
                    <a:pt x="316022" y="178818"/>
                    <a:pt x="331720" y="147071"/>
                  </a:cubicBezTo>
                  <a:lnTo>
                    <a:pt x="338992" y="132418"/>
                  </a:lnTo>
                  <a:cubicBezTo>
                    <a:pt x="343799" y="122813"/>
                    <a:pt x="351603" y="110932"/>
                    <a:pt x="359866" y="98366"/>
                  </a:cubicBezTo>
                  <a:cubicBezTo>
                    <a:pt x="375564" y="74477"/>
                    <a:pt x="395115" y="44746"/>
                    <a:pt x="391091" y="31964"/>
                  </a:cubicBezTo>
                  <a:cubicBezTo>
                    <a:pt x="390308" y="29462"/>
                    <a:pt x="388625" y="27770"/>
                    <a:pt x="385817" y="26636"/>
                  </a:cubicBezTo>
                  <a:cubicBezTo>
                    <a:pt x="380281" y="24430"/>
                    <a:pt x="374934" y="21883"/>
                    <a:pt x="369759" y="19435"/>
                  </a:cubicBezTo>
                  <a:cubicBezTo>
                    <a:pt x="348237" y="9218"/>
                    <a:pt x="327894" y="-431"/>
                    <a:pt x="294977" y="12639"/>
                  </a:cubicBezTo>
                  <a:cubicBezTo>
                    <a:pt x="261051" y="26105"/>
                    <a:pt x="207107" y="22000"/>
                    <a:pt x="174892" y="19561"/>
                  </a:cubicBezTo>
                  <a:cubicBezTo>
                    <a:pt x="166332" y="18904"/>
                    <a:pt x="159572" y="18390"/>
                    <a:pt x="155440" y="18390"/>
                  </a:cubicBezTo>
                  <a:close/>
                  <a:moveTo>
                    <a:pt x="19901" y="40650"/>
                  </a:moveTo>
                  <a:lnTo>
                    <a:pt x="19982" y="40650"/>
                  </a:lnTo>
                  <a:lnTo>
                    <a:pt x="19901" y="40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9"/>
            <p:cNvSpPr/>
            <p:nvPr/>
          </p:nvSpPr>
          <p:spPr>
            <a:xfrm rot="-1732416">
              <a:off x="8468431" y="1288686"/>
              <a:ext cx="206719" cy="146898"/>
            </a:xfrm>
            <a:custGeom>
              <a:avLst/>
              <a:gdLst/>
              <a:ahLst/>
              <a:cxnLst/>
              <a:rect l="l" t="t" r="r" b="b"/>
              <a:pathLst>
                <a:path w="206881" h="147013" extrusionOk="0">
                  <a:moveTo>
                    <a:pt x="92715" y="147013"/>
                  </a:moveTo>
                  <a:cubicBezTo>
                    <a:pt x="78025" y="147013"/>
                    <a:pt x="56062" y="140595"/>
                    <a:pt x="49995" y="134520"/>
                  </a:cubicBezTo>
                  <a:cubicBezTo>
                    <a:pt x="48051" y="132575"/>
                    <a:pt x="45665" y="128209"/>
                    <a:pt x="41273" y="120019"/>
                  </a:cubicBezTo>
                  <a:cubicBezTo>
                    <a:pt x="34549" y="107489"/>
                    <a:pt x="24378" y="88551"/>
                    <a:pt x="14791" y="81296"/>
                  </a:cubicBezTo>
                  <a:cubicBezTo>
                    <a:pt x="3855" y="73024"/>
                    <a:pt x="-862" y="54481"/>
                    <a:pt x="129" y="40439"/>
                  </a:cubicBezTo>
                  <a:cubicBezTo>
                    <a:pt x="849" y="30223"/>
                    <a:pt x="4431" y="22833"/>
                    <a:pt x="10210" y="19620"/>
                  </a:cubicBezTo>
                  <a:lnTo>
                    <a:pt x="10210" y="19620"/>
                  </a:lnTo>
                  <a:cubicBezTo>
                    <a:pt x="24081" y="11914"/>
                    <a:pt x="71373" y="6207"/>
                    <a:pt x="81157" y="6207"/>
                  </a:cubicBezTo>
                  <a:cubicBezTo>
                    <a:pt x="83389" y="6207"/>
                    <a:pt x="86981" y="6478"/>
                    <a:pt x="91473" y="6820"/>
                  </a:cubicBezTo>
                  <a:cubicBezTo>
                    <a:pt x="107576" y="8044"/>
                    <a:pt x="134498" y="10087"/>
                    <a:pt x="150844" y="3597"/>
                  </a:cubicBezTo>
                  <a:cubicBezTo>
                    <a:pt x="169621" y="-3865"/>
                    <a:pt x="181484" y="1752"/>
                    <a:pt x="192961" y="7198"/>
                  </a:cubicBezTo>
                  <a:cubicBezTo>
                    <a:pt x="195562" y="8431"/>
                    <a:pt x="198191" y="9682"/>
                    <a:pt x="200909" y="10771"/>
                  </a:cubicBezTo>
                  <a:cubicBezTo>
                    <a:pt x="203663" y="11869"/>
                    <a:pt x="205562" y="13850"/>
                    <a:pt x="206400" y="16496"/>
                  </a:cubicBezTo>
                  <a:cubicBezTo>
                    <a:pt x="209136" y="25200"/>
                    <a:pt x="199766" y="39458"/>
                    <a:pt x="189846" y="54553"/>
                  </a:cubicBezTo>
                  <a:cubicBezTo>
                    <a:pt x="185697" y="60872"/>
                    <a:pt x="181772" y="66840"/>
                    <a:pt x="179432" y="71511"/>
                  </a:cubicBezTo>
                  <a:lnTo>
                    <a:pt x="175706" y="79018"/>
                  </a:lnTo>
                  <a:cubicBezTo>
                    <a:pt x="167587" y="95436"/>
                    <a:pt x="157478" y="115860"/>
                    <a:pt x="147352" y="129803"/>
                  </a:cubicBezTo>
                  <a:cubicBezTo>
                    <a:pt x="134840" y="147004"/>
                    <a:pt x="107441" y="147004"/>
                    <a:pt x="92733" y="147004"/>
                  </a:cubicBezTo>
                  <a:close/>
                  <a:moveTo>
                    <a:pt x="81148" y="12517"/>
                  </a:moveTo>
                  <a:cubicBezTo>
                    <a:pt x="70725" y="12517"/>
                    <a:pt x="25242" y="18485"/>
                    <a:pt x="13270" y="25137"/>
                  </a:cubicBezTo>
                  <a:lnTo>
                    <a:pt x="13270" y="25137"/>
                  </a:lnTo>
                  <a:cubicBezTo>
                    <a:pt x="9472" y="27243"/>
                    <a:pt x="6978" y="32977"/>
                    <a:pt x="6429" y="40871"/>
                  </a:cubicBezTo>
                  <a:cubicBezTo>
                    <a:pt x="5565" y="53086"/>
                    <a:pt x="9886" y="69657"/>
                    <a:pt x="18599" y="76255"/>
                  </a:cubicBezTo>
                  <a:cubicBezTo>
                    <a:pt x="29283" y="84347"/>
                    <a:pt x="39428" y="103231"/>
                    <a:pt x="46836" y="117030"/>
                  </a:cubicBezTo>
                  <a:cubicBezTo>
                    <a:pt x="50049" y="123016"/>
                    <a:pt x="53091" y="128678"/>
                    <a:pt x="54460" y="130055"/>
                  </a:cubicBezTo>
                  <a:cubicBezTo>
                    <a:pt x="58474" y="134060"/>
                    <a:pt x="78007" y="140694"/>
                    <a:pt x="92715" y="140694"/>
                  </a:cubicBezTo>
                  <a:cubicBezTo>
                    <a:pt x="106306" y="140694"/>
                    <a:pt x="131600" y="140694"/>
                    <a:pt x="142230" y="126095"/>
                  </a:cubicBezTo>
                  <a:cubicBezTo>
                    <a:pt x="152051" y="112584"/>
                    <a:pt x="162024" y="92421"/>
                    <a:pt x="170035" y="76228"/>
                  </a:cubicBezTo>
                  <a:lnTo>
                    <a:pt x="173770" y="68694"/>
                  </a:lnTo>
                  <a:cubicBezTo>
                    <a:pt x="176273" y="63689"/>
                    <a:pt x="180296" y="57568"/>
                    <a:pt x="184554" y="51088"/>
                  </a:cubicBezTo>
                  <a:cubicBezTo>
                    <a:pt x="191998" y="39755"/>
                    <a:pt x="202196" y="24246"/>
                    <a:pt x="200360" y="18395"/>
                  </a:cubicBezTo>
                  <a:cubicBezTo>
                    <a:pt x="200171" y="17810"/>
                    <a:pt x="199820" y="17144"/>
                    <a:pt x="198560" y="16640"/>
                  </a:cubicBezTo>
                  <a:cubicBezTo>
                    <a:pt x="195706" y="15506"/>
                    <a:pt x="192970" y="14210"/>
                    <a:pt x="190242" y="12913"/>
                  </a:cubicBezTo>
                  <a:cubicBezTo>
                    <a:pt x="179072" y="7621"/>
                    <a:pt x="169423" y="3030"/>
                    <a:pt x="153176" y="9475"/>
                  </a:cubicBezTo>
                  <a:cubicBezTo>
                    <a:pt x="135470" y="16514"/>
                    <a:pt x="107630" y="14390"/>
                    <a:pt x="90986" y="13120"/>
                  </a:cubicBezTo>
                  <a:cubicBezTo>
                    <a:pt x="86702" y="12797"/>
                    <a:pt x="83272" y="12526"/>
                    <a:pt x="81148" y="12526"/>
                  </a:cubicBezTo>
                  <a:close/>
                  <a:moveTo>
                    <a:pt x="11731" y="22374"/>
                  </a:moveTo>
                  <a:lnTo>
                    <a:pt x="11812" y="22374"/>
                  </a:lnTo>
                  <a:lnTo>
                    <a:pt x="11731" y="223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7" name="Google Shape;3437;p9"/>
            <p:cNvSpPr/>
            <p:nvPr/>
          </p:nvSpPr>
          <p:spPr>
            <a:xfrm rot="-1732416">
              <a:off x="8475844" y="1192899"/>
              <a:ext cx="851746" cy="479040"/>
            </a:xfrm>
            <a:custGeom>
              <a:avLst/>
              <a:gdLst/>
              <a:ahLst/>
              <a:cxnLst/>
              <a:rect l="l" t="t" r="r" b="b"/>
              <a:pathLst>
                <a:path w="852415" h="479416" extrusionOk="0">
                  <a:moveTo>
                    <a:pt x="4835" y="479417"/>
                  </a:moveTo>
                  <a:cubicBezTo>
                    <a:pt x="3224" y="479417"/>
                    <a:pt x="1820" y="478562"/>
                    <a:pt x="974" y="477059"/>
                  </a:cubicBezTo>
                  <a:cubicBezTo>
                    <a:pt x="-5552" y="465528"/>
                    <a:pt x="22397" y="375390"/>
                    <a:pt x="34962" y="354480"/>
                  </a:cubicBezTo>
                  <a:cubicBezTo>
                    <a:pt x="49715" y="329961"/>
                    <a:pt x="164003" y="249122"/>
                    <a:pt x="275393" y="207329"/>
                  </a:cubicBezTo>
                  <a:cubicBezTo>
                    <a:pt x="352938" y="178219"/>
                    <a:pt x="357349" y="161522"/>
                    <a:pt x="363460" y="138416"/>
                  </a:cubicBezTo>
                  <a:cubicBezTo>
                    <a:pt x="365693" y="129991"/>
                    <a:pt x="368213" y="120441"/>
                    <a:pt x="374541" y="109414"/>
                  </a:cubicBezTo>
                  <a:cubicBezTo>
                    <a:pt x="397359" y="69656"/>
                    <a:pt x="430636" y="27512"/>
                    <a:pt x="453670" y="9222"/>
                  </a:cubicBezTo>
                  <a:lnTo>
                    <a:pt x="453670" y="9222"/>
                  </a:lnTo>
                  <a:cubicBezTo>
                    <a:pt x="467856" y="-2039"/>
                    <a:pt x="490521" y="-6233"/>
                    <a:pt x="511647" y="15712"/>
                  </a:cubicBezTo>
                  <a:cubicBezTo>
                    <a:pt x="522241" y="26712"/>
                    <a:pt x="529109" y="40789"/>
                    <a:pt x="537813" y="58612"/>
                  </a:cubicBezTo>
                  <a:cubicBezTo>
                    <a:pt x="546814" y="77037"/>
                    <a:pt x="558003" y="99963"/>
                    <a:pt x="577652" y="128659"/>
                  </a:cubicBezTo>
                  <a:cubicBezTo>
                    <a:pt x="613405" y="180884"/>
                    <a:pt x="703903" y="206969"/>
                    <a:pt x="776606" y="227942"/>
                  </a:cubicBezTo>
                  <a:lnTo>
                    <a:pt x="790873" y="232064"/>
                  </a:lnTo>
                  <a:cubicBezTo>
                    <a:pt x="819271" y="240327"/>
                    <a:pt x="838093" y="253892"/>
                    <a:pt x="846806" y="272372"/>
                  </a:cubicBezTo>
                  <a:cubicBezTo>
                    <a:pt x="855591" y="291004"/>
                    <a:pt x="854052" y="314371"/>
                    <a:pt x="842233" y="341834"/>
                  </a:cubicBezTo>
                  <a:cubicBezTo>
                    <a:pt x="827165" y="376866"/>
                    <a:pt x="606078" y="393392"/>
                    <a:pt x="578031" y="393392"/>
                  </a:cubicBezTo>
                  <a:cubicBezTo>
                    <a:pt x="537840" y="393392"/>
                    <a:pt x="376188" y="371303"/>
                    <a:pt x="341389" y="362266"/>
                  </a:cubicBezTo>
                  <a:cubicBezTo>
                    <a:pt x="304899" y="352788"/>
                    <a:pt x="199045" y="372186"/>
                    <a:pt x="171978" y="389774"/>
                  </a:cubicBezTo>
                  <a:cubicBezTo>
                    <a:pt x="147918" y="405427"/>
                    <a:pt x="15673" y="479399"/>
                    <a:pt x="4835" y="479399"/>
                  </a:cubicBezTo>
                  <a:close/>
                  <a:moveTo>
                    <a:pt x="6492" y="473980"/>
                  </a:moveTo>
                  <a:lnTo>
                    <a:pt x="6564" y="473980"/>
                  </a:lnTo>
                  <a:lnTo>
                    <a:pt x="6492" y="473980"/>
                  </a:lnTo>
                  <a:close/>
                  <a:moveTo>
                    <a:pt x="457595" y="14173"/>
                  </a:moveTo>
                  <a:lnTo>
                    <a:pt x="457595" y="14173"/>
                  </a:lnTo>
                  <a:cubicBezTo>
                    <a:pt x="435110" y="32022"/>
                    <a:pt x="402481" y="73410"/>
                    <a:pt x="380022" y="112565"/>
                  </a:cubicBezTo>
                  <a:cubicBezTo>
                    <a:pt x="374109" y="122862"/>
                    <a:pt x="371804" y="131593"/>
                    <a:pt x="369572" y="140036"/>
                  </a:cubicBezTo>
                  <a:cubicBezTo>
                    <a:pt x="363226" y="164033"/>
                    <a:pt x="358213" y="182999"/>
                    <a:pt x="277616" y="213243"/>
                  </a:cubicBezTo>
                  <a:cubicBezTo>
                    <a:pt x="171366" y="253118"/>
                    <a:pt x="54945" y="333544"/>
                    <a:pt x="40381" y="357748"/>
                  </a:cubicBezTo>
                  <a:cubicBezTo>
                    <a:pt x="26258" y="381232"/>
                    <a:pt x="4358" y="459632"/>
                    <a:pt x="6177" y="472774"/>
                  </a:cubicBezTo>
                  <a:cubicBezTo>
                    <a:pt x="22442" y="467571"/>
                    <a:pt x="138638" y="403942"/>
                    <a:pt x="168540" y="384499"/>
                  </a:cubicBezTo>
                  <a:cubicBezTo>
                    <a:pt x="196407" y="366371"/>
                    <a:pt x="305349" y="346388"/>
                    <a:pt x="342983" y="356164"/>
                  </a:cubicBezTo>
                  <a:cubicBezTo>
                    <a:pt x="377556" y="365156"/>
                    <a:pt x="538119" y="387092"/>
                    <a:pt x="578031" y="387092"/>
                  </a:cubicBezTo>
                  <a:cubicBezTo>
                    <a:pt x="627753" y="387092"/>
                    <a:pt x="824636" y="366785"/>
                    <a:pt x="836436" y="339358"/>
                  </a:cubicBezTo>
                  <a:cubicBezTo>
                    <a:pt x="847508" y="313624"/>
                    <a:pt x="849074" y="292003"/>
                    <a:pt x="841099" y="275081"/>
                  </a:cubicBezTo>
                  <a:cubicBezTo>
                    <a:pt x="833187" y="258312"/>
                    <a:pt x="815698" y="245881"/>
                    <a:pt x="789108" y="238149"/>
                  </a:cubicBezTo>
                  <a:lnTo>
                    <a:pt x="774859" y="234027"/>
                  </a:lnTo>
                  <a:cubicBezTo>
                    <a:pt x="701176" y="212775"/>
                    <a:pt x="609472" y="186338"/>
                    <a:pt x="572441" y="132241"/>
                  </a:cubicBezTo>
                  <a:cubicBezTo>
                    <a:pt x="552530" y="103158"/>
                    <a:pt x="541216" y="80008"/>
                    <a:pt x="532134" y="61402"/>
                  </a:cubicBezTo>
                  <a:cubicBezTo>
                    <a:pt x="523681" y="44074"/>
                    <a:pt x="516994" y="30393"/>
                    <a:pt x="507092" y="20114"/>
                  </a:cubicBezTo>
                  <a:cubicBezTo>
                    <a:pt x="484193" y="-3667"/>
                    <a:pt x="463428" y="9564"/>
                    <a:pt x="457595" y="141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8" name="Google Shape;3438;p9"/>
            <p:cNvSpPr/>
            <p:nvPr/>
          </p:nvSpPr>
          <p:spPr>
            <a:xfrm rot="-1732416">
              <a:off x="8718436" y="1290265"/>
              <a:ext cx="388520" cy="215318"/>
            </a:xfrm>
            <a:custGeom>
              <a:avLst/>
              <a:gdLst/>
              <a:ahLst/>
              <a:cxnLst/>
              <a:rect l="l" t="t" r="r" b="b"/>
              <a:pathLst>
                <a:path w="388825" h="215487" extrusionOk="0">
                  <a:moveTo>
                    <a:pt x="346037" y="215487"/>
                  </a:moveTo>
                  <a:cubicBezTo>
                    <a:pt x="318322" y="215487"/>
                    <a:pt x="280400" y="210042"/>
                    <a:pt x="242433" y="204038"/>
                  </a:cubicBezTo>
                  <a:cubicBezTo>
                    <a:pt x="226618" y="201536"/>
                    <a:pt x="214133" y="199564"/>
                    <a:pt x="209489" y="199564"/>
                  </a:cubicBezTo>
                  <a:cubicBezTo>
                    <a:pt x="198984" y="199564"/>
                    <a:pt x="152664" y="197854"/>
                    <a:pt x="107874" y="196198"/>
                  </a:cubicBezTo>
                  <a:cubicBezTo>
                    <a:pt x="63138" y="194542"/>
                    <a:pt x="16881" y="192831"/>
                    <a:pt x="6494" y="192831"/>
                  </a:cubicBezTo>
                  <a:cubicBezTo>
                    <a:pt x="2705" y="192831"/>
                    <a:pt x="553" y="191625"/>
                    <a:pt x="85" y="189240"/>
                  </a:cubicBezTo>
                  <a:cubicBezTo>
                    <a:pt x="-419" y="186603"/>
                    <a:pt x="-1769" y="179582"/>
                    <a:pt x="97865" y="139733"/>
                  </a:cubicBezTo>
                  <a:cubicBezTo>
                    <a:pt x="112267" y="133973"/>
                    <a:pt x="133050" y="99642"/>
                    <a:pt x="151386" y="69344"/>
                  </a:cubicBezTo>
                  <a:cubicBezTo>
                    <a:pt x="170343" y="38029"/>
                    <a:pt x="188255" y="8442"/>
                    <a:pt x="202279" y="2429"/>
                  </a:cubicBezTo>
                  <a:lnTo>
                    <a:pt x="202279" y="2429"/>
                  </a:lnTo>
                  <a:cubicBezTo>
                    <a:pt x="230290" y="-9560"/>
                    <a:pt x="252658" y="25004"/>
                    <a:pt x="274288" y="58453"/>
                  </a:cubicBezTo>
                  <a:cubicBezTo>
                    <a:pt x="287538" y="78957"/>
                    <a:pt x="301238" y="100146"/>
                    <a:pt x="315774" y="110210"/>
                  </a:cubicBezTo>
                  <a:cubicBezTo>
                    <a:pt x="354813" y="137240"/>
                    <a:pt x="385651" y="158591"/>
                    <a:pt x="388774" y="196135"/>
                  </a:cubicBezTo>
                  <a:cubicBezTo>
                    <a:pt x="389125" y="200384"/>
                    <a:pt x="387658" y="204164"/>
                    <a:pt x="384517" y="207080"/>
                  </a:cubicBezTo>
                  <a:cubicBezTo>
                    <a:pt x="377991" y="213147"/>
                    <a:pt x="364210" y="215487"/>
                    <a:pt x="346037" y="215487"/>
                  </a:cubicBezTo>
                  <a:close/>
                  <a:moveTo>
                    <a:pt x="9698" y="186539"/>
                  </a:moveTo>
                  <a:cubicBezTo>
                    <a:pt x="24433" y="186782"/>
                    <a:pt x="66919" y="188358"/>
                    <a:pt x="108108" y="189870"/>
                  </a:cubicBezTo>
                  <a:cubicBezTo>
                    <a:pt x="152844" y="191526"/>
                    <a:pt x="199101" y="193236"/>
                    <a:pt x="209489" y="193236"/>
                  </a:cubicBezTo>
                  <a:cubicBezTo>
                    <a:pt x="214628" y="193236"/>
                    <a:pt x="226708" y="195145"/>
                    <a:pt x="243414" y="197791"/>
                  </a:cubicBezTo>
                  <a:cubicBezTo>
                    <a:pt x="285774" y="204479"/>
                    <a:pt x="364597" y="216936"/>
                    <a:pt x="380214" y="202445"/>
                  </a:cubicBezTo>
                  <a:cubicBezTo>
                    <a:pt x="381951" y="200834"/>
                    <a:pt x="382671" y="198997"/>
                    <a:pt x="382482" y="196657"/>
                  </a:cubicBezTo>
                  <a:cubicBezTo>
                    <a:pt x="379602" y="162083"/>
                    <a:pt x="349844" y="141489"/>
                    <a:pt x="312183" y="115403"/>
                  </a:cubicBezTo>
                  <a:cubicBezTo>
                    <a:pt x="296611" y="104620"/>
                    <a:pt x="282560" y="82891"/>
                    <a:pt x="268977" y="61882"/>
                  </a:cubicBezTo>
                  <a:cubicBezTo>
                    <a:pt x="247843" y="29190"/>
                    <a:pt x="227842" y="-1684"/>
                    <a:pt x="204763" y="8244"/>
                  </a:cubicBezTo>
                  <a:cubicBezTo>
                    <a:pt x="192593" y="13456"/>
                    <a:pt x="174384" y="43529"/>
                    <a:pt x="156778" y="72620"/>
                  </a:cubicBezTo>
                  <a:cubicBezTo>
                    <a:pt x="136102" y="106789"/>
                    <a:pt x="116569" y="139058"/>
                    <a:pt x="100196" y="145593"/>
                  </a:cubicBezTo>
                  <a:cubicBezTo>
                    <a:pt x="63237" y="160382"/>
                    <a:pt x="22138" y="178592"/>
                    <a:pt x="9689" y="186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8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4" name="Google Shape;6484;p19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6485" name="Google Shape;6485;p19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6" name="Google Shape;6486;p19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7" name="Google Shape;6487;p19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8" name="Google Shape;6488;p19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9" name="Google Shape;6489;p19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0" name="Google Shape;6490;p19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1" name="Google Shape;6491;p19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2" name="Google Shape;6492;p19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3" name="Google Shape;6493;p19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4" name="Google Shape;6494;p19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5" name="Google Shape;6495;p19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6" name="Google Shape;6496;p19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7" name="Google Shape;6497;p19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8" name="Google Shape;6498;p19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9" name="Google Shape;6499;p19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0" name="Google Shape;6500;p19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1" name="Google Shape;6501;p19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2" name="Google Shape;6502;p19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3" name="Google Shape;6503;p19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4" name="Google Shape;6504;p19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5" name="Google Shape;6505;p19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6" name="Google Shape;6506;p19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7" name="Google Shape;6507;p19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8" name="Google Shape;6508;p19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9" name="Google Shape;6509;p19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0" name="Google Shape;6510;p19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1" name="Google Shape;6511;p19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2" name="Google Shape;6512;p19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3" name="Google Shape;6513;p19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4" name="Google Shape;6514;p19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5" name="Google Shape;6515;p19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6" name="Google Shape;6516;p19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7" name="Google Shape;6517;p19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8" name="Google Shape;6518;p19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9" name="Google Shape;6519;p19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0" name="Google Shape;6520;p19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1" name="Google Shape;6521;p19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2" name="Google Shape;6522;p19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3" name="Google Shape;6523;p19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4" name="Google Shape;6524;p19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5" name="Google Shape;6525;p19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6" name="Google Shape;6526;p19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7" name="Google Shape;6527;p19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8" name="Google Shape;6528;p19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9" name="Google Shape;6529;p19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0" name="Google Shape;6530;p19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1" name="Google Shape;6531;p19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2" name="Google Shape;6532;p19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3" name="Google Shape;6533;p19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4" name="Google Shape;6534;p19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5" name="Google Shape;6535;p19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6" name="Google Shape;6536;p19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7" name="Google Shape;6537;p19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8" name="Google Shape;6538;p19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9" name="Google Shape;6539;p19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0" name="Google Shape;6540;p19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1" name="Google Shape;6541;p19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2" name="Google Shape;6542;p19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3" name="Google Shape;6543;p19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4" name="Google Shape;6544;p19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5" name="Google Shape;6545;p19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6" name="Google Shape;6546;p19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7" name="Google Shape;6547;p19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8" name="Google Shape;6548;p19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9" name="Google Shape;6549;p19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0" name="Google Shape;6550;p19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1" name="Google Shape;6551;p19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2" name="Google Shape;6552;p19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3" name="Google Shape;6553;p19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4" name="Google Shape;6554;p19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5" name="Google Shape;6555;p19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6" name="Google Shape;6556;p19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7" name="Google Shape;6557;p19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8" name="Google Shape;6558;p19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9" name="Google Shape;6559;p19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0" name="Google Shape;6560;p19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1" name="Google Shape;6561;p19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2" name="Google Shape;6562;p19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3" name="Google Shape;6563;p19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4" name="Google Shape;6564;p19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5" name="Google Shape;6565;p19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6" name="Google Shape;6566;p19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7" name="Google Shape;6567;p19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8" name="Google Shape;6568;p19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9" name="Google Shape;6569;p19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0" name="Google Shape;6570;p19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1" name="Google Shape;6571;p19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2" name="Google Shape;6572;p19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3" name="Google Shape;6573;p19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4" name="Google Shape;6574;p19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5" name="Google Shape;6575;p19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6" name="Google Shape;6576;p19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7" name="Google Shape;6577;p19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8" name="Google Shape;6578;p19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9" name="Google Shape;6579;p19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0" name="Google Shape;6580;p19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1" name="Google Shape;6581;p19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2" name="Google Shape;6582;p19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3" name="Google Shape;6583;p19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4" name="Google Shape;6584;p19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5" name="Google Shape;6585;p19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6" name="Google Shape;6586;p19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7" name="Google Shape;6587;p19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8" name="Google Shape;6588;p19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9" name="Google Shape;6589;p19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0" name="Google Shape;6590;p19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1" name="Google Shape;6591;p19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2" name="Google Shape;6592;p19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3" name="Google Shape;6593;p19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4" name="Google Shape;6594;p19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5" name="Google Shape;6595;p19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6" name="Google Shape;6596;p19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7" name="Google Shape;6597;p19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8" name="Google Shape;6598;p19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9" name="Google Shape;6599;p19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0" name="Google Shape;6600;p19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1" name="Google Shape;6601;p19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2" name="Google Shape;6602;p19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3" name="Google Shape;6603;p19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4" name="Google Shape;6604;p19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5" name="Google Shape;6605;p19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6" name="Google Shape;6606;p19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7" name="Google Shape;6607;p19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8" name="Google Shape;6608;p19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9" name="Google Shape;6609;p19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0" name="Google Shape;6610;p19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1" name="Google Shape;6611;p19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2" name="Google Shape;6612;p19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3" name="Google Shape;6613;p19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4" name="Google Shape;6614;p19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5" name="Google Shape;6615;p19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6" name="Google Shape;6616;p19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7" name="Google Shape;6617;p19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8" name="Google Shape;6618;p19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9" name="Google Shape;6619;p19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0" name="Google Shape;6620;p19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1" name="Google Shape;6621;p19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2" name="Google Shape;6622;p19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3" name="Google Shape;6623;p19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4" name="Google Shape;6624;p19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5" name="Google Shape;6625;p19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6" name="Google Shape;6626;p19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7" name="Google Shape;6627;p19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8" name="Google Shape;6628;p19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9" name="Google Shape;6629;p19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0" name="Google Shape;6630;p19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1" name="Google Shape;6631;p19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2" name="Google Shape;6632;p19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3" name="Google Shape;6633;p19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4" name="Google Shape;6634;p19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5" name="Google Shape;6635;p19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6" name="Google Shape;6636;p19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7" name="Google Shape;6637;p19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8" name="Google Shape;6638;p19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9" name="Google Shape;6639;p19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0" name="Google Shape;6640;p19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1" name="Google Shape;6641;p19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2" name="Google Shape;6642;p19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3" name="Google Shape;6643;p19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4" name="Google Shape;6644;p19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5" name="Google Shape;6645;p19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6" name="Google Shape;6646;p19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7" name="Google Shape;6647;p19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8" name="Google Shape;6648;p19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9" name="Google Shape;6649;p19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0" name="Google Shape;6650;p19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1" name="Google Shape;6651;p19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2" name="Google Shape;6652;p19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3" name="Google Shape;6653;p19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4" name="Google Shape;6654;p19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5" name="Google Shape;6655;p19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6" name="Google Shape;6656;p19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7" name="Google Shape;6657;p19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8" name="Google Shape;6658;p19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9" name="Google Shape;6659;p19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0" name="Google Shape;6660;p19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1" name="Google Shape;6661;p19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2" name="Google Shape;6662;p19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3" name="Google Shape;6663;p19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4" name="Google Shape;6664;p19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5" name="Google Shape;6665;p19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6" name="Google Shape;6666;p19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7" name="Google Shape;6667;p19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8" name="Google Shape;6668;p19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9" name="Google Shape;6669;p19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0" name="Google Shape;6670;p19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1" name="Google Shape;6671;p19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2" name="Google Shape;6672;p19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3" name="Google Shape;6673;p19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4" name="Google Shape;6674;p19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5" name="Google Shape;6675;p19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6" name="Google Shape;6676;p19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7" name="Google Shape;6677;p19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8" name="Google Shape;6678;p19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9" name="Google Shape;6679;p19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0" name="Google Shape;6680;p19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1" name="Google Shape;6681;p19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2" name="Google Shape;6682;p19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3" name="Google Shape;6683;p19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4" name="Google Shape;6684;p19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5" name="Google Shape;6685;p19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6" name="Google Shape;6686;p19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7" name="Google Shape;6687;p19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8" name="Google Shape;6688;p19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9" name="Google Shape;6689;p19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0" name="Google Shape;6690;p19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1" name="Google Shape;6691;p19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2" name="Google Shape;6692;p19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3" name="Google Shape;6693;p19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4" name="Google Shape;6694;p19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5" name="Google Shape;6695;p19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6" name="Google Shape;6696;p19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7" name="Google Shape;6697;p19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8" name="Google Shape;6698;p19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9" name="Google Shape;6699;p19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0" name="Google Shape;6700;p19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1" name="Google Shape;6701;p19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2" name="Google Shape;6702;p19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3" name="Google Shape;6703;p19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4" name="Google Shape;6704;p19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5" name="Google Shape;6705;p19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6" name="Google Shape;6706;p19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7" name="Google Shape;6707;p19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8" name="Google Shape;6708;p19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9" name="Google Shape;6709;p19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0" name="Google Shape;6710;p19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1" name="Google Shape;6711;p19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2" name="Google Shape;6712;p19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3" name="Google Shape;6713;p19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4" name="Google Shape;6714;p19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5" name="Google Shape;6715;p19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6" name="Google Shape;6716;p19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7" name="Google Shape;6717;p19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8" name="Google Shape;6718;p19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9" name="Google Shape;6719;p19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0" name="Google Shape;6720;p19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1" name="Google Shape;6721;p19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2" name="Google Shape;6722;p19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3" name="Google Shape;6723;p19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4" name="Google Shape;6724;p19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5" name="Google Shape;6725;p19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6" name="Google Shape;6726;p19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7" name="Google Shape;6727;p19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8" name="Google Shape;6728;p19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9" name="Google Shape;6729;p19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0" name="Google Shape;6730;p19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1" name="Google Shape;6731;p19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2" name="Google Shape;6732;p19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3" name="Google Shape;6733;p19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4" name="Google Shape;6734;p19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5" name="Google Shape;6735;p19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6" name="Google Shape;6736;p19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7" name="Google Shape;6737;p19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8" name="Google Shape;6738;p19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9" name="Google Shape;6739;p19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0" name="Google Shape;6740;p19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1" name="Google Shape;6741;p19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2" name="Google Shape;6742;p19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3" name="Google Shape;6743;p19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4" name="Google Shape;6744;p19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5" name="Google Shape;6745;p19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6" name="Google Shape;6746;p19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7" name="Google Shape;6747;p19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8" name="Google Shape;6748;p19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9" name="Google Shape;6749;p19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0" name="Google Shape;6750;p19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1" name="Google Shape;6751;p19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2" name="Google Shape;6752;p19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3" name="Google Shape;6753;p19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4" name="Google Shape;6754;p19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5" name="Google Shape;6755;p19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6" name="Google Shape;6756;p19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7" name="Google Shape;6757;p19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8" name="Google Shape;6758;p19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9" name="Google Shape;6759;p19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0" name="Google Shape;6760;p19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1" name="Google Shape;6761;p19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2" name="Google Shape;6762;p19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3" name="Google Shape;6763;p19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4" name="Google Shape;6764;p19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5" name="Google Shape;6765;p19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6" name="Google Shape;6766;p19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7" name="Google Shape;6767;p19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8" name="Google Shape;6768;p19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9" name="Google Shape;6769;p19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0" name="Google Shape;6770;p19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1" name="Google Shape;6771;p19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2" name="Google Shape;6772;p19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3" name="Google Shape;6773;p19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4" name="Google Shape;6774;p19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5" name="Google Shape;6775;p19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6" name="Google Shape;6776;p19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7" name="Google Shape;6777;p19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8" name="Google Shape;6778;p19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9" name="Google Shape;6779;p19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0" name="Google Shape;6780;p19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1" name="Google Shape;6781;p19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2" name="Google Shape;6782;p19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3" name="Google Shape;6783;p19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4" name="Google Shape;6784;p19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5" name="Google Shape;6785;p19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6" name="Google Shape;6786;p19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7" name="Google Shape;6787;p19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8" name="Google Shape;6788;p19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9" name="Google Shape;6789;p19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0" name="Google Shape;6790;p19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1" name="Google Shape;6791;p19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2" name="Google Shape;6792;p19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3" name="Google Shape;6793;p19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4" name="Google Shape;6794;p19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5" name="Google Shape;6795;p19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6" name="Google Shape;6796;p19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7" name="Google Shape;6797;p19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8" name="Google Shape;6798;p19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9" name="Google Shape;6799;p19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0" name="Google Shape;6800;p19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1" name="Google Shape;6801;p19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2" name="Google Shape;6802;p19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3" name="Google Shape;6803;p19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4" name="Google Shape;6804;p19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5" name="Google Shape;6805;p19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6" name="Google Shape;6806;p19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7" name="Google Shape;6807;p19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8" name="Google Shape;6808;p19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9" name="Google Shape;6809;p19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0" name="Google Shape;6810;p19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1" name="Google Shape;6811;p19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2" name="Google Shape;6812;p19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3" name="Google Shape;6813;p19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4" name="Google Shape;6814;p19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5" name="Google Shape;6815;p19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6" name="Google Shape;6816;p19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7" name="Google Shape;6817;p19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8" name="Google Shape;6818;p19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9" name="Google Shape;6819;p19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0" name="Google Shape;6820;p19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1" name="Google Shape;6821;p19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2" name="Google Shape;6822;p19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3" name="Google Shape;6823;p19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4" name="Google Shape;6824;p19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5" name="Google Shape;6825;p19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6" name="Google Shape;6826;p19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7" name="Google Shape;6827;p19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8" name="Google Shape;6828;p19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9" name="Google Shape;6829;p19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0" name="Google Shape;6830;p19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1" name="Google Shape;6831;p19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2" name="Google Shape;6832;p19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3" name="Google Shape;6833;p19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4" name="Google Shape;6834;p19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5" name="Google Shape;6835;p19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6" name="Google Shape;6836;p19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7" name="Google Shape;6837;p19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8" name="Google Shape;6838;p19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9" name="Google Shape;6839;p19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0" name="Google Shape;6840;p19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1" name="Google Shape;6841;p19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2" name="Google Shape;6842;p19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3" name="Google Shape;6843;p19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4" name="Google Shape;6844;p19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5" name="Google Shape;6845;p19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6" name="Google Shape;6846;p19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7" name="Google Shape;6847;p19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8" name="Google Shape;6848;p19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9" name="Google Shape;6849;p19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0" name="Google Shape;6850;p19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1" name="Google Shape;6851;p19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2" name="Google Shape;6852;p19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3" name="Google Shape;6853;p19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4" name="Google Shape;6854;p19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5" name="Google Shape;6855;p19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6" name="Google Shape;6856;p19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7" name="Google Shape;6857;p19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8" name="Google Shape;6858;p19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9" name="Google Shape;6859;p19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0" name="Google Shape;6860;p19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1" name="Google Shape;6861;p19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2" name="Google Shape;6862;p19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3" name="Google Shape;6863;p19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4" name="Google Shape;6864;p19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5" name="Google Shape;6865;p19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6" name="Google Shape;6866;p19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7" name="Google Shape;6867;p19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8" name="Google Shape;6868;p19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9" name="Google Shape;6869;p19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0" name="Google Shape;6870;p19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1" name="Google Shape;6871;p19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2" name="Google Shape;6872;p19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3" name="Google Shape;6873;p19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4" name="Google Shape;6874;p19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5" name="Google Shape;6875;p19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6" name="Google Shape;6876;p19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7" name="Google Shape;6877;p19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8" name="Google Shape;6878;p19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9" name="Google Shape;6879;p19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0" name="Google Shape;6880;p19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1" name="Google Shape;6881;p19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2" name="Google Shape;6882;p19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3" name="Google Shape;6883;p19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4" name="Google Shape;6884;p19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5" name="Google Shape;6885;p19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6" name="Google Shape;6886;p19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7" name="Google Shape;6887;p19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8" name="Google Shape;6888;p19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9" name="Google Shape;6889;p19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0" name="Google Shape;6890;p19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1" name="Google Shape;6891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92" name="Google Shape;6892;p19"/>
          <p:cNvSpPr txBox="1">
            <a:spLocks noGrp="1"/>
          </p:cNvSpPr>
          <p:nvPr>
            <p:ph type="subTitle" idx="1"/>
          </p:nvPr>
        </p:nvSpPr>
        <p:spPr>
          <a:xfrm>
            <a:off x="4346205" y="1934325"/>
            <a:ext cx="3237600" cy="18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93" name="Google Shape;6893;p19"/>
          <p:cNvSpPr txBox="1">
            <a:spLocks noGrp="1"/>
          </p:cNvSpPr>
          <p:nvPr>
            <p:ph type="subTitle" idx="2"/>
          </p:nvPr>
        </p:nvSpPr>
        <p:spPr>
          <a:xfrm>
            <a:off x="720000" y="1934325"/>
            <a:ext cx="3237600" cy="18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894" name="Google Shape;6894;p19"/>
          <p:cNvGrpSpPr/>
          <p:nvPr/>
        </p:nvGrpSpPr>
        <p:grpSpPr>
          <a:xfrm>
            <a:off x="7972401" y="144378"/>
            <a:ext cx="1728377" cy="5689472"/>
            <a:chOff x="7972401" y="144378"/>
            <a:chExt cx="1728377" cy="5689472"/>
          </a:xfrm>
        </p:grpSpPr>
        <p:sp>
          <p:nvSpPr>
            <p:cNvPr id="6895" name="Google Shape;6895;p19"/>
            <p:cNvSpPr/>
            <p:nvPr/>
          </p:nvSpPr>
          <p:spPr>
            <a:xfrm rot="-5400000">
              <a:off x="8236803" y="407774"/>
              <a:ext cx="1584995" cy="1058203"/>
            </a:xfrm>
            <a:custGeom>
              <a:avLst/>
              <a:gdLst/>
              <a:ahLst/>
              <a:cxnLst/>
              <a:rect l="l" t="t" r="r" b="b"/>
              <a:pathLst>
                <a:path w="1148547" h="766814" extrusionOk="0">
                  <a:moveTo>
                    <a:pt x="141412" y="766797"/>
                  </a:moveTo>
                  <a:cubicBezTo>
                    <a:pt x="136299" y="766797"/>
                    <a:pt x="131313" y="764205"/>
                    <a:pt x="128450" y="759524"/>
                  </a:cubicBezTo>
                  <a:cubicBezTo>
                    <a:pt x="121222" y="747678"/>
                    <a:pt x="-47766" y="468192"/>
                    <a:pt x="13262" y="358350"/>
                  </a:cubicBezTo>
                  <a:cubicBezTo>
                    <a:pt x="30805" y="326765"/>
                    <a:pt x="190801" y="48575"/>
                    <a:pt x="402644" y="6206"/>
                  </a:cubicBezTo>
                  <a:cubicBezTo>
                    <a:pt x="531415" y="-19519"/>
                    <a:pt x="736336" y="40528"/>
                    <a:pt x="871975" y="80286"/>
                  </a:cubicBezTo>
                  <a:cubicBezTo>
                    <a:pt x="921841" y="94913"/>
                    <a:pt x="961177" y="106461"/>
                    <a:pt x="982149" y="109450"/>
                  </a:cubicBezTo>
                  <a:cubicBezTo>
                    <a:pt x="1036787" y="117254"/>
                    <a:pt x="1109786" y="160748"/>
                    <a:pt x="1137329" y="220002"/>
                  </a:cubicBezTo>
                  <a:cubicBezTo>
                    <a:pt x="1154252" y="256484"/>
                    <a:pt x="1152002" y="293758"/>
                    <a:pt x="1130758" y="327800"/>
                  </a:cubicBezTo>
                  <a:cubicBezTo>
                    <a:pt x="1107986" y="364246"/>
                    <a:pt x="1083143" y="383959"/>
                    <a:pt x="1061269" y="401358"/>
                  </a:cubicBezTo>
                  <a:cubicBezTo>
                    <a:pt x="1025355" y="429928"/>
                    <a:pt x="997001" y="452494"/>
                    <a:pt x="983499" y="540336"/>
                  </a:cubicBezTo>
                  <a:cubicBezTo>
                    <a:pt x="959556" y="696210"/>
                    <a:pt x="761224" y="766797"/>
                    <a:pt x="704310" y="766797"/>
                  </a:cubicBezTo>
                  <a:cubicBezTo>
                    <a:pt x="695939" y="766797"/>
                    <a:pt x="689142" y="760010"/>
                    <a:pt x="689142" y="751630"/>
                  </a:cubicBezTo>
                  <a:cubicBezTo>
                    <a:pt x="689142" y="743250"/>
                    <a:pt x="695939" y="736463"/>
                    <a:pt x="704310" y="736463"/>
                  </a:cubicBezTo>
                  <a:cubicBezTo>
                    <a:pt x="749091" y="736463"/>
                    <a:pt x="932193" y="674220"/>
                    <a:pt x="953526" y="535728"/>
                  </a:cubicBezTo>
                  <a:cubicBezTo>
                    <a:pt x="968828" y="436157"/>
                    <a:pt x="1004562" y="407731"/>
                    <a:pt x="1042457" y="377631"/>
                  </a:cubicBezTo>
                  <a:cubicBezTo>
                    <a:pt x="1063340" y="360979"/>
                    <a:pt x="1084943" y="343759"/>
                    <a:pt x="1105015" y="311724"/>
                  </a:cubicBezTo>
                  <a:cubicBezTo>
                    <a:pt x="1120768" y="286458"/>
                    <a:pt x="1122388" y="259904"/>
                    <a:pt x="1109786" y="232802"/>
                  </a:cubicBezTo>
                  <a:cubicBezTo>
                    <a:pt x="1086923" y="183538"/>
                    <a:pt x="1023464" y="146013"/>
                    <a:pt x="977829" y="139496"/>
                  </a:cubicBezTo>
                  <a:cubicBezTo>
                    <a:pt x="954785" y="136192"/>
                    <a:pt x="914460" y="124374"/>
                    <a:pt x="863423" y="109414"/>
                  </a:cubicBezTo>
                  <a:cubicBezTo>
                    <a:pt x="730647" y="70493"/>
                    <a:pt x="530065" y="11679"/>
                    <a:pt x="408585" y="35973"/>
                  </a:cubicBezTo>
                  <a:cubicBezTo>
                    <a:pt x="247392" y="68206"/>
                    <a:pt x="100915" y="263055"/>
                    <a:pt x="39770" y="373103"/>
                  </a:cubicBezTo>
                  <a:cubicBezTo>
                    <a:pt x="-3796" y="451531"/>
                    <a:pt x="107702" y="667244"/>
                    <a:pt x="154338" y="743745"/>
                  </a:cubicBezTo>
                  <a:cubicBezTo>
                    <a:pt x="158703" y="750901"/>
                    <a:pt x="156435" y="760235"/>
                    <a:pt x="149279" y="764592"/>
                  </a:cubicBezTo>
                  <a:cubicBezTo>
                    <a:pt x="146812" y="766095"/>
                    <a:pt x="144085" y="766815"/>
                    <a:pt x="141394" y="7668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6" name="Google Shape;6896;p19"/>
            <p:cNvSpPr/>
            <p:nvPr/>
          </p:nvSpPr>
          <p:spPr>
            <a:xfrm rot="-5400000">
              <a:off x="8548811" y="558811"/>
              <a:ext cx="1132802" cy="868386"/>
            </a:xfrm>
            <a:custGeom>
              <a:avLst/>
              <a:gdLst/>
              <a:ahLst/>
              <a:cxnLst/>
              <a:rect l="l" t="t" r="r" b="b"/>
              <a:pathLst>
                <a:path w="820871" h="629265" extrusionOk="0">
                  <a:moveTo>
                    <a:pt x="686183" y="629257"/>
                  </a:moveTo>
                  <a:cubicBezTo>
                    <a:pt x="685850" y="629257"/>
                    <a:pt x="685518" y="629211"/>
                    <a:pt x="685185" y="629094"/>
                  </a:cubicBezTo>
                  <a:cubicBezTo>
                    <a:pt x="683529" y="628536"/>
                    <a:pt x="682637" y="626745"/>
                    <a:pt x="683186" y="625098"/>
                  </a:cubicBezTo>
                  <a:cubicBezTo>
                    <a:pt x="683591" y="623901"/>
                    <a:pt x="723421" y="504104"/>
                    <a:pt x="736608" y="436289"/>
                  </a:cubicBezTo>
                  <a:cubicBezTo>
                    <a:pt x="745699" y="389411"/>
                    <a:pt x="743179" y="372210"/>
                    <a:pt x="740748" y="355585"/>
                  </a:cubicBezTo>
                  <a:cubicBezTo>
                    <a:pt x="739578" y="348023"/>
                    <a:pt x="738408" y="340211"/>
                    <a:pt x="738408" y="329877"/>
                  </a:cubicBezTo>
                  <a:cubicBezTo>
                    <a:pt x="738408" y="298994"/>
                    <a:pt x="781974" y="246463"/>
                    <a:pt x="802947" y="221215"/>
                  </a:cubicBezTo>
                  <a:lnTo>
                    <a:pt x="807987" y="215112"/>
                  </a:lnTo>
                  <a:cubicBezTo>
                    <a:pt x="823559" y="196047"/>
                    <a:pt x="808257" y="133525"/>
                    <a:pt x="794575" y="115847"/>
                  </a:cubicBezTo>
                  <a:cubicBezTo>
                    <a:pt x="784674" y="103173"/>
                    <a:pt x="677290" y="77637"/>
                    <a:pt x="619602" y="63919"/>
                  </a:cubicBezTo>
                  <a:cubicBezTo>
                    <a:pt x="602293" y="59806"/>
                    <a:pt x="587711" y="56331"/>
                    <a:pt x="578376" y="53901"/>
                  </a:cubicBezTo>
                  <a:cubicBezTo>
                    <a:pt x="524063" y="39742"/>
                    <a:pt x="273525" y="-9692"/>
                    <a:pt x="232794" y="11604"/>
                  </a:cubicBezTo>
                  <a:cubicBezTo>
                    <a:pt x="187653" y="35151"/>
                    <a:pt x="9861" y="265644"/>
                    <a:pt x="6972" y="277130"/>
                  </a:cubicBezTo>
                  <a:cubicBezTo>
                    <a:pt x="3516" y="290938"/>
                    <a:pt x="14398" y="368555"/>
                    <a:pt x="22212" y="393929"/>
                  </a:cubicBezTo>
                  <a:cubicBezTo>
                    <a:pt x="29674" y="418170"/>
                    <a:pt x="103384" y="548696"/>
                    <a:pt x="104131" y="550019"/>
                  </a:cubicBezTo>
                  <a:cubicBezTo>
                    <a:pt x="104986" y="551540"/>
                    <a:pt x="104455" y="553466"/>
                    <a:pt x="102934" y="554331"/>
                  </a:cubicBezTo>
                  <a:cubicBezTo>
                    <a:pt x="101412" y="555150"/>
                    <a:pt x="99478" y="554654"/>
                    <a:pt x="98622" y="553133"/>
                  </a:cubicBezTo>
                  <a:cubicBezTo>
                    <a:pt x="95571" y="547742"/>
                    <a:pt x="23832" y="420681"/>
                    <a:pt x="16172" y="395793"/>
                  </a:cubicBezTo>
                  <a:cubicBezTo>
                    <a:pt x="8511" y="370913"/>
                    <a:pt x="-3235" y="291856"/>
                    <a:pt x="834" y="275600"/>
                  </a:cubicBezTo>
                  <a:cubicBezTo>
                    <a:pt x="5649" y="256337"/>
                    <a:pt x="186483" y="28635"/>
                    <a:pt x="229859" y="5996"/>
                  </a:cubicBezTo>
                  <a:cubicBezTo>
                    <a:pt x="275712" y="-17920"/>
                    <a:pt x="537412" y="36682"/>
                    <a:pt x="579960" y="47789"/>
                  </a:cubicBezTo>
                  <a:cubicBezTo>
                    <a:pt x="589268" y="50210"/>
                    <a:pt x="603805" y="53667"/>
                    <a:pt x="621051" y="57771"/>
                  </a:cubicBezTo>
                  <a:cubicBezTo>
                    <a:pt x="709191" y="78726"/>
                    <a:pt x="789175" y="98646"/>
                    <a:pt x="799526" y="111977"/>
                  </a:cubicBezTo>
                  <a:cubicBezTo>
                    <a:pt x="813298" y="129691"/>
                    <a:pt x="831660" y="196102"/>
                    <a:pt x="812848" y="219117"/>
                  </a:cubicBezTo>
                  <a:lnTo>
                    <a:pt x="807807" y="225256"/>
                  </a:lnTo>
                  <a:cubicBezTo>
                    <a:pt x="787285" y="249928"/>
                    <a:pt x="744799" y="301271"/>
                    <a:pt x="744799" y="329877"/>
                  </a:cubicBezTo>
                  <a:cubicBezTo>
                    <a:pt x="744799" y="339742"/>
                    <a:pt x="745879" y="346988"/>
                    <a:pt x="746960" y="354657"/>
                  </a:cubicBezTo>
                  <a:cubicBezTo>
                    <a:pt x="749480" y="371823"/>
                    <a:pt x="752090" y="389564"/>
                    <a:pt x="742819" y="437504"/>
                  </a:cubicBezTo>
                  <a:cubicBezTo>
                    <a:pt x="729587" y="505715"/>
                    <a:pt x="689595" y="625899"/>
                    <a:pt x="689189" y="627105"/>
                  </a:cubicBezTo>
                  <a:cubicBezTo>
                    <a:pt x="688749" y="628428"/>
                    <a:pt x="687516" y="629265"/>
                    <a:pt x="686193" y="6292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7" name="Google Shape;6897;p19"/>
            <p:cNvSpPr/>
            <p:nvPr/>
          </p:nvSpPr>
          <p:spPr>
            <a:xfrm rot="-5400000">
              <a:off x="8709631" y="696754"/>
              <a:ext cx="845392" cy="681263"/>
            </a:xfrm>
            <a:custGeom>
              <a:avLst/>
              <a:gdLst/>
              <a:ahLst/>
              <a:cxnLst/>
              <a:rect l="l" t="t" r="r" b="b"/>
              <a:pathLst>
                <a:path w="612603" h="493669" extrusionOk="0">
                  <a:moveTo>
                    <a:pt x="535878" y="493670"/>
                  </a:moveTo>
                  <a:cubicBezTo>
                    <a:pt x="535572" y="493670"/>
                    <a:pt x="535257" y="493625"/>
                    <a:pt x="534950" y="493535"/>
                  </a:cubicBezTo>
                  <a:cubicBezTo>
                    <a:pt x="533286" y="493013"/>
                    <a:pt x="532349" y="491249"/>
                    <a:pt x="532853" y="489583"/>
                  </a:cubicBezTo>
                  <a:cubicBezTo>
                    <a:pt x="533294" y="488152"/>
                    <a:pt x="576824" y="346168"/>
                    <a:pt x="580569" y="329281"/>
                  </a:cubicBezTo>
                  <a:cubicBezTo>
                    <a:pt x="583639" y="315509"/>
                    <a:pt x="574502" y="281575"/>
                    <a:pt x="569596" y="263339"/>
                  </a:cubicBezTo>
                  <a:cubicBezTo>
                    <a:pt x="568642" y="259765"/>
                    <a:pt x="567805" y="256678"/>
                    <a:pt x="567211" y="254293"/>
                  </a:cubicBezTo>
                  <a:cubicBezTo>
                    <a:pt x="564457" y="243239"/>
                    <a:pt x="577463" y="216028"/>
                    <a:pt x="605871" y="173417"/>
                  </a:cubicBezTo>
                  <a:cubicBezTo>
                    <a:pt x="611587" y="164848"/>
                    <a:pt x="580002" y="114819"/>
                    <a:pt x="571865" y="106682"/>
                  </a:cubicBezTo>
                  <a:cubicBezTo>
                    <a:pt x="565843" y="100660"/>
                    <a:pt x="483527" y="61685"/>
                    <a:pt x="463985" y="53872"/>
                  </a:cubicBezTo>
                  <a:cubicBezTo>
                    <a:pt x="437558" y="43305"/>
                    <a:pt x="217677" y="6319"/>
                    <a:pt x="191862" y="6319"/>
                  </a:cubicBezTo>
                  <a:cubicBezTo>
                    <a:pt x="170907" y="6319"/>
                    <a:pt x="33261" y="169537"/>
                    <a:pt x="22604" y="188197"/>
                  </a:cubicBezTo>
                  <a:cubicBezTo>
                    <a:pt x="15223" y="201104"/>
                    <a:pt x="2036" y="276336"/>
                    <a:pt x="7670" y="304501"/>
                  </a:cubicBezTo>
                  <a:cubicBezTo>
                    <a:pt x="13179" y="332054"/>
                    <a:pt x="103551" y="439609"/>
                    <a:pt x="104460" y="440698"/>
                  </a:cubicBezTo>
                  <a:cubicBezTo>
                    <a:pt x="105585" y="442030"/>
                    <a:pt x="105415" y="444028"/>
                    <a:pt x="104073" y="445153"/>
                  </a:cubicBezTo>
                  <a:cubicBezTo>
                    <a:pt x="102750" y="446260"/>
                    <a:pt x="100761" y="446117"/>
                    <a:pt x="99618" y="444766"/>
                  </a:cubicBezTo>
                  <a:cubicBezTo>
                    <a:pt x="95855" y="440284"/>
                    <a:pt x="7292" y="334871"/>
                    <a:pt x="1469" y="305734"/>
                  </a:cubicBezTo>
                  <a:cubicBezTo>
                    <a:pt x="-4517" y="275805"/>
                    <a:pt x="9219" y="198863"/>
                    <a:pt x="17104" y="185064"/>
                  </a:cubicBezTo>
                  <a:cubicBezTo>
                    <a:pt x="23513" y="173849"/>
                    <a:pt x="164696" y="0"/>
                    <a:pt x="191852" y="0"/>
                  </a:cubicBezTo>
                  <a:cubicBezTo>
                    <a:pt x="219009" y="0"/>
                    <a:pt x="438341" y="36815"/>
                    <a:pt x="466326" y="48003"/>
                  </a:cubicBezTo>
                  <a:cubicBezTo>
                    <a:pt x="482717" y="54556"/>
                    <a:pt x="568669" y="94557"/>
                    <a:pt x="576329" y="102208"/>
                  </a:cubicBezTo>
                  <a:cubicBezTo>
                    <a:pt x="580605" y="106484"/>
                    <a:pt x="620741" y="162489"/>
                    <a:pt x="611119" y="176909"/>
                  </a:cubicBezTo>
                  <a:cubicBezTo>
                    <a:pt x="573872" y="232771"/>
                    <a:pt x="572279" y="248550"/>
                    <a:pt x="573332" y="252744"/>
                  </a:cubicBezTo>
                  <a:cubicBezTo>
                    <a:pt x="573917" y="255103"/>
                    <a:pt x="574736" y="258154"/>
                    <a:pt x="575690" y="261683"/>
                  </a:cubicBezTo>
                  <a:cubicBezTo>
                    <a:pt x="581091" y="281755"/>
                    <a:pt x="590128" y="315356"/>
                    <a:pt x="586734" y="330640"/>
                  </a:cubicBezTo>
                  <a:cubicBezTo>
                    <a:pt x="582936" y="347770"/>
                    <a:pt x="540694" y="485569"/>
                    <a:pt x="538894" y="491428"/>
                  </a:cubicBezTo>
                  <a:cubicBezTo>
                    <a:pt x="538470" y="492788"/>
                    <a:pt x="537219" y="493661"/>
                    <a:pt x="535869" y="4936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8" name="Google Shape;6898;p19"/>
            <p:cNvSpPr/>
            <p:nvPr/>
          </p:nvSpPr>
          <p:spPr>
            <a:xfrm rot="-5400000">
              <a:off x="8780204" y="881118"/>
              <a:ext cx="582428" cy="371442"/>
            </a:xfrm>
            <a:custGeom>
              <a:avLst/>
              <a:gdLst/>
              <a:ahLst/>
              <a:cxnLst/>
              <a:rect l="l" t="t" r="r" b="b"/>
              <a:pathLst>
                <a:path w="422049" h="269161" extrusionOk="0">
                  <a:moveTo>
                    <a:pt x="250234" y="269162"/>
                  </a:moveTo>
                  <a:cubicBezTo>
                    <a:pt x="190610" y="269162"/>
                    <a:pt x="93766" y="257235"/>
                    <a:pt x="69022" y="247613"/>
                  </a:cubicBezTo>
                  <a:cubicBezTo>
                    <a:pt x="34250" y="234084"/>
                    <a:pt x="2368" y="196981"/>
                    <a:pt x="180" y="186044"/>
                  </a:cubicBezTo>
                  <a:cubicBezTo>
                    <a:pt x="-1845" y="175936"/>
                    <a:pt x="13403" y="115412"/>
                    <a:pt x="35447" y="93368"/>
                  </a:cubicBezTo>
                  <a:cubicBezTo>
                    <a:pt x="52297" y="76518"/>
                    <a:pt x="124892" y="7083"/>
                    <a:pt x="145712" y="845"/>
                  </a:cubicBezTo>
                  <a:cubicBezTo>
                    <a:pt x="158836" y="-3106"/>
                    <a:pt x="189710" y="7470"/>
                    <a:pt x="222437" y="18640"/>
                  </a:cubicBezTo>
                  <a:cubicBezTo>
                    <a:pt x="240314" y="24743"/>
                    <a:pt x="257191" y="30504"/>
                    <a:pt x="269622" y="33267"/>
                  </a:cubicBezTo>
                  <a:cubicBezTo>
                    <a:pt x="304088" y="40927"/>
                    <a:pt x="407529" y="98922"/>
                    <a:pt x="411912" y="101388"/>
                  </a:cubicBezTo>
                  <a:cubicBezTo>
                    <a:pt x="414964" y="103090"/>
                    <a:pt x="417151" y="107266"/>
                    <a:pt x="418799" y="114548"/>
                  </a:cubicBezTo>
                  <a:cubicBezTo>
                    <a:pt x="425235" y="142983"/>
                    <a:pt x="421508" y="213489"/>
                    <a:pt x="412939" y="225488"/>
                  </a:cubicBezTo>
                  <a:cubicBezTo>
                    <a:pt x="406827" y="234039"/>
                    <a:pt x="380696" y="241140"/>
                    <a:pt x="341514" y="250997"/>
                  </a:cubicBezTo>
                  <a:cubicBezTo>
                    <a:pt x="322144" y="255876"/>
                    <a:pt x="303844" y="260475"/>
                    <a:pt x="293043" y="264796"/>
                  </a:cubicBezTo>
                  <a:cubicBezTo>
                    <a:pt x="285365" y="267865"/>
                    <a:pt x="269802" y="269162"/>
                    <a:pt x="250234" y="269162"/>
                  </a:cubicBezTo>
                  <a:close/>
                  <a:moveTo>
                    <a:pt x="152589" y="6291"/>
                  </a:moveTo>
                  <a:cubicBezTo>
                    <a:pt x="150599" y="6291"/>
                    <a:pt x="148907" y="6480"/>
                    <a:pt x="147530" y="6894"/>
                  </a:cubicBezTo>
                  <a:cubicBezTo>
                    <a:pt x="130914" y="11871"/>
                    <a:pt x="68239" y="69524"/>
                    <a:pt x="39921" y="97842"/>
                  </a:cubicBezTo>
                  <a:cubicBezTo>
                    <a:pt x="19227" y="118535"/>
                    <a:pt x="4880" y="177277"/>
                    <a:pt x="6383" y="184811"/>
                  </a:cubicBezTo>
                  <a:cubicBezTo>
                    <a:pt x="8039" y="193102"/>
                    <a:pt x="37337" y="228512"/>
                    <a:pt x="71326" y="241726"/>
                  </a:cubicBezTo>
                  <a:cubicBezTo>
                    <a:pt x="106377" y="255363"/>
                    <a:pt x="263528" y="269809"/>
                    <a:pt x="290703" y="258936"/>
                  </a:cubicBezTo>
                  <a:cubicBezTo>
                    <a:pt x="301900" y="254453"/>
                    <a:pt x="320389" y="249800"/>
                    <a:pt x="339985" y="244867"/>
                  </a:cubicBezTo>
                  <a:cubicBezTo>
                    <a:pt x="367870" y="237846"/>
                    <a:pt x="402588" y="229106"/>
                    <a:pt x="407799" y="221806"/>
                  </a:cubicBezTo>
                  <a:cubicBezTo>
                    <a:pt x="414766" y="212058"/>
                    <a:pt x="418987" y="143946"/>
                    <a:pt x="412642" y="115934"/>
                  </a:cubicBezTo>
                  <a:cubicBezTo>
                    <a:pt x="410905" y="108229"/>
                    <a:pt x="409050" y="107005"/>
                    <a:pt x="408844" y="106897"/>
                  </a:cubicBezTo>
                  <a:cubicBezTo>
                    <a:pt x="408844" y="106897"/>
                    <a:pt x="408834" y="106897"/>
                    <a:pt x="408825" y="106888"/>
                  </a:cubicBezTo>
                  <a:cubicBezTo>
                    <a:pt x="407754" y="106285"/>
                    <a:pt x="301819" y="46886"/>
                    <a:pt x="268263" y="39433"/>
                  </a:cubicBezTo>
                  <a:cubicBezTo>
                    <a:pt x="255490" y="36598"/>
                    <a:pt x="238451" y="30774"/>
                    <a:pt x="220412" y="24617"/>
                  </a:cubicBezTo>
                  <a:cubicBezTo>
                    <a:pt x="195038" y="15958"/>
                    <a:pt x="166712" y="6291"/>
                    <a:pt x="152597" y="6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9" name="Google Shape;6899;p19"/>
            <p:cNvSpPr/>
            <p:nvPr/>
          </p:nvSpPr>
          <p:spPr>
            <a:xfrm rot="-5400000">
              <a:off x="6886832" y="3019904"/>
              <a:ext cx="3899514" cy="1728377"/>
            </a:xfrm>
            <a:custGeom>
              <a:avLst/>
              <a:gdLst/>
              <a:ahLst/>
              <a:cxnLst/>
              <a:rect l="l" t="t" r="r" b="b"/>
              <a:pathLst>
                <a:path w="2657250" h="1177770" extrusionOk="0">
                  <a:moveTo>
                    <a:pt x="2169800" y="1177771"/>
                  </a:moveTo>
                  <a:cubicBezTo>
                    <a:pt x="2078744" y="1177771"/>
                    <a:pt x="1957282" y="1121244"/>
                    <a:pt x="1797313" y="1041268"/>
                  </a:cubicBezTo>
                  <a:cubicBezTo>
                    <a:pt x="1653222" y="969223"/>
                    <a:pt x="1593878" y="914153"/>
                    <a:pt x="1546198" y="869904"/>
                  </a:cubicBezTo>
                  <a:cubicBezTo>
                    <a:pt x="1524487" y="849750"/>
                    <a:pt x="1505738" y="832360"/>
                    <a:pt x="1481984" y="815581"/>
                  </a:cubicBezTo>
                  <a:cubicBezTo>
                    <a:pt x="1410047" y="764806"/>
                    <a:pt x="1289701" y="733905"/>
                    <a:pt x="1182722" y="738828"/>
                  </a:cubicBezTo>
                  <a:cubicBezTo>
                    <a:pt x="1098777" y="742807"/>
                    <a:pt x="975758" y="628735"/>
                    <a:pt x="894189" y="553350"/>
                  </a:cubicBezTo>
                  <a:cubicBezTo>
                    <a:pt x="870993" y="531918"/>
                    <a:pt x="850974" y="513403"/>
                    <a:pt x="841532" y="507111"/>
                  </a:cubicBezTo>
                  <a:cubicBezTo>
                    <a:pt x="805113" y="482835"/>
                    <a:pt x="707486" y="481404"/>
                    <a:pt x="642651" y="495283"/>
                  </a:cubicBezTo>
                  <a:cubicBezTo>
                    <a:pt x="579039" y="509010"/>
                    <a:pt x="522980" y="392184"/>
                    <a:pt x="481205" y="288976"/>
                  </a:cubicBezTo>
                  <a:cubicBezTo>
                    <a:pt x="479342" y="284386"/>
                    <a:pt x="477794" y="280542"/>
                    <a:pt x="476570" y="277626"/>
                  </a:cubicBezTo>
                  <a:cubicBezTo>
                    <a:pt x="455102" y="261676"/>
                    <a:pt x="294728" y="242107"/>
                    <a:pt x="198406" y="230361"/>
                  </a:cubicBezTo>
                  <a:cubicBezTo>
                    <a:pt x="119385" y="220720"/>
                    <a:pt x="51138" y="212394"/>
                    <a:pt x="26970" y="204968"/>
                  </a:cubicBezTo>
                  <a:cubicBezTo>
                    <a:pt x="5268" y="198280"/>
                    <a:pt x="-4354" y="179540"/>
                    <a:pt x="1857" y="156038"/>
                  </a:cubicBezTo>
                  <a:cubicBezTo>
                    <a:pt x="16015" y="102544"/>
                    <a:pt x="118161" y="20651"/>
                    <a:pt x="226490" y="44702"/>
                  </a:cubicBezTo>
                  <a:lnTo>
                    <a:pt x="226490" y="44702"/>
                  </a:lnTo>
                  <a:cubicBezTo>
                    <a:pt x="300255" y="61102"/>
                    <a:pt x="420024" y="49212"/>
                    <a:pt x="603352" y="7302"/>
                  </a:cubicBezTo>
                  <a:cubicBezTo>
                    <a:pt x="744733" y="-25021"/>
                    <a:pt x="803664" y="55864"/>
                    <a:pt x="860677" y="134084"/>
                  </a:cubicBezTo>
                  <a:cubicBezTo>
                    <a:pt x="874296" y="152779"/>
                    <a:pt x="888383" y="172114"/>
                    <a:pt x="903595" y="189999"/>
                  </a:cubicBezTo>
                  <a:cubicBezTo>
                    <a:pt x="947674" y="241873"/>
                    <a:pt x="1015201" y="231999"/>
                    <a:pt x="1093385" y="220558"/>
                  </a:cubicBezTo>
                  <a:cubicBezTo>
                    <a:pt x="1143981" y="213159"/>
                    <a:pt x="1196295" y="205508"/>
                    <a:pt x="1249591" y="212853"/>
                  </a:cubicBezTo>
                  <a:cubicBezTo>
                    <a:pt x="1358083" y="227822"/>
                    <a:pt x="1471435" y="371031"/>
                    <a:pt x="1546441" y="465795"/>
                  </a:cubicBezTo>
                  <a:cubicBezTo>
                    <a:pt x="1569871" y="495391"/>
                    <a:pt x="1590097" y="520946"/>
                    <a:pt x="1604355" y="535204"/>
                  </a:cubicBezTo>
                  <a:cubicBezTo>
                    <a:pt x="1639136" y="569993"/>
                    <a:pt x="1753721" y="570299"/>
                    <a:pt x="1854813" y="570578"/>
                  </a:cubicBezTo>
                  <a:cubicBezTo>
                    <a:pt x="1914716" y="570740"/>
                    <a:pt x="1971306" y="570893"/>
                    <a:pt x="2012397" y="577743"/>
                  </a:cubicBezTo>
                  <a:cubicBezTo>
                    <a:pt x="2092147" y="591038"/>
                    <a:pt x="2117692" y="620670"/>
                    <a:pt x="2153049" y="661688"/>
                  </a:cubicBezTo>
                  <a:cubicBezTo>
                    <a:pt x="2170439" y="681860"/>
                    <a:pt x="2190143" y="704723"/>
                    <a:pt x="2220846" y="730817"/>
                  </a:cubicBezTo>
                  <a:cubicBezTo>
                    <a:pt x="2275726" y="777470"/>
                    <a:pt x="2282801" y="798713"/>
                    <a:pt x="2287932" y="828165"/>
                  </a:cubicBezTo>
                  <a:cubicBezTo>
                    <a:pt x="2290704" y="844079"/>
                    <a:pt x="2293575" y="860542"/>
                    <a:pt x="2314269" y="890984"/>
                  </a:cubicBezTo>
                  <a:cubicBezTo>
                    <a:pt x="2344486" y="935459"/>
                    <a:pt x="2439890" y="969772"/>
                    <a:pt x="2516553" y="997342"/>
                  </a:cubicBezTo>
                  <a:cubicBezTo>
                    <a:pt x="2601272" y="1027820"/>
                    <a:pt x="2657250" y="1047947"/>
                    <a:pt x="2657250" y="1082502"/>
                  </a:cubicBezTo>
                  <a:cubicBezTo>
                    <a:pt x="2657250" y="1122783"/>
                    <a:pt x="2586321" y="1128463"/>
                    <a:pt x="2450412" y="1135744"/>
                  </a:cubicBezTo>
                  <a:cubicBezTo>
                    <a:pt x="2370113" y="1140047"/>
                    <a:pt x="2279093" y="1144926"/>
                    <a:pt x="2240919" y="1163009"/>
                  </a:cubicBezTo>
                  <a:cubicBezTo>
                    <a:pt x="2219604" y="1173108"/>
                    <a:pt x="2195958" y="1177762"/>
                    <a:pt x="2169827" y="1177762"/>
                  </a:cubicBezTo>
                  <a:close/>
                  <a:moveTo>
                    <a:pt x="1204766" y="707999"/>
                  </a:moveTo>
                  <a:cubicBezTo>
                    <a:pt x="1311871" y="707999"/>
                    <a:pt x="1427716" y="740152"/>
                    <a:pt x="1499464" y="790792"/>
                  </a:cubicBezTo>
                  <a:cubicBezTo>
                    <a:pt x="1524883" y="808741"/>
                    <a:pt x="1545253" y="827643"/>
                    <a:pt x="1566820" y="847662"/>
                  </a:cubicBezTo>
                  <a:cubicBezTo>
                    <a:pt x="1615499" y="892830"/>
                    <a:pt x="1670667" y="944028"/>
                    <a:pt x="1810869" y="1014130"/>
                  </a:cubicBezTo>
                  <a:cubicBezTo>
                    <a:pt x="2008787" y="1113088"/>
                    <a:pt x="2144750" y="1174981"/>
                    <a:pt x="2227903" y="1135591"/>
                  </a:cubicBezTo>
                  <a:cubicBezTo>
                    <a:pt x="2271478" y="1114952"/>
                    <a:pt x="2361606" y="1110118"/>
                    <a:pt x="2448765" y="1105446"/>
                  </a:cubicBezTo>
                  <a:cubicBezTo>
                    <a:pt x="2514590" y="1101927"/>
                    <a:pt x="2613514" y="1096625"/>
                    <a:pt x="2626691" y="1081746"/>
                  </a:cubicBezTo>
                  <a:cubicBezTo>
                    <a:pt x="2621768" y="1067425"/>
                    <a:pt x="2552422" y="1042474"/>
                    <a:pt x="2506264" y="1025876"/>
                  </a:cubicBezTo>
                  <a:cubicBezTo>
                    <a:pt x="2421266" y="995299"/>
                    <a:pt x="2324927" y="960653"/>
                    <a:pt x="2289156" y="908033"/>
                  </a:cubicBezTo>
                  <a:cubicBezTo>
                    <a:pt x="2264790" y="872190"/>
                    <a:pt x="2261045" y="850668"/>
                    <a:pt x="2258030" y="833368"/>
                  </a:cubicBezTo>
                  <a:cubicBezTo>
                    <a:pt x="2254330" y="812161"/>
                    <a:pt x="2251666" y="796850"/>
                    <a:pt x="2201178" y="753932"/>
                  </a:cubicBezTo>
                  <a:cubicBezTo>
                    <a:pt x="2168684" y="726308"/>
                    <a:pt x="2147261" y="701455"/>
                    <a:pt x="2130051" y="681491"/>
                  </a:cubicBezTo>
                  <a:cubicBezTo>
                    <a:pt x="2096540" y="642615"/>
                    <a:pt x="2076314" y="619149"/>
                    <a:pt x="2007392" y="607654"/>
                  </a:cubicBezTo>
                  <a:cubicBezTo>
                    <a:pt x="1968732" y="601209"/>
                    <a:pt x="1913348" y="601065"/>
                    <a:pt x="1854705" y="600903"/>
                  </a:cubicBezTo>
                  <a:cubicBezTo>
                    <a:pt x="1742523" y="600597"/>
                    <a:pt x="1626516" y="600282"/>
                    <a:pt x="1582887" y="556644"/>
                  </a:cubicBezTo>
                  <a:cubicBezTo>
                    <a:pt x="1567387" y="541144"/>
                    <a:pt x="1546648" y="514942"/>
                    <a:pt x="1522642" y="484608"/>
                  </a:cubicBezTo>
                  <a:cubicBezTo>
                    <a:pt x="1450642" y="393651"/>
                    <a:pt x="1341845" y="256194"/>
                    <a:pt x="1245424" y="242899"/>
                  </a:cubicBezTo>
                  <a:cubicBezTo>
                    <a:pt x="1196412" y="236103"/>
                    <a:pt x="1146258" y="243466"/>
                    <a:pt x="1097759" y="250568"/>
                  </a:cubicBezTo>
                  <a:cubicBezTo>
                    <a:pt x="1014300" y="262783"/>
                    <a:pt x="935450" y="274313"/>
                    <a:pt x="880471" y="209640"/>
                  </a:cubicBezTo>
                  <a:cubicBezTo>
                    <a:pt x="864521" y="190881"/>
                    <a:pt x="850092" y="171079"/>
                    <a:pt x="836140" y="151942"/>
                  </a:cubicBezTo>
                  <a:cubicBezTo>
                    <a:pt x="780252" y="75243"/>
                    <a:pt x="731978" y="8986"/>
                    <a:pt x="610093" y="36871"/>
                  </a:cubicBezTo>
                  <a:cubicBezTo>
                    <a:pt x="422194" y="79825"/>
                    <a:pt x="298212" y="91706"/>
                    <a:pt x="219883" y="74307"/>
                  </a:cubicBezTo>
                  <a:lnTo>
                    <a:pt x="219883" y="74307"/>
                  </a:lnTo>
                  <a:cubicBezTo>
                    <a:pt x="124507" y="53118"/>
                    <a:pt x="40913" y="126946"/>
                    <a:pt x="31155" y="163788"/>
                  </a:cubicBezTo>
                  <a:cubicBezTo>
                    <a:pt x="28536" y="173707"/>
                    <a:pt x="32092" y="174805"/>
                    <a:pt x="35863" y="175967"/>
                  </a:cubicBezTo>
                  <a:cubicBezTo>
                    <a:pt x="57448" y="182609"/>
                    <a:pt x="127693" y="191178"/>
                    <a:pt x="202052" y="200243"/>
                  </a:cubicBezTo>
                  <a:cubicBezTo>
                    <a:pt x="422797" y="227165"/>
                    <a:pt x="493204" y="239470"/>
                    <a:pt x="503708" y="263998"/>
                  </a:cubicBezTo>
                  <a:cubicBezTo>
                    <a:pt x="505068" y="267166"/>
                    <a:pt x="506949" y="271802"/>
                    <a:pt x="509289" y="277590"/>
                  </a:cubicBezTo>
                  <a:cubicBezTo>
                    <a:pt x="579030" y="449908"/>
                    <a:pt x="618834" y="469306"/>
                    <a:pt x="636260" y="465616"/>
                  </a:cubicBezTo>
                  <a:cubicBezTo>
                    <a:pt x="696613" y="452690"/>
                    <a:pt x="808912" y="448918"/>
                    <a:pt x="858319" y="481863"/>
                  </a:cubicBezTo>
                  <a:cubicBezTo>
                    <a:pt x="869751" y="489487"/>
                    <a:pt x="888626" y="506922"/>
                    <a:pt x="914739" y="531063"/>
                  </a:cubicBezTo>
                  <a:cubicBezTo>
                    <a:pt x="983057" y="594206"/>
                    <a:pt x="1110028" y="711528"/>
                    <a:pt x="1181299" y="708521"/>
                  </a:cubicBezTo>
                  <a:cubicBezTo>
                    <a:pt x="1189041" y="708170"/>
                    <a:pt x="1196872" y="707999"/>
                    <a:pt x="1204730" y="7079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0" name="Google Shape;6900;p19"/>
            <p:cNvSpPr/>
            <p:nvPr/>
          </p:nvSpPr>
          <p:spPr>
            <a:xfrm rot="-5400000">
              <a:off x="7183390" y="3242636"/>
              <a:ext cx="3297904" cy="1495026"/>
            </a:xfrm>
            <a:custGeom>
              <a:avLst/>
              <a:gdLst/>
              <a:ahLst/>
              <a:cxnLst/>
              <a:rect l="l" t="t" r="r" b="b"/>
              <a:pathLst>
                <a:path w="2247294" h="1018757" extrusionOk="0">
                  <a:moveTo>
                    <a:pt x="2009388" y="1018739"/>
                  </a:moveTo>
                  <a:cubicBezTo>
                    <a:pt x="1999909" y="1018739"/>
                    <a:pt x="1990764" y="1017965"/>
                    <a:pt x="1982177" y="1016156"/>
                  </a:cubicBezTo>
                  <a:cubicBezTo>
                    <a:pt x="1924318" y="1003977"/>
                    <a:pt x="1765897" y="935217"/>
                    <a:pt x="1737120" y="901364"/>
                  </a:cubicBezTo>
                  <a:cubicBezTo>
                    <a:pt x="1724401" y="886404"/>
                    <a:pt x="1679503" y="863100"/>
                    <a:pt x="1631968" y="838419"/>
                  </a:cubicBezTo>
                  <a:cubicBezTo>
                    <a:pt x="1581436" y="812180"/>
                    <a:pt x="1529175" y="785060"/>
                    <a:pt x="1508211" y="764096"/>
                  </a:cubicBezTo>
                  <a:lnTo>
                    <a:pt x="1500704" y="756580"/>
                  </a:lnTo>
                  <a:cubicBezTo>
                    <a:pt x="1459434" y="715192"/>
                    <a:pt x="1390367" y="645928"/>
                    <a:pt x="1337422" y="619888"/>
                  </a:cubicBezTo>
                  <a:cubicBezTo>
                    <a:pt x="1277907" y="590625"/>
                    <a:pt x="1175824" y="581273"/>
                    <a:pt x="1121997" y="582056"/>
                  </a:cubicBezTo>
                  <a:cubicBezTo>
                    <a:pt x="1121691" y="582056"/>
                    <a:pt x="1121367" y="582056"/>
                    <a:pt x="1121061" y="582056"/>
                  </a:cubicBezTo>
                  <a:cubicBezTo>
                    <a:pt x="1057918" y="582056"/>
                    <a:pt x="883142" y="487021"/>
                    <a:pt x="867948" y="462340"/>
                  </a:cubicBezTo>
                  <a:cubicBezTo>
                    <a:pt x="855607" y="442286"/>
                    <a:pt x="810583" y="408882"/>
                    <a:pt x="783688" y="388918"/>
                  </a:cubicBezTo>
                  <a:cubicBezTo>
                    <a:pt x="778818" y="385308"/>
                    <a:pt x="774498" y="382095"/>
                    <a:pt x="770996" y="379439"/>
                  </a:cubicBezTo>
                  <a:cubicBezTo>
                    <a:pt x="748862" y="362607"/>
                    <a:pt x="652289" y="330410"/>
                    <a:pt x="610163" y="332615"/>
                  </a:cubicBezTo>
                  <a:cubicBezTo>
                    <a:pt x="566597" y="334514"/>
                    <a:pt x="484507" y="294927"/>
                    <a:pt x="480348" y="274954"/>
                  </a:cubicBezTo>
                  <a:cubicBezTo>
                    <a:pt x="478296" y="265088"/>
                    <a:pt x="462382" y="234268"/>
                    <a:pt x="449600" y="209506"/>
                  </a:cubicBezTo>
                  <a:cubicBezTo>
                    <a:pt x="439276" y="189514"/>
                    <a:pt x="430364" y="172241"/>
                    <a:pt x="428294" y="165643"/>
                  </a:cubicBezTo>
                  <a:cubicBezTo>
                    <a:pt x="424676" y="154059"/>
                    <a:pt x="393856" y="144364"/>
                    <a:pt x="369093" y="136569"/>
                  </a:cubicBezTo>
                  <a:cubicBezTo>
                    <a:pt x="365538" y="135453"/>
                    <a:pt x="362046" y="134346"/>
                    <a:pt x="358679" y="133266"/>
                  </a:cubicBezTo>
                  <a:cubicBezTo>
                    <a:pt x="329254" y="123779"/>
                    <a:pt x="116790" y="90006"/>
                    <a:pt x="97438" y="91528"/>
                  </a:cubicBezTo>
                  <a:cubicBezTo>
                    <a:pt x="76852" y="93373"/>
                    <a:pt x="12395" y="74047"/>
                    <a:pt x="2232" y="64731"/>
                  </a:cubicBezTo>
                  <a:cubicBezTo>
                    <a:pt x="729" y="63354"/>
                    <a:pt x="0" y="61959"/>
                    <a:pt x="0" y="60464"/>
                  </a:cubicBezTo>
                  <a:cubicBezTo>
                    <a:pt x="0" y="48736"/>
                    <a:pt x="60128" y="26278"/>
                    <a:pt x="68382" y="23920"/>
                  </a:cubicBezTo>
                  <a:lnTo>
                    <a:pt x="68382" y="23920"/>
                  </a:lnTo>
                  <a:cubicBezTo>
                    <a:pt x="81326" y="20184"/>
                    <a:pt x="122083" y="30716"/>
                    <a:pt x="157989" y="39996"/>
                  </a:cubicBezTo>
                  <a:cubicBezTo>
                    <a:pt x="172940" y="43857"/>
                    <a:pt x="187072" y="47512"/>
                    <a:pt x="196631" y="49429"/>
                  </a:cubicBezTo>
                  <a:cubicBezTo>
                    <a:pt x="227550" y="55613"/>
                    <a:pt x="307408" y="49402"/>
                    <a:pt x="357401" y="25963"/>
                  </a:cubicBezTo>
                  <a:cubicBezTo>
                    <a:pt x="412434" y="175"/>
                    <a:pt x="508225" y="-11401"/>
                    <a:pt x="566993" y="14882"/>
                  </a:cubicBezTo>
                  <a:cubicBezTo>
                    <a:pt x="593295" y="26647"/>
                    <a:pt x="617859" y="60491"/>
                    <a:pt x="646303" y="99674"/>
                  </a:cubicBezTo>
                  <a:cubicBezTo>
                    <a:pt x="684000" y="151610"/>
                    <a:pt x="726719" y="210478"/>
                    <a:pt x="784858" y="232837"/>
                  </a:cubicBezTo>
                  <a:cubicBezTo>
                    <a:pt x="854158" y="259481"/>
                    <a:pt x="923269" y="244125"/>
                    <a:pt x="978797" y="231766"/>
                  </a:cubicBezTo>
                  <a:cubicBezTo>
                    <a:pt x="1005315" y="225870"/>
                    <a:pt x="1028214" y="220775"/>
                    <a:pt x="1047558" y="220775"/>
                  </a:cubicBezTo>
                  <a:cubicBezTo>
                    <a:pt x="1106911" y="220775"/>
                    <a:pt x="1184627" y="278869"/>
                    <a:pt x="1225475" y="335045"/>
                  </a:cubicBezTo>
                  <a:cubicBezTo>
                    <a:pt x="1262668" y="386181"/>
                    <a:pt x="1406336" y="530137"/>
                    <a:pt x="1462827" y="556808"/>
                  </a:cubicBezTo>
                  <a:cubicBezTo>
                    <a:pt x="1507356" y="577843"/>
                    <a:pt x="1617197" y="576223"/>
                    <a:pt x="1723438" y="574684"/>
                  </a:cubicBezTo>
                  <a:cubicBezTo>
                    <a:pt x="1750433" y="574288"/>
                    <a:pt x="1778354" y="573883"/>
                    <a:pt x="1804305" y="573883"/>
                  </a:cubicBezTo>
                  <a:cubicBezTo>
                    <a:pt x="1894470" y="573883"/>
                    <a:pt x="1913219" y="598987"/>
                    <a:pt x="1933058" y="625568"/>
                  </a:cubicBezTo>
                  <a:cubicBezTo>
                    <a:pt x="1941330" y="636639"/>
                    <a:pt x="1949872" y="648089"/>
                    <a:pt x="1964121" y="658197"/>
                  </a:cubicBezTo>
                  <a:cubicBezTo>
                    <a:pt x="2016193" y="695147"/>
                    <a:pt x="2060992" y="784745"/>
                    <a:pt x="2075709" y="814187"/>
                  </a:cubicBezTo>
                  <a:cubicBezTo>
                    <a:pt x="2096771" y="856313"/>
                    <a:pt x="2125494" y="894640"/>
                    <a:pt x="2150652" y="914218"/>
                  </a:cubicBezTo>
                  <a:cubicBezTo>
                    <a:pt x="2164892" y="925298"/>
                    <a:pt x="2186990" y="934407"/>
                    <a:pt x="2206487" y="942436"/>
                  </a:cubicBezTo>
                  <a:cubicBezTo>
                    <a:pt x="2226217" y="950573"/>
                    <a:pt x="2241798" y="956991"/>
                    <a:pt x="2246191" y="964012"/>
                  </a:cubicBezTo>
                  <a:cubicBezTo>
                    <a:pt x="2247577" y="966226"/>
                    <a:pt x="2247658" y="968675"/>
                    <a:pt x="2246434" y="970889"/>
                  </a:cubicBezTo>
                  <a:cubicBezTo>
                    <a:pt x="2238855" y="984562"/>
                    <a:pt x="2171967" y="989377"/>
                    <a:pt x="2158204" y="989377"/>
                  </a:cubicBezTo>
                  <a:cubicBezTo>
                    <a:pt x="2151012" y="989377"/>
                    <a:pt x="2135899" y="993590"/>
                    <a:pt x="2118401" y="998478"/>
                  </a:cubicBezTo>
                  <a:cubicBezTo>
                    <a:pt x="2086690" y="1007317"/>
                    <a:pt x="2045690" y="1018757"/>
                    <a:pt x="2009397" y="1018757"/>
                  </a:cubicBezTo>
                  <a:close/>
                  <a:moveTo>
                    <a:pt x="1128586" y="575683"/>
                  </a:moveTo>
                  <a:cubicBezTo>
                    <a:pt x="1184583" y="575683"/>
                    <a:pt x="1282092" y="585629"/>
                    <a:pt x="1340222" y="614226"/>
                  </a:cubicBezTo>
                  <a:cubicBezTo>
                    <a:pt x="1394112" y="640726"/>
                    <a:pt x="1463646" y="710458"/>
                    <a:pt x="1505187" y="752124"/>
                  </a:cubicBezTo>
                  <a:lnTo>
                    <a:pt x="1512685" y="759631"/>
                  </a:lnTo>
                  <a:cubicBezTo>
                    <a:pt x="1532955" y="779902"/>
                    <a:pt x="1584775" y="806797"/>
                    <a:pt x="1634885" y="832811"/>
                  </a:cubicBezTo>
                  <a:cubicBezTo>
                    <a:pt x="1682987" y="857780"/>
                    <a:pt x="1728425" y="881363"/>
                    <a:pt x="1741936" y="897268"/>
                  </a:cubicBezTo>
                  <a:cubicBezTo>
                    <a:pt x="1767697" y="927566"/>
                    <a:pt x="1922346" y="997109"/>
                    <a:pt x="1983473" y="1009972"/>
                  </a:cubicBezTo>
                  <a:cubicBezTo>
                    <a:pt x="2023484" y="1018406"/>
                    <a:pt x="2077356" y="1003356"/>
                    <a:pt x="2116691" y="992375"/>
                  </a:cubicBezTo>
                  <a:cubicBezTo>
                    <a:pt x="2135377" y="987163"/>
                    <a:pt x="2150139" y="983041"/>
                    <a:pt x="2158195" y="983041"/>
                  </a:cubicBezTo>
                  <a:cubicBezTo>
                    <a:pt x="2188205" y="983041"/>
                    <a:pt x="2240160" y="974282"/>
                    <a:pt x="2240970" y="967640"/>
                  </a:cubicBezTo>
                  <a:cubicBezTo>
                    <a:pt x="2237514" y="962041"/>
                    <a:pt x="2221276" y="955344"/>
                    <a:pt x="2204074" y="948251"/>
                  </a:cubicBezTo>
                  <a:cubicBezTo>
                    <a:pt x="2184209" y="940069"/>
                    <a:pt x="2161697" y="930789"/>
                    <a:pt x="2146773" y="919177"/>
                  </a:cubicBezTo>
                  <a:cubicBezTo>
                    <a:pt x="2115854" y="895135"/>
                    <a:pt x="2086870" y="850624"/>
                    <a:pt x="2070047" y="816987"/>
                  </a:cubicBezTo>
                  <a:cubicBezTo>
                    <a:pt x="2055501" y="787895"/>
                    <a:pt x="2011233" y="699359"/>
                    <a:pt x="1960457" y="663328"/>
                  </a:cubicBezTo>
                  <a:cubicBezTo>
                    <a:pt x="1945398" y="652643"/>
                    <a:pt x="1936550" y="640780"/>
                    <a:pt x="1927990" y="629321"/>
                  </a:cubicBezTo>
                  <a:cubicBezTo>
                    <a:pt x="1908296" y="602948"/>
                    <a:pt x="1891292" y="580175"/>
                    <a:pt x="1804296" y="580175"/>
                  </a:cubicBezTo>
                  <a:cubicBezTo>
                    <a:pt x="1778381" y="580175"/>
                    <a:pt x="1750487" y="580580"/>
                    <a:pt x="1723519" y="580976"/>
                  </a:cubicBezTo>
                  <a:cubicBezTo>
                    <a:pt x="1616585" y="582542"/>
                    <a:pt x="1505988" y="584144"/>
                    <a:pt x="1460118" y="562496"/>
                  </a:cubicBezTo>
                  <a:cubicBezTo>
                    <a:pt x="1402924" y="535484"/>
                    <a:pt x="1257834" y="390277"/>
                    <a:pt x="1220353" y="338736"/>
                  </a:cubicBezTo>
                  <a:cubicBezTo>
                    <a:pt x="1181297" y="285035"/>
                    <a:pt x="1104121" y="227076"/>
                    <a:pt x="1047540" y="227076"/>
                  </a:cubicBezTo>
                  <a:cubicBezTo>
                    <a:pt x="1028889" y="227076"/>
                    <a:pt x="1006305" y="232099"/>
                    <a:pt x="980157" y="237923"/>
                  </a:cubicBezTo>
                  <a:cubicBezTo>
                    <a:pt x="923791" y="250461"/>
                    <a:pt x="853654" y="266061"/>
                    <a:pt x="782572" y="238724"/>
                  </a:cubicBezTo>
                  <a:cubicBezTo>
                    <a:pt x="722687" y="215690"/>
                    <a:pt x="679373" y="156021"/>
                    <a:pt x="641172" y="103373"/>
                  </a:cubicBezTo>
                  <a:cubicBezTo>
                    <a:pt x="613268" y="64920"/>
                    <a:pt x="589163" y="31715"/>
                    <a:pt x="564401" y="20634"/>
                  </a:cubicBezTo>
                  <a:cubicBezTo>
                    <a:pt x="504030" y="-6369"/>
                    <a:pt x="406943" y="9689"/>
                    <a:pt x="360065" y="31679"/>
                  </a:cubicBezTo>
                  <a:cubicBezTo>
                    <a:pt x="308939" y="55640"/>
                    <a:pt x="227064" y="61950"/>
                    <a:pt x="195380" y="55613"/>
                  </a:cubicBezTo>
                  <a:cubicBezTo>
                    <a:pt x="185640" y="53660"/>
                    <a:pt x="171427" y="49987"/>
                    <a:pt x="156387" y="46099"/>
                  </a:cubicBezTo>
                  <a:cubicBezTo>
                    <a:pt x="124756" y="37925"/>
                    <a:pt x="81407" y="26719"/>
                    <a:pt x="70101" y="29977"/>
                  </a:cubicBezTo>
                  <a:lnTo>
                    <a:pt x="70101" y="29977"/>
                  </a:lnTo>
                  <a:cubicBezTo>
                    <a:pt x="52864" y="34919"/>
                    <a:pt x="11296" y="53678"/>
                    <a:pt x="6589" y="60221"/>
                  </a:cubicBezTo>
                  <a:cubicBezTo>
                    <a:pt x="13664" y="67026"/>
                    <a:pt x="76195" y="87018"/>
                    <a:pt x="96880" y="85227"/>
                  </a:cubicBezTo>
                  <a:cubicBezTo>
                    <a:pt x="120364" y="83255"/>
                    <a:pt x="333890" y="118630"/>
                    <a:pt x="360605" y="127253"/>
                  </a:cubicBezTo>
                  <a:cubicBezTo>
                    <a:pt x="363963" y="128333"/>
                    <a:pt x="367446" y="129432"/>
                    <a:pt x="370984" y="130539"/>
                  </a:cubicBezTo>
                  <a:cubicBezTo>
                    <a:pt x="399859" y="139630"/>
                    <a:pt x="429716" y="149018"/>
                    <a:pt x="434316" y="163753"/>
                  </a:cubicBezTo>
                  <a:cubicBezTo>
                    <a:pt x="436206" y="169829"/>
                    <a:pt x="445432" y="187687"/>
                    <a:pt x="455199" y="206599"/>
                  </a:cubicBezTo>
                  <a:cubicBezTo>
                    <a:pt x="469502" y="234304"/>
                    <a:pt x="484290" y="262955"/>
                    <a:pt x="486514" y="273666"/>
                  </a:cubicBezTo>
                  <a:cubicBezTo>
                    <a:pt x="489745" y="289148"/>
                    <a:pt x="567785" y="328241"/>
                    <a:pt x="609875" y="326287"/>
                  </a:cubicBezTo>
                  <a:cubicBezTo>
                    <a:pt x="654044" y="324550"/>
                    <a:pt x="751482" y="356675"/>
                    <a:pt x="774813" y="374399"/>
                  </a:cubicBezTo>
                  <a:cubicBezTo>
                    <a:pt x="778296" y="377045"/>
                    <a:pt x="782599" y="380240"/>
                    <a:pt x="787441" y="383841"/>
                  </a:cubicBezTo>
                  <a:cubicBezTo>
                    <a:pt x="814715" y="404076"/>
                    <a:pt x="860351" y="437947"/>
                    <a:pt x="873322" y="459037"/>
                  </a:cubicBezTo>
                  <a:cubicBezTo>
                    <a:pt x="887012" y="481288"/>
                    <a:pt x="1060015" y="575746"/>
                    <a:pt x="1121007" y="575746"/>
                  </a:cubicBezTo>
                  <a:cubicBezTo>
                    <a:pt x="1121313" y="575746"/>
                    <a:pt x="1121601" y="575746"/>
                    <a:pt x="1121889" y="575746"/>
                  </a:cubicBezTo>
                  <a:cubicBezTo>
                    <a:pt x="1124041" y="575719"/>
                    <a:pt x="1126273" y="575701"/>
                    <a:pt x="1128577" y="5757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1" name="Google Shape;6901;p19"/>
            <p:cNvSpPr/>
            <p:nvPr/>
          </p:nvSpPr>
          <p:spPr>
            <a:xfrm rot="-5400000">
              <a:off x="8099457" y="4526422"/>
              <a:ext cx="536781" cy="380090"/>
            </a:xfrm>
            <a:custGeom>
              <a:avLst/>
              <a:gdLst/>
              <a:ahLst/>
              <a:cxnLst/>
              <a:rect l="l" t="t" r="r" b="b"/>
              <a:pathLst>
                <a:path w="365779" h="259005" extrusionOk="0">
                  <a:moveTo>
                    <a:pt x="341030" y="259006"/>
                  </a:moveTo>
                  <a:cubicBezTo>
                    <a:pt x="335665" y="259006"/>
                    <a:pt x="329751" y="257548"/>
                    <a:pt x="323630" y="254154"/>
                  </a:cubicBezTo>
                  <a:cubicBezTo>
                    <a:pt x="295763" y="238672"/>
                    <a:pt x="171627" y="205584"/>
                    <a:pt x="134912" y="197600"/>
                  </a:cubicBezTo>
                  <a:cubicBezTo>
                    <a:pt x="101337" y="190300"/>
                    <a:pt x="96918" y="174809"/>
                    <a:pt x="88916" y="146680"/>
                  </a:cubicBezTo>
                  <a:cubicBezTo>
                    <a:pt x="87781" y="142684"/>
                    <a:pt x="86557" y="138408"/>
                    <a:pt x="85162" y="133818"/>
                  </a:cubicBezTo>
                  <a:cubicBezTo>
                    <a:pt x="79797" y="116184"/>
                    <a:pt x="55593" y="93825"/>
                    <a:pt x="34242" y="74095"/>
                  </a:cubicBezTo>
                  <a:cubicBezTo>
                    <a:pt x="12487" y="53995"/>
                    <a:pt x="173" y="42204"/>
                    <a:pt x="2" y="33589"/>
                  </a:cubicBezTo>
                  <a:cubicBezTo>
                    <a:pt x="-43" y="31411"/>
                    <a:pt x="722" y="29467"/>
                    <a:pt x="2216" y="27973"/>
                  </a:cubicBezTo>
                  <a:cubicBezTo>
                    <a:pt x="12415" y="17774"/>
                    <a:pt x="55521" y="3426"/>
                    <a:pt x="95829" y="204"/>
                  </a:cubicBezTo>
                  <a:cubicBezTo>
                    <a:pt x="128035" y="-2487"/>
                    <a:pt x="139790" y="21798"/>
                    <a:pt x="154561" y="52429"/>
                  </a:cubicBezTo>
                  <a:cubicBezTo>
                    <a:pt x="159197" y="62033"/>
                    <a:pt x="163994" y="71970"/>
                    <a:pt x="169917" y="82358"/>
                  </a:cubicBezTo>
                  <a:lnTo>
                    <a:pt x="175912" y="92898"/>
                  </a:lnTo>
                  <a:cubicBezTo>
                    <a:pt x="197659" y="131243"/>
                    <a:pt x="213375" y="158958"/>
                    <a:pt x="244519" y="175943"/>
                  </a:cubicBezTo>
                  <a:cubicBezTo>
                    <a:pt x="261252" y="185061"/>
                    <a:pt x="282306" y="191542"/>
                    <a:pt x="302676" y="197807"/>
                  </a:cubicBezTo>
                  <a:cubicBezTo>
                    <a:pt x="323783" y="204297"/>
                    <a:pt x="343730" y="210436"/>
                    <a:pt x="355441" y="218798"/>
                  </a:cubicBezTo>
                  <a:cubicBezTo>
                    <a:pt x="367556" y="227448"/>
                    <a:pt x="367736" y="239608"/>
                    <a:pt x="362551" y="247818"/>
                  </a:cubicBezTo>
                  <a:cubicBezTo>
                    <a:pt x="358393" y="254397"/>
                    <a:pt x="350571" y="259006"/>
                    <a:pt x="341030" y="259006"/>
                  </a:cubicBezTo>
                  <a:close/>
                  <a:moveTo>
                    <a:pt x="100437" y="6334"/>
                  </a:moveTo>
                  <a:cubicBezTo>
                    <a:pt x="99114" y="6334"/>
                    <a:pt x="97755" y="6388"/>
                    <a:pt x="96342" y="6505"/>
                  </a:cubicBezTo>
                  <a:cubicBezTo>
                    <a:pt x="56169" y="9718"/>
                    <a:pt x="14908" y="24237"/>
                    <a:pt x="6690" y="32446"/>
                  </a:cubicBezTo>
                  <a:cubicBezTo>
                    <a:pt x="6456" y="32680"/>
                    <a:pt x="6312" y="32932"/>
                    <a:pt x="6330" y="33472"/>
                  </a:cubicBezTo>
                  <a:cubicBezTo>
                    <a:pt x="6456" y="39809"/>
                    <a:pt x="22766" y="54877"/>
                    <a:pt x="38536" y="69459"/>
                  </a:cubicBezTo>
                  <a:cubicBezTo>
                    <a:pt x="60472" y="89730"/>
                    <a:pt x="85342" y="112710"/>
                    <a:pt x="91211" y="131990"/>
                  </a:cubicBezTo>
                  <a:cubicBezTo>
                    <a:pt x="92615" y="136617"/>
                    <a:pt x="93848" y="140929"/>
                    <a:pt x="94991" y="144961"/>
                  </a:cubicBezTo>
                  <a:cubicBezTo>
                    <a:pt x="102804" y="172415"/>
                    <a:pt x="106369" y="184935"/>
                    <a:pt x="136253" y="191434"/>
                  </a:cubicBezTo>
                  <a:cubicBezTo>
                    <a:pt x="170898" y="198959"/>
                    <a:pt x="297059" y="232173"/>
                    <a:pt x="326700" y="248628"/>
                  </a:cubicBezTo>
                  <a:cubicBezTo>
                    <a:pt x="340220" y="256144"/>
                    <a:pt x="352290" y="252210"/>
                    <a:pt x="357214" y="244442"/>
                  </a:cubicBezTo>
                  <a:cubicBezTo>
                    <a:pt x="360544" y="239167"/>
                    <a:pt x="361129" y="230634"/>
                    <a:pt x="351768" y="223946"/>
                  </a:cubicBezTo>
                  <a:cubicBezTo>
                    <a:pt x="340895" y="216178"/>
                    <a:pt x="321434" y="210193"/>
                    <a:pt x="300821" y="203847"/>
                  </a:cubicBezTo>
                  <a:cubicBezTo>
                    <a:pt x="280164" y="197501"/>
                    <a:pt x="258795" y="190921"/>
                    <a:pt x="241504" y="181488"/>
                  </a:cubicBezTo>
                  <a:cubicBezTo>
                    <a:pt x="208775" y="163638"/>
                    <a:pt x="192690" y="135276"/>
                    <a:pt x="170421" y="96013"/>
                  </a:cubicBezTo>
                  <a:lnTo>
                    <a:pt x="164436" y="85490"/>
                  </a:lnTo>
                  <a:cubicBezTo>
                    <a:pt x="158396" y="74923"/>
                    <a:pt x="153337" y="64427"/>
                    <a:pt x="148881" y="55174"/>
                  </a:cubicBezTo>
                  <a:cubicBezTo>
                    <a:pt x="134840" y="26055"/>
                    <a:pt x="125325" y="6325"/>
                    <a:pt x="100446" y="6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2" name="Google Shape;6902;p19"/>
            <p:cNvSpPr/>
            <p:nvPr/>
          </p:nvSpPr>
          <p:spPr>
            <a:xfrm rot="-5400000">
              <a:off x="8889748" y="2787215"/>
              <a:ext cx="684333" cy="444548"/>
            </a:xfrm>
            <a:custGeom>
              <a:avLst/>
              <a:gdLst/>
              <a:ahLst/>
              <a:cxnLst/>
              <a:rect l="l" t="t" r="r" b="b"/>
              <a:pathLst>
                <a:path w="466326" h="302929" extrusionOk="0">
                  <a:moveTo>
                    <a:pt x="448036" y="302929"/>
                  </a:moveTo>
                  <a:cubicBezTo>
                    <a:pt x="430979" y="302929"/>
                    <a:pt x="404048" y="295314"/>
                    <a:pt x="376108" y="287411"/>
                  </a:cubicBezTo>
                  <a:cubicBezTo>
                    <a:pt x="352264" y="280669"/>
                    <a:pt x="329734" y="274305"/>
                    <a:pt x="318032" y="274305"/>
                  </a:cubicBezTo>
                  <a:cubicBezTo>
                    <a:pt x="283873" y="274305"/>
                    <a:pt x="218947" y="184861"/>
                    <a:pt x="203420" y="160918"/>
                  </a:cubicBezTo>
                  <a:cubicBezTo>
                    <a:pt x="190026" y="140251"/>
                    <a:pt x="121554" y="126434"/>
                    <a:pt x="71562" y="116353"/>
                  </a:cubicBezTo>
                  <a:cubicBezTo>
                    <a:pt x="62858" y="114597"/>
                    <a:pt x="54649" y="112941"/>
                    <a:pt x="47268" y="111357"/>
                  </a:cubicBezTo>
                  <a:cubicBezTo>
                    <a:pt x="21758" y="105893"/>
                    <a:pt x="10246" y="89592"/>
                    <a:pt x="5088" y="76873"/>
                  </a:cubicBezTo>
                  <a:cubicBezTo>
                    <a:pt x="-4030" y="54443"/>
                    <a:pt x="255" y="28528"/>
                    <a:pt x="8914" y="15539"/>
                  </a:cubicBezTo>
                  <a:cubicBezTo>
                    <a:pt x="27744" y="-12724"/>
                    <a:pt x="253278" y="6043"/>
                    <a:pt x="262873" y="6862"/>
                  </a:cubicBezTo>
                  <a:lnTo>
                    <a:pt x="262873" y="6862"/>
                  </a:lnTo>
                  <a:cubicBezTo>
                    <a:pt x="306646" y="10571"/>
                    <a:pt x="368043" y="109638"/>
                    <a:pt x="378484" y="154842"/>
                  </a:cubicBezTo>
                  <a:cubicBezTo>
                    <a:pt x="383921" y="178389"/>
                    <a:pt x="408413" y="208084"/>
                    <a:pt x="430016" y="234277"/>
                  </a:cubicBezTo>
                  <a:cubicBezTo>
                    <a:pt x="452258" y="261236"/>
                    <a:pt x="469819" y="282532"/>
                    <a:pt x="465733" y="294819"/>
                  </a:cubicBezTo>
                  <a:cubicBezTo>
                    <a:pt x="463798" y="300625"/>
                    <a:pt x="457398" y="302929"/>
                    <a:pt x="448036" y="302929"/>
                  </a:cubicBezTo>
                  <a:close/>
                  <a:moveTo>
                    <a:pt x="113436" y="6448"/>
                  </a:moveTo>
                  <a:cubicBezTo>
                    <a:pt x="61643" y="6448"/>
                    <a:pt x="20300" y="9860"/>
                    <a:pt x="14179" y="19050"/>
                  </a:cubicBezTo>
                  <a:cubicBezTo>
                    <a:pt x="6312" y="30850"/>
                    <a:pt x="2955" y="54821"/>
                    <a:pt x="10948" y="74497"/>
                  </a:cubicBezTo>
                  <a:cubicBezTo>
                    <a:pt x="15539" y="85794"/>
                    <a:pt x="25800" y="100277"/>
                    <a:pt x="48600" y="105164"/>
                  </a:cubicBezTo>
                  <a:cubicBezTo>
                    <a:pt x="55954" y="106748"/>
                    <a:pt x="64145" y="108396"/>
                    <a:pt x="72813" y="110142"/>
                  </a:cubicBezTo>
                  <a:cubicBezTo>
                    <a:pt x="126766" y="121024"/>
                    <a:pt x="193897" y="134571"/>
                    <a:pt x="208740" y="157479"/>
                  </a:cubicBezTo>
                  <a:cubicBezTo>
                    <a:pt x="227858" y="186985"/>
                    <a:pt x="289273" y="267987"/>
                    <a:pt x="318041" y="267987"/>
                  </a:cubicBezTo>
                  <a:cubicBezTo>
                    <a:pt x="330616" y="267987"/>
                    <a:pt x="353551" y="274476"/>
                    <a:pt x="377836" y="281335"/>
                  </a:cubicBezTo>
                  <a:cubicBezTo>
                    <a:pt x="409034" y="290156"/>
                    <a:pt x="456209" y="303487"/>
                    <a:pt x="459738" y="292821"/>
                  </a:cubicBezTo>
                  <a:cubicBezTo>
                    <a:pt x="462735" y="283856"/>
                    <a:pt x="443626" y="260696"/>
                    <a:pt x="425155" y="238301"/>
                  </a:cubicBezTo>
                  <a:cubicBezTo>
                    <a:pt x="403102" y="211567"/>
                    <a:pt x="378106" y="181269"/>
                    <a:pt x="372336" y="156264"/>
                  </a:cubicBezTo>
                  <a:cubicBezTo>
                    <a:pt x="361319" y="108549"/>
                    <a:pt x="300498" y="16395"/>
                    <a:pt x="262360" y="13154"/>
                  </a:cubicBezTo>
                  <a:cubicBezTo>
                    <a:pt x="216571" y="9275"/>
                    <a:pt x="160665" y="6439"/>
                    <a:pt x="113453" y="6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3" name="Google Shape;6903;p19"/>
            <p:cNvSpPr/>
            <p:nvPr/>
          </p:nvSpPr>
          <p:spPr>
            <a:xfrm rot="-5400000">
              <a:off x="8451163" y="3911943"/>
              <a:ext cx="399034" cy="291664"/>
            </a:xfrm>
            <a:custGeom>
              <a:avLst/>
              <a:gdLst/>
              <a:ahLst/>
              <a:cxnLst/>
              <a:rect l="l" t="t" r="r" b="b"/>
              <a:pathLst>
                <a:path w="271914" h="198749" extrusionOk="0">
                  <a:moveTo>
                    <a:pt x="251416" y="198749"/>
                  </a:moveTo>
                  <a:cubicBezTo>
                    <a:pt x="230749" y="198749"/>
                    <a:pt x="210208" y="180090"/>
                    <a:pt x="186301" y="156174"/>
                  </a:cubicBezTo>
                  <a:cubicBezTo>
                    <a:pt x="157821" y="127703"/>
                    <a:pt x="74597" y="73228"/>
                    <a:pt x="51373" y="67872"/>
                  </a:cubicBezTo>
                  <a:cubicBezTo>
                    <a:pt x="26665" y="62165"/>
                    <a:pt x="4882" y="46890"/>
                    <a:pt x="706" y="32326"/>
                  </a:cubicBezTo>
                  <a:cubicBezTo>
                    <a:pt x="-959" y="26521"/>
                    <a:pt x="346" y="21111"/>
                    <a:pt x="4369" y="17078"/>
                  </a:cubicBezTo>
                  <a:cubicBezTo>
                    <a:pt x="18222" y="3244"/>
                    <a:pt x="78926" y="-3264"/>
                    <a:pt x="148730" y="1605"/>
                  </a:cubicBezTo>
                  <a:cubicBezTo>
                    <a:pt x="181900" y="3928"/>
                    <a:pt x="245862" y="52183"/>
                    <a:pt x="249886" y="84416"/>
                  </a:cubicBezTo>
                  <a:cubicBezTo>
                    <a:pt x="250993" y="93309"/>
                    <a:pt x="254998" y="106721"/>
                    <a:pt x="259247" y="120916"/>
                  </a:cubicBezTo>
                  <a:cubicBezTo>
                    <a:pt x="269535" y="155373"/>
                    <a:pt x="280175" y="190999"/>
                    <a:pt x="262298" y="196958"/>
                  </a:cubicBezTo>
                  <a:cubicBezTo>
                    <a:pt x="258653" y="198173"/>
                    <a:pt x="255034" y="198740"/>
                    <a:pt x="251416" y="198740"/>
                  </a:cubicBezTo>
                  <a:close/>
                  <a:moveTo>
                    <a:pt x="103994" y="6322"/>
                  </a:moveTo>
                  <a:cubicBezTo>
                    <a:pt x="53201" y="6322"/>
                    <a:pt x="17295" y="13100"/>
                    <a:pt x="8843" y="21543"/>
                  </a:cubicBezTo>
                  <a:cubicBezTo>
                    <a:pt x="6413" y="23973"/>
                    <a:pt x="5737" y="26935"/>
                    <a:pt x="6791" y="30580"/>
                  </a:cubicBezTo>
                  <a:cubicBezTo>
                    <a:pt x="9887" y="41382"/>
                    <a:pt x="27943" y="55981"/>
                    <a:pt x="52805" y="61715"/>
                  </a:cubicBezTo>
                  <a:cubicBezTo>
                    <a:pt x="77288" y="67359"/>
                    <a:pt x="161098" y="122023"/>
                    <a:pt x="190775" y="151709"/>
                  </a:cubicBezTo>
                  <a:cubicBezTo>
                    <a:pt x="221145" y="182079"/>
                    <a:pt x="241208" y="197372"/>
                    <a:pt x="260309" y="190972"/>
                  </a:cubicBezTo>
                  <a:cubicBezTo>
                    <a:pt x="272370" y="186949"/>
                    <a:pt x="261290" y="149837"/>
                    <a:pt x="253189" y="122734"/>
                  </a:cubicBezTo>
                  <a:cubicBezTo>
                    <a:pt x="248877" y="108278"/>
                    <a:pt x="244800" y="94615"/>
                    <a:pt x="243621" y="85208"/>
                  </a:cubicBezTo>
                  <a:cubicBezTo>
                    <a:pt x="240290" y="58565"/>
                    <a:pt x="180603" y="10174"/>
                    <a:pt x="148289" y="7915"/>
                  </a:cubicBezTo>
                  <a:lnTo>
                    <a:pt x="148289" y="7915"/>
                  </a:lnTo>
                  <a:cubicBezTo>
                    <a:pt x="132600" y="6817"/>
                    <a:pt x="117757" y="6322"/>
                    <a:pt x="103994" y="6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4" name="Google Shape;6904;p19"/>
            <p:cNvSpPr/>
            <p:nvPr/>
          </p:nvSpPr>
          <p:spPr>
            <a:xfrm rot="-5400000">
              <a:off x="8714459" y="4037601"/>
              <a:ext cx="165918" cy="125071"/>
            </a:xfrm>
            <a:custGeom>
              <a:avLst/>
              <a:gdLst/>
              <a:ahLst/>
              <a:cxnLst/>
              <a:rect l="l" t="t" r="r" b="b"/>
              <a:pathLst>
                <a:path w="113062" h="85227" extrusionOk="0">
                  <a:moveTo>
                    <a:pt x="103049" y="85227"/>
                  </a:moveTo>
                  <a:cubicBezTo>
                    <a:pt x="83471" y="85227"/>
                    <a:pt x="37916" y="67468"/>
                    <a:pt x="16692" y="58728"/>
                  </a:cubicBezTo>
                  <a:cubicBezTo>
                    <a:pt x="4846" y="53849"/>
                    <a:pt x="-1446" y="42796"/>
                    <a:pt x="283" y="29879"/>
                  </a:cubicBezTo>
                  <a:cubicBezTo>
                    <a:pt x="1921" y="17601"/>
                    <a:pt x="11435" y="3425"/>
                    <a:pt x="28420" y="1309"/>
                  </a:cubicBezTo>
                  <a:lnTo>
                    <a:pt x="28420" y="1309"/>
                  </a:lnTo>
                  <a:cubicBezTo>
                    <a:pt x="55874" y="-2102"/>
                    <a:pt x="70474" y="22"/>
                    <a:pt x="79043" y="21463"/>
                  </a:cubicBezTo>
                  <a:cubicBezTo>
                    <a:pt x="81878" y="28538"/>
                    <a:pt x="89007" y="38268"/>
                    <a:pt x="95911" y="47674"/>
                  </a:cubicBezTo>
                  <a:cubicBezTo>
                    <a:pt x="107865" y="63985"/>
                    <a:pt x="117307" y="76865"/>
                    <a:pt x="111096" y="83085"/>
                  </a:cubicBezTo>
                  <a:cubicBezTo>
                    <a:pt x="109611" y="84570"/>
                    <a:pt x="106802" y="85227"/>
                    <a:pt x="103058" y="85227"/>
                  </a:cubicBezTo>
                  <a:close/>
                  <a:moveTo>
                    <a:pt x="29203" y="7574"/>
                  </a:moveTo>
                  <a:cubicBezTo>
                    <a:pt x="15530" y="9284"/>
                    <a:pt x="7879" y="20770"/>
                    <a:pt x="6538" y="30707"/>
                  </a:cubicBezTo>
                  <a:cubicBezTo>
                    <a:pt x="5188" y="40807"/>
                    <a:pt x="9887" y="49088"/>
                    <a:pt x="19095" y="52886"/>
                  </a:cubicBezTo>
                  <a:cubicBezTo>
                    <a:pt x="62706" y="70834"/>
                    <a:pt x="102041" y="82356"/>
                    <a:pt x="106631" y="78602"/>
                  </a:cubicBezTo>
                  <a:cubicBezTo>
                    <a:pt x="108999" y="76235"/>
                    <a:pt x="96712" y="59466"/>
                    <a:pt x="90807" y="51410"/>
                  </a:cubicBezTo>
                  <a:cubicBezTo>
                    <a:pt x="83669" y="41680"/>
                    <a:pt x="76297" y="31616"/>
                    <a:pt x="73174" y="23803"/>
                  </a:cubicBezTo>
                  <a:cubicBezTo>
                    <a:pt x="66603" y="7367"/>
                    <a:pt x="57539" y="4019"/>
                    <a:pt x="29194" y="7574"/>
                  </a:cubicBezTo>
                  <a:lnTo>
                    <a:pt x="29194" y="75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7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9" name="Google Shape;7769;p22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7770" name="Google Shape;7770;p22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1" name="Google Shape;7771;p22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2" name="Google Shape;7772;p22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3" name="Google Shape;7773;p22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4" name="Google Shape;7774;p22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5" name="Google Shape;7775;p22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6" name="Google Shape;7776;p22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7" name="Google Shape;7777;p22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8" name="Google Shape;7778;p22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9" name="Google Shape;7779;p22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0" name="Google Shape;7780;p22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1" name="Google Shape;7781;p22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2" name="Google Shape;7782;p22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3" name="Google Shape;7783;p22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4" name="Google Shape;7784;p22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5" name="Google Shape;7785;p22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6" name="Google Shape;7786;p22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7" name="Google Shape;7787;p22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8" name="Google Shape;7788;p22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9" name="Google Shape;7789;p22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0" name="Google Shape;7790;p22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1" name="Google Shape;7791;p22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2" name="Google Shape;7792;p22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3" name="Google Shape;7793;p22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4" name="Google Shape;7794;p22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5" name="Google Shape;7795;p22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6" name="Google Shape;7796;p22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7" name="Google Shape;7797;p22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8" name="Google Shape;7798;p22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9" name="Google Shape;7799;p22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0" name="Google Shape;7800;p22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1" name="Google Shape;7801;p22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2" name="Google Shape;7802;p22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3" name="Google Shape;7803;p22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4" name="Google Shape;7804;p22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5" name="Google Shape;7805;p22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6" name="Google Shape;7806;p22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7" name="Google Shape;7807;p22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8" name="Google Shape;7808;p22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9" name="Google Shape;7809;p22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0" name="Google Shape;7810;p22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1" name="Google Shape;7811;p22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2" name="Google Shape;7812;p22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3" name="Google Shape;7813;p22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4" name="Google Shape;7814;p22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5" name="Google Shape;7815;p22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6" name="Google Shape;7816;p22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7" name="Google Shape;7817;p22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8" name="Google Shape;7818;p22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9" name="Google Shape;7819;p22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0" name="Google Shape;7820;p22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1" name="Google Shape;7821;p22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2" name="Google Shape;7822;p22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3" name="Google Shape;7823;p22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4" name="Google Shape;7824;p22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5" name="Google Shape;7825;p22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6" name="Google Shape;7826;p22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7" name="Google Shape;7827;p22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8" name="Google Shape;7828;p22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9" name="Google Shape;7829;p22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0" name="Google Shape;7830;p22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1" name="Google Shape;7831;p22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2" name="Google Shape;7832;p22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3" name="Google Shape;7833;p22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4" name="Google Shape;7834;p22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5" name="Google Shape;7835;p22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6" name="Google Shape;7836;p22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7" name="Google Shape;7837;p22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8" name="Google Shape;7838;p22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9" name="Google Shape;7839;p22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0" name="Google Shape;7840;p22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1" name="Google Shape;7841;p22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2" name="Google Shape;7842;p22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3" name="Google Shape;7843;p22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4" name="Google Shape;7844;p22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5" name="Google Shape;7845;p22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6" name="Google Shape;7846;p22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7" name="Google Shape;7847;p22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8" name="Google Shape;7848;p22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9" name="Google Shape;7849;p22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0" name="Google Shape;7850;p22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1" name="Google Shape;7851;p22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2" name="Google Shape;7852;p22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3" name="Google Shape;7853;p22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4" name="Google Shape;7854;p22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5" name="Google Shape;7855;p22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6" name="Google Shape;7856;p22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7" name="Google Shape;7857;p22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8" name="Google Shape;7858;p22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9" name="Google Shape;7859;p22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0" name="Google Shape;7860;p22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1" name="Google Shape;7861;p22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2" name="Google Shape;7862;p22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3" name="Google Shape;7863;p22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4" name="Google Shape;7864;p22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5" name="Google Shape;7865;p22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6" name="Google Shape;7866;p22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7" name="Google Shape;7867;p22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8" name="Google Shape;7868;p22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9" name="Google Shape;7869;p22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0" name="Google Shape;7870;p22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1" name="Google Shape;7871;p22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2" name="Google Shape;7872;p22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3" name="Google Shape;7873;p22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4" name="Google Shape;7874;p22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5" name="Google Shape;7875;p22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6" name="Google Shape;7876;p22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7" name="Google Shape;7877;p22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8" name="Google Shape;7878;p22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9" name="Google Shape;7879;p22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0" name="Google Shape;7880;p22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1" name="Google Shape;7881;p22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2" name="Google Shape;7882;p22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3" name="Google Shape;7883;p22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4" name="Google Shape;7884;p22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5" name="Google Shape;7885;p22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6" name="Google Shape;7886;p22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7" name="Google Shape;7887;p22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8" name="Google Shape;7888;p22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9" name="Google Shape;7889;p22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0" name="Google Shape;7890;p22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1" name="Google Shape;7891;p22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2" name="Google Shape;7892;p22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3" name="Google Shape;7893;p22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4" name="Google Shape;7894;p22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5" name="Google Shape;7895;p22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6" name="Google Shape;7896;p22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7" name="Google Shape;7897;p22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8" name="Google Shape;7898;p22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9" name="Google Shape;7899;p22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0" name="Google Shape;7900;p22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1" name="Google Shape;7901;p22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2" name="Google Shape;7902;p22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3" name="Google Shape;7903;p22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4" name="Google Shape;7904;p22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5" name="Google Shape;7905;p22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6" name="Google Shape;7906;p22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7" name="Google Shape;7907;p22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8" name="Google Shape;7908;p22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9" name="Google Shape;7909;p22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0" name="Google Shape;7910;p22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1" name="Google Shape;7911;p22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2" name="Google Shape;7912;p22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3" name="Google Shape;7913;p22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4" name="Google Shape;7914;p22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5" name="Google Shape;7915;p22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6" name="Google Shape;7916;p22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7" name="Google Shape;7917;p22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8" name="Google Shape;7918;p22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9" name="Google Shape;7919;p22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0" name="Google Shape;7920;p22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1" name="Google Shape;7921;p22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2" name="Google Shape;7922;p22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3" name="Google Shape;7923;p22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4" name="Google Shape;7924;p22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5" name="Google Shape;7925;p22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6" name="Google Shape;7926;p22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7" name="Google Shape;7927;p22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8" name="Google Shape;7928;p22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9" name="Google Shape;7929;p22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0" name="Google Shape;7930;p22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1" name="Google Shape;7931;p22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2" name="Google Shape;7932;p22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3" name="Google Shape;7933;p22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4" name="Google Shape;7934;p22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5" name="Google Shape;7935;p22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6" name="Google Shape;7936;p22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7" name="Google Shape;7937;p22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8" name="Google Shape;7938;p22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9" name="Google Shape;7939;p22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0" name="Google Shape;7940;p22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1" name="Google Shape;7941;p22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2" name="Google Shape;7942;p22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3" name="Google Shape;7943;p22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4" name="Google Shape;7944;p22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5" name="Google Shape;7945;p22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6" name="Google Shape;7946;p22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7" name="Google Shape;7947;p22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8" name="Google Shape;7948;p22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9" name="Google Shape;7949;p22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0" name="Google Shape;7950;p22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1" name="Google Shape;7951;p22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2" name="Google Shape;7952;p22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3" name="Google Shape;7953;p22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4" name="Google Shape;7954;p22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5" name="Google Shape;7955;p22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6" name="Google Shape;7956;p22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7" name="Google Shape;7957;p22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8" name="Google Shape;7958;p22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9" name="Google Shape;7959;p22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0" name="Google Shape;7960;p22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1" name="Google Shape;7961;p22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2" name="Google Shape;7962;p22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3" name="Google Shape;7963;p22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4" name="Google Shape;7964;p22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5" name="Google Shape;7965;p22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6" name="Google Shape;7966;p22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7" name="Google Shape;7967;p22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8" name="Google Shape;7968;p22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9" name="Google Shape;7969;p22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0" name="Google Shape;7970;p22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1" name="Google Shape;7971;p22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2" name="Google Shape;7972;p22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3" name="Google Shape;7973;p22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4" name="Google Shape;7974;p22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5" name="Google Shape;7975;p22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6" name="Google Shape;7976;p22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7" name="Google Shape;7977;p22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8" name="Google Shape;7978;p22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9" name="Google Shape;7979;p22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0" name="Google Shape;7980;p22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1" name="Google Shape;7981;p22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2" name="Google Shape;7982;p22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3" name="Google Shape;7983;p22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4" name="Google Shape;7984;p22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5" name="Google Shape;7985;p22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6" name="Google Shape;7986;p22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7" name="Google Shape;7987;p22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8" name="Google Shape;7988;p22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9" name="Google Shape;7989;p22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0" name="Google Shape;7990;p22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1" name="Google Shape;7991;p22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2" name="Google Shape;7992;p22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3" name="Google Shape;7993;p22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4" name="Google Shape;7994;p22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5" name="Google Shape;7995;p22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6" name="Google Shape;7996;p22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7" name="Google Shape;7997;p22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8" name="Google Shape;7998;p22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9" name="Google Shape;7999;p22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0" name="Google Shape;8000;p22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1" name="Google Shape;8001;p22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2" name="Google Shape;8002;p22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3" name="Google Shape;8003;p22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4" name="Google Shape;8004;p22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5" name="Google Shape;8005;p22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6" name="Google Shape;8006;p22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7" name="Google Shape;8007;p22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8" name="Google Shape;8008;p22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9" name="Google Shape;8009;p22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0" name="Google Shape;8010;p22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1" name="Google Shape;8011;p22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2" name="Google Shape;8012;p22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3" name="Google Shape;8013;p22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4" name="Google Shape;8014;p22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5" name="Google Shape;8015;p22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6" name="Google Shape;8016;p22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7" name="Google Shape;8017;p22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8" name="Google Shape;8018;p22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9" name="Google Shape;8019;p22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0" name="Google Shape;8020;p22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1" name="Google Shape;8021;p22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2" name="Google Shape;8022;p22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3" name="Google Shape;8023;p22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4" name="Google Shape;8024;p22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5" name="Google Shape;8025;p22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6" name="Google Shape;8026;p22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7" name="Google Shape;8027;p22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8" name="Google Shape;8028;p22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9" name="Google Shape;8029;p22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0" name="Google Shape;8030;p22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1" name="Google Shape;8031;p22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2" name="Google Shape;8032;p22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3" name="Google Shape;8033;p22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4" name="Google Shape;8034;p22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5" name="Google Shape;8035;p22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6" name="Google Shape;8036;p22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7" name="Google Shape;8037;p22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8" name="Google Shape;8038;p22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9" name="Google Shape;8039;p22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0" name="Google Shape;8040;p22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1" name="Google Shape;8041;p22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2" name="Google Shape;8042;p22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3" name="Google Shape;8043;p22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4" name="Google Shape;8044;p22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5" name="Google Shape;8045;p22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6" name="Google Shape;8046;p22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7" name="Google Shape;8047;p22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8" name="Google Shape;8048;p22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9" name="Google Shape;8049;p22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0" name="Google Shape;8050;p22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1" name="Google Shape;8051;p22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2" name="Google Shape;8052;p22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3" name="Google Shape;8053;p22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4" name="Google Shape;8054;p22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5" name="Google Shape;8055;p22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6" name="Google Shape;8056;p22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7" name="Google Shape;8057;p22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8" name="Google Shape;8058;p22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9" name="Google Shape;8059;p22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0" name="Google Shape;8060;p22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1" name="Google Shape;8061;p22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2" name="Google Shape;8062;p22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3" name="Google Shape;8063;p22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4" name="Google Shape;8064;p22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5" name="Google Shape;8065;p22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6" name="Google Shape;8066;p22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7" name="Google Shape;8067;p22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8" name="Google Shape;8068;p22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9" name="Google Shape;8069;p22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0" name="Google Shape;8070;p22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1" name="Google Shape;8071;p22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2" name="Google Shape;8072;p22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3" name="Google Shape;8073;p22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4" name="Google Shape;8074;p22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5" name="Google Shape;8075;p22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6" name="Google Shape;8076;p22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7" name="Google Shape;8077;p22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8" name="Google Shape;8078;p22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9" name="Google Shape;8079;p22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0" name="Google Shape;8080;p22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1" name="Google Shape;8081;p22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2" name="Google Shape;8082;p22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3" name="Google Shape;8083;p22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4" name="Google Shape;8084;p22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5" name="Google Shape;8085;p22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6" name="Google Shape;8086;p22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7" name="Google Shape;8087;p22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8" name="Google Shape;8088;p22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9" name="Google Shape;8089;p22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0" name="Google Shape;8090;p22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1" name="Google Shape;8091;p22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2" name="Google Shape;8092;p22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3" name="Google Shape;8093;p22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4" name="Google Shape;8094;p22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5" name="Google Shape;8095;p22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6" name="Google Shape;8096;p22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7" name="Google Shape;8097;p22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8" name="Google Shape;8098;p22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9" name="Google Shape;8099;p22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0" name="Google Shape;8100;p22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1" name="Google Shape;8101;p22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2" name="Google Shape;8102;p22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3" name="Google Shape;8103;p22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4" name="Google Shape;8104;p22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5" name="Google Shape;8105;p22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6" name="Google Shape;8106;p22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7" name="Google Shape;8107;p22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8" name="Google Shape;8108;p22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9" name="Google Shape;8109;p22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0" name="Google Shape;8110;p22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1" name="Google Shape;8111;p22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2" name="Google Shape;8112;p22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3" name="Google Shape;8113;p22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4" name="Google Shape;8114;p22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5" name="Google Shape;8115;p22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6" name="Google Shape;8116;p22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7" name="Google Shape;8117;p22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8" name="Google Shape;8118;p22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9" name="Google Shape;8119;p22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0" name="Google Shape;8120;p22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1" name="Google Shape;8121;p22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2" name="Google Shape;8122;p22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3" name="Google Shape;8123;p22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4" name="Google Shape;8124;p22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5" name="Google Shape;8125;p22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6" name="Google Shape;8126;p22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7" name="Google Shape;8127;p22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8" name="Google Shape;8128;p22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9" name="Google Shape;8129;p22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0" name="Google Shape;8130;p22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1" name="Google Shape;8131;p22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2" name="Google Shape;8132;p22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3" name="Google Shape;8133;p22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4" name="Google Shape;8134;p22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5" name="Google Shape;8135;p22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6" name="Google Shape;8136;p22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7" name="Google Shape;8137;p22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8" name="Google Shape;8138;p22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9" name="Google Shape;8139;p22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0" name="Google Shape;8140;p22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1" name="Google Shape;8141;p22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2" name="Google Shape;8142;p22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3" name="Google Shape;8143;p22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4" name="Google Shape;8144;p22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5" name="Google Shape;8145;p22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6" name="Google Shape;8146;p22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7" name="Google Shape;8147;p22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8" name="Google Shape;8148;p22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9" name="Google Shape;8149;p22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0" name="Google Shape;8150;p22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1" name="Google Shape;8151;p22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2" name="Google Shape;8152;p22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3" name="Google Shape;8153;p22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4" name="Google Shape;8154;p22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5" name="Google Shape;8155;p22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6" name="Google Shape;8156;p22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7" name="Google Shape;8157;p22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8" name="Google Shape;8158;p22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9" name="Google Shape;8159;p22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0" name="Google Shape;8160;p22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1" name="Google Shape;8161;p22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2" name="Google Shape;8162;p22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3" name="Google Shape;8163;p22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4" name="Google Shape;8164;p22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5" name="Google Shape;8165;p22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6" name="Google Shape;8166;p22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7" name="Google Shape;8167;p22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8" name="Google Shape;8168;p22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9" name="Google Shape;8169;p22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0" name="Google Shape;8170;p22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1" name="Google Shape;8171;p22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2" name="Google Shape;8172;p22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3" name="Google Shape;8173;p22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4" name="Google Shape;8174;p22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5" name="Google Shape;8175;p22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76" name="Google Shape;8176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77" name="Google Shape;8177;p22"/>
          <p:cNvSpPr txBox="1">
            <a:spLocks noGrp="1"/>
          </p:cNvSpPr>
          <p:nvPr>
            <p:ph type="subTitle" idx="1"/>
          </p:nvPr>
        </p:nvSpPr>
        <p:spPr>
          <a:xfrm>
            <a:off x="720000" y="1826650"/>
            <a:ext cx="2580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78" name="Google Shape;8178;p22"/>
          <p:cNvSpPr txBox="1">
            <a:spLocks noGrp="1"/>
          </p:cNvSpPr>
          <p:nvPr>
            <p:ph type="subTitle" idx="2"/>
          </p:nvPr>
        </p:nvSpPr>
        <p:spPr>
          <a:xfrm>
            <a:off x="3912211" y="1826650"/>
            <a:ext cx="2580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79" name="Google Shape;8179;p22"/>
          <p:cNvSpPr txBox="1">
            <a:spLocks noGrp="1"/>
          </p:cNvSpPr>
          <p:nvPr>
            <p:ph type="subTitle" idx="3"/>
          </p:nvPr>
        </p:nvSpPr>
        <p:spPr>
          <a:xfrm>
            <a:off x="720000" y="3487300"/>
            <a:ext cx="2580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80" name="Google Shape;8180;p22"/>
          <p:cNvSpPr txBox="1">
            <a:spLocks noGrp="1"/>
          </p:cNvSpPr>
          <p:nvPr>
            <p:ph type="subTitle" idx="4"/>
          </p:nvPr>
        </p:nvSpPr>
        <p:spPr>
          <a:xfrm>
            <a:off x="3912211" y="3487300"/>
            <a:ext cx="2580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81" name="Google Shape;8181;p22"/>
          <p:cNvSpPr txBox="1">
            <a:spLocks noGrp="1"/>
          </p:cNvSpPr>
          <p:nvPr>
            <p:ph type="subTitle" idx="5"/>
          </p:nvPr>
        </p:nvSpPr>
        <p:spPr>
          <a:xfrm>
            <a:off x="720000" y="1455550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300">
                <a:solidFill>
                  <a:schemeClr val="dk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82" name="Google Shape;8182;p22"/>
          <p:cNvSpPr txBox="1">
            <a:spLocks noGrp="1"/>
          </p:cNvSpPr>
          <p:nvPr>
            <p:ph type="subTitle" idx="6"/>
          </p:nvPr>
        </p:nvSpPr>
        <p:spPr>
          <a:xfrm>
            <a:off x="720000" y="3116200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300">
                <a:solidFill>
                  <a:schemeClr val="dk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83" name="Google Shape;8183;p22"/>
          <p:cNvSpPr txBox="1">
            <a:spLocks noGrp="1"/>
          </p:cNvSpPr>
          <p:nvPr>
            <p:ph type="subTitle" idx="7"/>
          </p:nvPr>
        </p:nvSpPr>
        <p:spPr>
          <a:xfrm>
            <a:off x="3912187" y="1455550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300">
                <a:solidFill>
                  <a:schemeClr val="dk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84" name="Google Shape;8184;p22"/>
          <p:cNvSpPr txBox="1">
            <a:spLocks noGrp="1"/>
          </p:cNvSpPr>
          <p:nvPr>
            <p:ph type="subTitle" idx="8"/>
          </p:nvPr>
        </p:nvSpPr>
        <p:spPr>
          <a:xfrm>
            <a:off x="3912187" y="3116200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300">
                <a:solidFill>
                  <a:schemeClr val="dk2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185" name="Google Shape;8185;p22"/>
          <p:cNvGrpSpPr/>
          <p:nvPr/>
        </p:nvGrpSpPr>
        <p:grpSpPr>
          <a:xfrm>
            <a:off x="7847063" y="-407871"/>
            <a:ext cx="2635019" cy="5423944"/>
            <a:chOff x="7847063" y="-464971"/>
            <a:chExt cx="2635019" cy="5423944"/>
          </a:xfrm>
        </p:grpSpPr>
        <p:sp>
          <p:nvSpPr>
            <p:cNvPr id="8186" name="Google Shape;8186;p22"/>
            <p:cNvSpPr/>
            <p:nvPr/>
          </p:nvSpPr>
          <p:spPr>
            <a:xfrm>
              <a:off x="8424007" y="-464971"/>
              <a:ext cx="2027974" cy="2581636"/>
            </a:xfrm>
            <a:custGeom>
              <a:avLst/>
              <a:gdLst/>
              <a:ahLst/>
              <a:cxnLst/>
              <a:rect l="l" t="t" r="r" b="b"/>
              <a:pathLst>
                <a:path w="2027974" h="2581636" extrusionOk="0">
                  <a:moveTo>
                    <a:pt x="1215831" y="2581636"/>
                  </a:moveTo>
                  <a:cubicBezTo>
                    <a:pt x="1192967" y="2581636"/>
                    <a:pt x="1168935" y="2580502"/>
                    <a:pt x="1143551" y="2578018"/>
                  </a:cubicBezTo>
                  <a:cubicBezTo>
                    <a:pt x="802343" y="2544731"/>
                    <a:pt x="539095" y="2421478"/>
                    <a:pt x="456536" y="2256351"/>
                  </a:cubicBezTo>
                  <a:cubicBezTo>
                    <a:pt x="419622" y="2182524"/>
                    <a:pt x="340655" y="2090856"/>
                    <a:pt x="264270" y="2002203"/>
                  </a:cubicBezTo>
                  <a:cubicBezTo>
                    <a:pt x="173278" y="1896565"/>
                    <a:pt x="94680" y="1805338"/>
                    <a:pt x="85498" y="1745669"/>
                  </a:cubicBezTo>
                  <a:cubicBezTo>
                    <a:pt x="77235" y="1691968"/>
                    <a:pt x="98190" y="1649555"/>
                    <a:pt x="124726" y="1595845"/>
                  </a:cubicBezTo>
                  <a:cubicBezTo>
                    <a:pt x="155177" y="1534196"/>
                    <a:pt x="193089" y="1457479"/>
                    <a:pt x="214062" y="1323208"/>
                  </a:cubicBezTo>
                  <a:cubicBezTo>
                    <a:pt x="243640" y="1133913"/>
                    <a:pt x="139514" y="977509"/>
                    <a:pt x="63490" y="863311"/>
                  </a:cubicBezTo>
                  <a:cubicBezTo>
                    <a:pt x="39340" y="827045"/>
                    <a:pt x="18493" y="795712"/>
                    <a:pt x="6378" y="769464"/>
                  </a:cubicBezTo>
                  <a:cubicBezTo>
                    <a:pt x="-5755" y="743181"/>
                    <a:pt x="-562" y="707149"/>
                    <a:pt x="21833" y="662377"/>
                  </a:cubicBezTo>
                  <a:cubicBezTo>
                    <a:pt x="93914" y="518214"/>
                    <a:pt x="326451" y="312924"/>
                    <a:pt x="507096" y="274219"/>
                  </a:cubicBezTo>
                  <a:cubicBezTo>
                    <a:pt x="604398" y="253364"/>
                    <a:pt x="660619" y="213362"/>
                    <a:pt x="720135" y="171012"/>
                  </a:cubicBezTo>
                  <a:cubicBezTo>
                    <a:pt x="795386" y="117464"/>
                    <a:pt x="880672" y="56778"/>
                    <a:pt x="1062091" y="25031"/>
                  </a:cubicBezTo>
                  <a:cubicBezTo>
                    <a:pt x="1381722" y="-30903"/>
                    <a:pt x="2007845" y="24292"/>
                    <a:pt x="2014146" y="24860"/>
                  </a:cubicBezTo>
                  <a:cubicBezTo>
                    <a:pt x="2022517" y="25616"/>
                    <a:pt x="2028637" y="32979"/>
                    <a:pt x="2027917" y="41323"/>
                  </a:cubicBezTo>
                  <a:cubicBezTo>
                    <a:pt x="2027107" y="49676"/>
                    <a:pt x="2019816" y="55743"/>
                    <a:pt x="2011445" y="55077"/>
                  </a:cubicBezTo>
                  <a:cubicBezTo>
                    <a:pt x="2005234" y="54518"/>
                    <a:pt x="1383072" y="-326"/>
                    <a:pt x="1067311" y="54905"/>
                  </a:cubicBezTo>
                  <a:cubicBezTo>
                    <a:pt x="892671" y="85456"/>
                    <a:pt x="813901" y="141515"/>
                    <a:pt x="737733" y="195720"/>
                  </a:cubicBezTo>
                  <a:cubicBezTo>
                    <a:pt x="675588" y="239943"/>
                    <a:pt x="616892" y="281717"/>
                    <a:pt x="513460" y="303878"/>
                  </a:cubicBezTo>
                  <a:cubicBezTo>
                    <a:pt x="345497" y="339865"/>
                    <a:pt x="117678" y="538539"/>
                    <a:pt x="48972" y="675942"/>
                  </a:cubicBezTo>
                  <a:cubicBezTo>
                    <a:pt x="31419" y="711047"/>
                    <a:pt x="26072" y="739742"/>
                    <a:pt x="33922" y="756746"/>
                  </a:cubicBezTo>
                  <a:cubicBezTo>
                    <a:pt x="45056" y="780860"/>
                    <a:pt x="65299" y="811275"/>
                    <a:pt x="88757" y="846496"/>
                  </a:cubicBezTo>
                  <a:cubicBezTo>
                    <a:pt x="163098" y="958174"/>
                    <a:pt x="275441" y="1126928"/>
                    <a:pt x="244045" y="1327888"/>
                  </a:cubicBezTo>
                  <a:cubicBezTo>
                    <a:pt x="222352" y="1466759"/>
                    <a:pt x="181648" y="1549138"/>
                    <a:pt x="151936" y="1609293"/>
                  </a:cubicBezTo>
                  <a:cubicBezTo>
                    <a:pt x="125896" y="1661994"/>
                    <a:pt x="108694" y="1696820"/>
                    <a:pt x="115499" y="1741061"/>
                  </a:cubicBezTo>
                  <a:cubicBezTo>
                    <a:pt x="123357" y="1792133"/>
                    <a:pt x="206690" y="1888860"/>
                    <a:pt x="287269" y="1982410"/>
                  </a:cubicBezTo>
                  <a:cubicBezTo>
                    <a:pt x="364859" y="2072457"/>
                    <a:pt x="445077" y="2165584"/>
                    <a:pt x="483674" y="2242787"/>
                  </a:cubicBezTo>
                  <a:cubicBezTo>
                    <a:pt x="560437" y="2396302"/>
                    <a:pt x="820607" y="2516044"/>
                    <a:pt x="1146522" y="2547828"/>
                  </a:cubicBezTo>
                  <a:cubicBezTo>
                    <a:pt x="1297741" y="2562599"/>
                    <a:pt x="1398555" y="2527224"/>
                    <a:pt x="1505399" y="2489770"/>
                  </a:cubicBezTo>
                  <a:cubicBezTo>
                    <a:pt x="1629435" y="2446285"/>
                    <a:pt x="1757702" y="2401333"/>
                    <a:pt x="1974450" y="2427338"/>
                  </a:cubicBezTo>
                  <a:cubicBezTo>
                    <a:pt x="1982731" y="2428337"/>
                    <a:pt x="1988672" y="2435889"/>
                    <a:pt x="1987682" y="2444206"/>
                  </a:cubicBezTo>
                  <a:cubicBezTo>
                    <a:pt x="1986692" y="2452523"/>
                    <a:pt x="1979131" y="2458473"/>
                    <a:pt x="1970850" y="2457456"/>
                  </a:cubicBezTo>
                  <a:cubicBezTo>
                    <a:pt x="1761032" y="2432262"/>
                    <a:pt x="1636186" y="2476052"/>
                    <a:pt x="1515390" y="2518394"/>
                  </a:cubicBezTo>
                  <a:cubicBezTo>
                    <a:pt x="1423128" y="2550762"/>
                    <a:pt x="1335007" y="2581627"/>
                    <a:pt x="1215831" y="25816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7" name="Google Shape;8187;p22"/>
            <p:cNvSpPr/>
            <p:nvPr/>
          </p:nvSpPr>
          <p:spPr>
            <a:xfrm>
              <a:off x="8558819" y="-350903"/>
              <a:ext cx="1848348" cy="2371741"/>
            </a:xfrm>
            <a:custGeom>
              <a:avLst/>
              <a:gdLst/>
              <a:ahLst/>
              <a:cxnLst/>
              <a:rect l="l" t="t" r="r" b="b"/>
              <a:pathLst>
                <a:path w="1848348" h="2371741" extrusionOk="0">
                  <a:moveTo>
                    <a:pt x="1119904" y="2371715"/>
                  </a:moveTo>
                  <a:cubicBezTo>
                    <a:pt x="1043483" y="2371715"/>
                    <a:pt x="919366" y="2356197"/>
                    <a:pt x="798373" y="2319373"/>
                  </a:cubicBezTo>
                  <a:cubicBezTo>
                    <a:pt x="631284" y="2268525"/>
                    <a:pt x="454365" y="2165084"/>
                    <a:pt x="436525" y="2147252"/>
                  </a:cubicBezTo>
                  <a:cubicBezTo>
                    <a:pt x="426785" y="2137513"/>
                    <a:pt x="418846" y="2107845"/>
                    <a:pt x="409666" y="2073488"/>
                  </a:cubicBezTo>
                  <a:cubicBezTo>
                    <a:pt x="401340" y="2042370"/>
                    <a:pt x="392734" y="2010191"/>
                    <a:pt x="382509" y="1993152"/>
                  </a:cubicBezTo>
                  <a:cubicBezTo>
                    <a:pt x="360105" y="1955824"/>
                    <a:pt x="296583" y="1864525"/>
                    <a:pt x="275890" y="1843840"/>
                  </a:cubicBezTo>
                  <a:cubicBezTo>
                    <a:pt x="255088" y="1823039"/>
                    <a:pt x="100276" y="1647093"/>
                    <a:pt x="92950" y="1592158"/>
                  </a:cubicBezTo>
                  <a:cubicBezTo>
                    <a:pt x="88197" y="1556568"/>
                    <a:pt x="126902" y="1477132"/>
                    <a:pt x="161044" y="1407040"/>
                  </a:cubicBezTo>
                  <a:cubicBezTo>
                    <a:pt x="179145" y="1369892"/>
                    <a:pt x="196247" y="1334788"/>
                    <a:pt x="203736" y="1312303"/>
                  </a:cubicBezTo>
                  <a:cubicBezTo>
                    <a:pt x="218534" y="1267927"/>
                    <a:pt x="214232" y="1204603"/>
                    <a:pt x="210433" y="1148742"/>
                  </a:cubicBezTo>
                  <a:cubicBezTo>
                    <a:pt x="208750" y="1123890"/>
                    <a:pt x="207148" y="1100415"/>
                    <a:pt x="207148" y="1079388"/>
                  </a:cubicBezTo>
                  <a:cubicBezTo>
                    <a:pt x="207148" y="1016227"/>
                    <a:pt x="142024" y="838922"/>
                    <a:pt x="122059" y="786085"/>
                  </a:cubicBezTo>
                  <a:lnTo>
                    <a:pt x="121673" y="785076"/>
                  </a:lnTo>
                  <a:cubicBezTo>
                    <a:pt x="119062" y="778164"/>
                    <a:pt x="99647" y="753302"/>
                    <a:pt x="79097" y="727001"/>
                  </a:cubicBezTo>
                  <a:cubicBezTo>
                    <a:pt x="43155" y="680978"/>
                    <a:pt x="2416" y="628816"/>
                    <a:pt x="121" y="610553"/>
                  </a:cubicBezTo>
                  <a:cubicBezTo>
                    <a:pt x="-3021" y="585448"/>
                    <a:pt x="55739" y="509883"/>
                    <a:pt x="113625" y="439278"/>
                  </a:cubicBezTo>
                  <a:lnTo>
                    <a:pt x="118612" y="433202"/>
                  </a:lnTo>
                  <a:cubicBezTo>
                    <a:pt x="151502" y="393003"/>
                    <a:pt x="305252" y="300282"/>
                    <a:pt x="355595" y="282306"/>
                  </a:cubicBezTo>
                  <a:cubicBezTo>
                    <a:pt x="405030" y="264646"/>
                    <a:pt x="540650" y="204032"/>
                    <a:pt x="587025" y="175498"/>
                  </a:cubicBezTo>
                  <a:cubicBezTo>
                    <a:pt x="609762" y="161502"/>
                    <a:pt x="652823" y="133103"/>
                    <a:pt x="694454" y="105640"/>
                  </a:cubicBezTo>
                  <a:cubicBezTo>
                    <a:pt x="737299" y="77386"/>
                    <a:pt x="777768" y="50688"/>
                    <a:pt x="790569" y="43370"/>
                  </a:cubicBezTo>
                  <a:cubicBezTo>
                    <a:pt x="817104" y="28203"/>
                    <a:pt x="1054825" y="3594"/>
                    <a:pt x="1252581" y="119"/>
                  </a:cubicBezTo>
                  <a:cubicBezTo>
                    <a:pt x="1453937" y="-3535"/>
                    <a:pt x="1841888" y="77899"/>
                    <a:pt x="1845849" y="78718"/>
                  </a:cubicBezTo>
                  <a:cubicBezTo>
                    <a:pt x="1847559" y="79078"/>
                    <a:pt x="1848639" y="80752"/>
                    <a:pt x="1848279" y="82462"/>
                  </a:cubicBezTo>
                  <a:cubicBezTo>
                    <a:pt x="1847919" y="84181"/>
                    <a:pt x="1846209" y="85253"/>
                    <a:pt x="1844499" y="84901"/>
                  </a:cubicBezTo>
                  <a:cubicBezTo>
                    <a:pt x="1840628" y="84082"/>
                    <a:pt x="1453307" y="3018"/>
                    <a:pt x="1252671" y="6438"/>
                  </a:cubicBezTo>
                  <a:cubicBezTo>
                    <a:pt x="1041233" y="10138"/>
                    <a:pt x="817076" y="35503"/>
                    <a:pt x="793701" y="48861"/>
                  </a:cubicBezTo>
                  <a:cubicBezTo>
                    <a:pt x="781072" y="56071"/>
                    <a:pt x="740693" y="82714"/>
                    <a:pt x="697928" y="110915"/>
                  </a:cubicBezTo>
                  <a:cubicBezTo>
                    <a:pt x="656252" y="138405"/>
                    <a:pt x="613155" y="166830"/>
                    <a:pt x="590328" y="180881"/>
                  </a:cubicBezTo>
                  <a:cubicBezTo>
                    <a:pt x="543675" y="209586"/>
                    <a:pt x="407379" y="270515"/>
                    <a:pt x="357710" y="288256"/>
                  </a:cubicBezTo>
                  <a:cubicBezTo>
                    <a:pt x="309185" y="305584"/>
                    <a:pt x="155121" y="398557"/>
                    <a:pt x="123500" y="437199"/>
                  </a:cubicBezTo>
                  <a:lnTo>
                    <a:pt x="118513" y="443284"/>
                  </a:lnTo>
                  <a:cubicBezTo>
                    <a:pt x="86964" y="481764"/>
                    <a:pt x="3163" y="583972"/>
                    <a:pt x="6394" y="609769"/>
                  </a:cubicBezTo>
                  <a:cubicBezTo>
                    <a:pt x="8464" y="626305"/>
                    <a:pt x="52166" y="682256"/>
                    <a:pt x="84074" y="723112"/>
                  </a:cubicBezTo>
                  <a:cubicBezTo>
                    <a:pt x="106740" y="752123"/>
                    <a:pt x="124634" y="775040"/>
                    <a:pt x="127586" y="782853"/>
                  </a:cubicBezTo>
                  <a:lnTo>
                    <a:pt x="127973" y="783861"/>
                  </a:lnTo>
                  <a:cubicBezTo>
                    <a:pt x="148028" y="836950"/>
                    <a:pt x="213466" y="1015165"/>
                    <a:pt x="213466" y="1079397"/>
                  </a:cubicBezTo>
                  <a:cubicBezTo>
                    <a:pt x="213466" y="1100208"/>
                    <a:pt x="215051" y="1123575"/>
                    <a:pt x="216734" y="1148328"/>
                  </a:cubicBezTo>
                  <a:cubicBezTo>
                    <a:pt x="220569" y="1204775"/>
                    <a:pt x="224916" y="1268755"/>
                    <a:pt x="209731" y="1314319"/>
                  </a:cubicBezTo>
                  <a:cubicBezTo>
                    <a:pt x="202107" y="1337200"/>
                    <a:pt x="184915" y="1372475"/>
                    <a:pt x="166723" y="1409830"/>
                  </a:cubicBezTo>
                  <a:cubicBezTo>
                    <a:pt x="132969" y="1479113"/>
                    <a:pt x="94714" y="1557639"/>
                    <a:pt x="99206" y="1591339"/>
                  </a:cubicBezTo>
                  <a:cubicBezTo>
                    <a:pt x="106199" y="1643798"/>
                    <a:pt x="260552" y="1819591"/>
                    <a:pt x="280354" y="1839394"/>
                  </a:cubicBezTo>
                  <a:cubicBezTo>
                    <a:pt x="302624" y="1861663"/>
                    <a:pt x="367783" y="1956373"/>
                    <a:pt x="387919" y="1989930"/>
                  </a:cubicBezTo>
                  <a:cubicBezTo>
                    <a:pt x="398603" y="2007725"/>
                    <a:pt x="407325" y="2040345"/>
                    <a:pt x="415759" y="2071885"/>
                  </a:cubicBezTo>
                  <a:cubicBezTo>
                    <a:pt x="423968" y="2102552"/>
                    <a:pt x="432447" y="2134273"/>
                    <a:pt x="440990" y="2142815"/>
                  </a:cubicBezTo>
                  <a:cubicBezTo>
                    <a:pt x="458020" y="2159845"/>
                    <a:pt x="637251" y="2263773"/>
                    <a:pt x="800199" y="2313360"/>
                  </a:cubicBezTo>
                  <a:cubicBezTo>
                    <a:pt x="962833" y="2362876"/>
                    <a:pt x="1142137" y="2374784"/>
                    <a:pt x="1183632" y="2358654"/>
                  </a:cubicBezTo>
                  <a:cubicBezTo>
                    <a:pt x="1226027" y="2342173"/>
                    <a:pt x="1378147" y="2260928"/>
                    <a:pt x="1422343" y="2235131"/>
                  </a:cubicBezTo>
                  <a:cubicBezTo>
                    <a:pt x="1465549" y="2209919"/>
                    <a:pt x="1688778" y="2174076"/>
                    <a:pt x="1799402" y="2195490"/>
                  </a:cubicBezTo>
                  <a:cubicBezTo>
                    <a:pt x="1801113" y="2195823"/>
                    <a:pt x="1802193" y="2197479"/>
                    <a:pt x="1801833" y="2199189"/>
                  </a:cubicBezTo>
                  <a:cubicBezTo>
                    <a:pt x="1801563" y="2200908"/>
                    <a:pt x="1799852" y="2201979"/>
                    <a:pt x="1798143" y="2201691"/>
                  </a:cubicBezTo>
                  <a:cubicBezTo>
                    <a:pt x="1688598" y="2180467"/>
                    <a:pt x="1468159" y="2215733"/>
                    <a:pt x="1425583" y="2240577"/>
                  </a:cubicBezTo>
                  <a:cubicBezTo>
                    <a:pt x="1381208" y="2266446"/>
                    <a:pt x="1228548" y="2347961"/>
                    <a:pt x="1185972" y="2364532"/>
                  </a:cubicBezTo>
                  <a:cubicBezTo>
                    <a:pt x="1173911" y="2369212"/>
                    <a:pt x="1150778" y="2371742"/>
                    <a:pt x="1119904" y="23717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8" name="Google Shape;8188;p22"/>
            <p:cNvSpPr/>
            <p:nvPr/>
          </p:nvSpPr>
          <p:spPr>
            <a:xfrm>
              <a:off x="8654957" y="-272799"/>
              <a:ext cx="1827125" cy="2232682"/>
            </a:xfrm>
            <a:custGeom>
              <a:avLst/>
              <a:gdLst/>
              <a:ahLst/>
              <a:cxnLst/>
              <a:rect l="l" t="t" r="r" b="b"/>
              <a:pathLst>
                <a:path w="1827125" h="2232682" extrusionOk="0">
                  <a:moveTo>
                    <a:pt x="1013415" y="2232682"/>
                  </a:moveTo>
                  <a:cubicBezTo>
                    <a:pt x="950046" y="2232682"/>
                    <a:pt x="818638" y="2220485"/>
                    <a:pt x="748348" y="2191196"/>
                  </a:cubicBezTo>
                  <a:cubicBezTo>
                    <a:pt x="664601" y="2156289"/>
                    <a:pt x="430750" y="2041704"/>
                    <a:pt x="415358" y="2026303"/>
                  </a:cubicBezTo>
                  <a:cubicBezTo>
                    <a:pt x="399651" y="2010605"/>
                    <a:pt x="369938" y="1927416"/>
                    <a:pt x="369938" y="1899134"/>
                  </a:cubicBezTo>
                  <a:cubicBezTo>
                    <a:pt x="369938" y="1870853"/>
                    <a:pt x="340180" y="1804784"/>
                    <a:pt x="300710" y="1743792"/>
                  </a:cubicBezTo>
                  <a:cubicBezTo>
                    <a:pt x="283031" y="1716482"/>
                    <a:pt x="242931" y="1671773"/>
                    <a:pt x="204154" y="1628541"/>
                  </a:cubicBezTo>
                  <a:cubicBezTo>
                    <a:pt x="155764" y="1574588"/>
                    <a:pt x="110056" y="1523632"/>
                    <a:pt x="104007" y="1503010"/>
                  </a:cubicBezTo>
                  <a:cubicBezTo>
                    <a:pt x="95168" y="1472910"/>
                    <a:pt x="132937" y="1389127"/>
                    <a:pt x="157933" y="1333698"/>
                  </a:cubicBezTo>
                  <a:cubicBezTo>
                    <a:pt x="163883" y="1320502"/>
                    <a:pt x="169013" y="1309116"/>
                    <a:pt x="171930" y="1301843"/>
                  </a:cubicBezTo>
                  <a:cubicBezTo>
                    <a:pt x="183200" y="1273660"/>
                    <a:pt x="203254" y="1215422"/>
                    <a:pt x="210987" y="1142054"/>
                  </a:cubicBezTo>
                  <a:cubicBezTo>
                    <a:pt x="216099" y="1093511"/>
                    <a:pt x="202633" y="1035363"/>
                    <a:pt x="190760" y="984065"/>
                  </a:cubicBezTo>
                  <a:cubicBezTo>
                    <a:pt x="186188" y="964289"/>
                    <a:pt x="181859" y="945612"/>
                    <a:pt x="178888" y="928762"/>
                  </a:cubicBezTo>
                  <a:cubicBezTo>
                    <a:pt x="159464" y="818686"/>
                    <a:pt x="139166" y="744211"/>
                    <a:pt x="118553" y="707387"/>
                  </a:cubicBezTo>
                  <a:cubicBezTo>
                    <a:pt x="110290" y="692616"/>
                    <a:pt x="95906" y="670590"/>
                    <a:pt x="80685" y="647259"/>
                  </a:cubicBezTo>
                  <a:cubicBezTo>
                    <a:pt x="40567" y="585781"/>
                    <a:pt x="-4916" y="516103"/>
                    <a:pt x="430" y="492034"/>
                  </a:cubicBezTo>
                  <a:cubicBezTo>
                    <a:pt x="7983" y="458063"/>
                    <a:pt x="182948" y="308571"/>
                    <a:pt x="241005" y="272288"/>
                  </a:cubicBezTo>
                  <a:cubicBezTo>
                    <a:pt x="277919" y="249209"/>
                    <a:pt x="351665" y="218830"/>
                    <a:pt x="410920" y="194409"/>
                  </a:cubicBezTo>
                  <a:cubicBezTo>
                    <a:pt x="443883" y="180827"/>
                    <a:pt x="472353" y="169098"/>
                    <a:pt x="487566" y="161483"/>
                  </a:cubicBezTo>
                  <a:cubicBezTo>
                    <a:pt x="530249" y="140141"/>
                    <a:pt x="623592" y="82660"/>
                    <a:pt x="665699" y="54324"/>
                  </a:cubicBezTo>
                  <a:cubicBezTo>
                    <a:pt x="704494" y="28212"/>
                    <a:pt x="766224" y="12253"/>
                    <a:pt x="859945" y="4097"/>
                  </a:cubicBezTo>
                  <a:cubicBezTo>
                    <a:pt x="940775" y="-2941"/>
                    <a:pt x="1144922" y="470"/>
                    <a:pt x="1206670" y="4097"/>
                  </a:cubicBezTo>
                  <a:cubicBezTo>
                    <a:pt x="1266888" y="7644"/>
                    <a:pt x="1701555" y="103597"/>
                    <a:pt x="1720008" y="107683"/>
                  </a:cubicBezTo>
                  <a:cubicBezTo>
                    <a:pt x="1721717" y="108061"/>
                    <a:pt x="1722798" y="109744"/>
                    <a:pt x="1722438" y="111455"/>
                  </a:cubicBezTo>
                  <a:cubicBezTo>
                    <a:pt x="1721988" y="113156"/>
                    <a:pt x="1720277" y="114236"/>
                    <a:pt x="1718657" y="113858"/>
                  </a:cubicBezTo>
                  <a:cubicBezTo>
                    <a:pt x="1714157" y="112859"/>
                    <a:pt x="1265988" y="13927"/>
                    <a:pt x="1206310" y="10407"/>
                  </a:cubicBezTo>
                  <a:cubicBezTo>
                    <a:pt x="1144742" y="6780"/>
                    <a:pt x="941045" y="3386"/>
                    <a:pt x="860484" y="10407"/>
                  </a:cubicBezTo>
                  <a:cubicBezTo>
                    <a:pt x="767889" y="18463"/>
                    <a:pt x="707114" y="34089"/>
                    <a:pt x="669245" y="59581"/>
                  </a:cubicBezTo>
                  <a:cubicBezTo>
                    <a:pt x="627012" y="88016"/>
                    <a:pt x="533300" y="145704"/>
                    <a:pt x="490410" y="167145"/>
                  </a:cubicBezTo>
                  <a:cubicBezTo>
                    <a:pt x="474991" y="174859"/>
                    <a:pt x="446421" y="186623"/>
                    <a:pt x="413351" y="200260"/>
                  </a:cubicBezTo>
                  <a:cubicBezTo>
                    <a:pt x="354312" y="224590"/>
                    <a:pt x="280844" y="254861"/>
                    <a:pt x="244372" y="277652"/>
                  </a:cubicBezTo>
                  <a:cubicBezTo>
                    <a:pt x="184973" y="314782"/>
                    <a:pt x="13203" y="463761"/>
                    <a:pt x="6624" y="493411"/>
                  </a:cubicBezTo>
                  <a:cubicBezTo>
                    <a:pt x="1853" y="514879"/>
                    <a:pt x="50486" y="589399"/>
                    <a:pt x="85996" y="643811"/>
                  </a:cubicBezTo>
                  <a:cubicBezTo>
                    <a:pt x="101946" y="668241"/>
                    <a:pt x="115717" y="689348"/>
                    <a:pt x="124089" y="704299"/>
                  </a:cubicBezTo>
                  <a:cubicBezTo>
                    <a:pt x="145043" y="741744"/>
                    <a:pt x="165576" y="816895"/>
                    <a:pt x="185126" y="927664"/>
                  </a:cubicBezTo>
                  <a:cubicBezTo>
                    <a:pt x="188079" y="944361"/>
                    <a:pt x="192380" y="962948"/>
                    <a:pt x="196936" y="982643"/>
                  </a:cubicBezTo>
                  <a:cubicBezTo>
                    <a:pt x="208916" y="1034427"/>
                    <a:pt x="222498" y="1093115"/>
                    <a:pt x="217278" y="1142720"/>
                  </a:cubicBezTo>
                  <a:cubicBezTo>
                    <a:pt x="209474" y="1216845"/>
                    <a:pt x="189194" y="1275703"/>
                    <a:pt x="177808" y="1304183"/>
                  </a:cubicBezTo>
                  <a:cubicBezTo>
                    <a:pt x="174855" y="1311582"/>
                    <a:pt x="169689" y="1323032"/>
                    <a:pt x="163712" y="1336290"/>
                  </a:cubicBezTo>
                  <a:cubicBezTo>
                    <a:pt x="140597" y="1387561"/>
                    <a:pt x="101910" y="1473369"/>
                    <a:pt x="110083" y="1501228"/>
                  </a:cubicBezTo>
                  <a:cubicBezTo>
                    <a:pt x="115736" y="1520473"/>
                    <a:pt x="163082" y="1573264"/>
                    <a:pt x="208871" y="1624319"/>
                  </a:cubicBezTo>
                  <a:cubicBezTo>
                    <a:pt x="247820" y="1667732"/>
                    <a:pt x="288090" y="1712630"/>
                    <a:pt x="306030" y="1740362"/>
                  </a:cubicBezTo>
                  <a:cubicBezTo>
                    <a:pt x="346067" y="1802245"/>
                    <a:pt x="376266" y="1870510"/>
                    <a:pt x="376266" y="1899134"/>
                  </a:cubicBezTo>
                  <a:cubicBezTo>
                    <a:pt x="376266" y="1927758"/>
                    <a:pt x="406330" y="2008337"/>
                    <a:pt x="419832" y="2021829"/>
                  </a:cubicBezTo>
                  <a:cubicBezTo>
                    <a:pt x="433370" y="2035367"/>
                    <a:pt x="662252" y="2148458"/>
                    <a:pt x="750787" y="2185354"/>
                  </a:cubicBezTo>
                  <a:cubicBezTo>
                    <a:pt x="837081" y="2221314"/>
                    <a:pt x="1016025" y="2231332"/>
                    <a:pt x="1044289" y="2224464"/>
                  </a:cubicBezTo>
                  <a:cubicBezTo>
                    <a:pt x="1072373" y="2217632"/>
                    <a:pt x="1229983" y="2125055"/>
                    <a:pt x="1274449" y="2092903"/>
                  </a:cubicBezTo>
                  <a:cubicBezTo>
                    <a:pt x="1306223" y="2069896"/>
                    <a:pt x="1384083" y="2015097"/>
                    <a:pt x="1419638" y="2003224"/>
                  </a:cubicBezTo>
                  <a:cubicBezTo>
                    <a:pt x="1451862" y="1992503"/>
                    <a:pt x="1808669" y="1975239"/>
                    <a:pt x="1823881" y="1974519"/>
                  </a:cubicBezTo>
                  <a:cubicBezTo>
                    <a:pt x="1825861" y="1974393"/>
                    <a:pt x="1827122" y="1975770"/>
                    <a:pt x="1827122" y="1977517"/>
                  </a:cubicBezTo>
                  <a:cubicBezTo>
                    <a:pt x="1827211" y="1979263"/>
                    <a:pt x="1825861" y="1980748"/>
                    <a:pt x="1824151" y="1980820"/>
                  </a:cubicBezTo>
                  <a:cubicBezTo>
                    <a:pt x="1820460" y="1981000"/>
                    <a:pt x="1453032" y="1998768"/>
                    <a:pt x="1421618" y="2009219"/>
                  </a:cubicBezTo>
                  <a:cubicBezTo>
                    <a:pt x="1386873" y="2020812"/>
                    <a:pt x="1309734" y="2075188"/>
                    <a:pt x="1278139" y="2098024"/>
                  </a:cubicBezTo>
                  <a:cubicBezTo>
                    <a:pt x="1232233" y="2131257"/>
                    <a:pt x="1075163" y="2223456"/>
                    <a:pt x="1045729" y="2230612"/>
                  </a:cubicBezTo>
                  <a:cubicBezTo>
                    <a:pt x="1040149" y="2231962"/>
                    <a:pt x="1028807" y="2232682"/>
                    <a:pt x="1013415" y="2232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9" name="Google Shape;8189;p22"/>
            <p:cNvSpPr/>
            <p:nvPr/>
          </p:nvSpPr>
          <p:spPr>
            <a:xfrm>
              <a:off x="8769127" y="-208043"/>
              <a:ext cx="1688018" cy="2082396"/>
            </a:xfrm>
            <a:custGeom>
              <a:avLst/>
              <a:gdLst/>
              <a:ahLst/>
              <a:cxnLst/>
              <a:rect l="l" t="t" r="r" b="b"/>
              <a:pathLst>
                <a:path w="1688018" h="2082396" extrusionOk="0">
                  <a:moveTo>
                    <a:pt x="883313" y="2082396"/>
                  </a:moveTo>
                  <a:cubicBezTo>
                    <a:pt x="817694" y="2082396"/>
                    <a:pt x="624034" y="2029118"/>
                    <a:pt x="594311" y="2008308"/>
                  </a:cubicBezTo>
                  <a:cubicBezTo>
                    <a:pt x="577317" y="1996408"/>
                    <a:pt x="526560" y="1972582"/>
                    <a:pt x="477476" y="1949539"/>
                  </a:cubicBezTo>
                  <a:cubicBezTo>
                    <a:pt x="422974" y="1923949"/>
                    <a:pt x="371496" y="1899789"/>
                    <a:pt x="361866" y="1890158"/>
                  </a:cubicBezTo>
                  <a:cubicBezTo>
                    <a:pt x="342711" y="1871004"/>
                    <a:pt x="314537" y="1763080"/>
                    <a:pt x="314537" y="1738002"/>
                  </a:cubicBezTo>
                  <a:cubicBezTo>
                    <a:pt x="314537" y="1710747"/>
                    <a:pt x="296174" y="1610293"/>
                    <a:pt x="269054" y="1583173"/>
                  </a:cubicBezTo>
                  <a:cubicBezTo>
                    <a:pt x="258163" y="1572291"/>
                    <a:pt x="231411" y="1548752"/>
                    <a:pt x="203076" y="1523828"/>
                  </a:cubicBezTo>
                  <a:cubicBezTo>
                    <a:pt x="156062" y="1482477"/>
                    <a:pt x="102775" y="1435598"/>
                    <a:pt x="93747" y="1422061"/>
                  </a:cubicBezTo>
                  <a:cubicBezTo>
                    <a:pt x="77932" y="1398343"/>
                    <a:pt x="120301" y="1301148"/>
                    <a:pt x="136386" y="1268969"/>
                  </a:cubicBezTo>
                  <a:cubicBezTo>
                    <a:pt x="153740" y="1234269"/>
                    <a:pt x="200303" y="1038097"/>
                    <a:pt x="200303" y="988384"/>
                  </a:cubicBezTo>
                  <a:cubicBezTo>
                    <a:pt x="200303" y="938670"/>
                    <a:pt x="111479" y="683055"/>
                    <a:pt x="93432" y="636132"/>
                  </a:cubicBezTo>
                  <a:cubicBezTo>
                    <a:pt x="86744" y="618750"/>
                    <a:pt x="70812" y="591009"/>
                    <a:pt x="53935" y="561647"/>
                  </a:cubicBezTo>
                  <a:cubicBezTo>
                    <a:pt x="25338" y="511879"/>
                    <a:pt x="-4240" y="460419"/>
                    <a:pt x="504" y="441463"/>
                  </a:cubicBezTo>
                  <a:cubicBezTo>
                    <a:pt x="8398" y="409905"/>
                    <a:pt x="129113" y="314276"/>
                    <a:pt x="166018" y="289676"/>
                  </a:cubicBezTo>
                  <a:cubicBezTo>
                    <a:pt x="208665" y="261241"/>
                    <a:pt x="305419" y="203886"/>
                    <a:pt x="337571" y="186018"/>
                  </a:cubicBezTo>
                  <a:cubicBezTo>
                    <a:pt x="368490" y="168844"/>
                    <a:pt x="553275" y="62954"/>
                    <a:pt x="572466" y="43764"/>
                  </a:cubicBezTo>
                  <a:cubicBezTo>
                    <a:pt x="593799" y="22431"/>
                    <a:pt x="716160" y="0"/>
                    <a:pt x="760266" y="0"/>
                  </a:cubicBezTo>
                  <a:cubicBezTo>
                    <a:pt x="808333" y="0"/>
                    <a:pt x="964773" y="3646"/>
                    <a:pt x="1049745" y="10720"/>
                  </a:cubicBezTo>
                  <a:cubicBezTo>
                    <a:pt x="1134626" y="17795"/>
                    <a:pt x="1612858" y="123946"/>
                    <a:pt x="1617719" y="125017"/>
                  </a:cubicBezTo>
                  <a:cubicBezTo>
                    <a:pt x="1619429" y="125405"/>
                    <a:pt x="1620509" y="127088"/>
                    <a:pt x="1620059" y="128789"/>
                  </a:cubicBezTo>
                  <a:cubicBezTo>
                    <a:pt x="1619699" y="130490"/>
                    <a:pt x="1618079" y="131570"/>
                    <a:pt x="1616369" y="131192"/>
                  </a:cubicBezTo>
                  <a:cubicBezTo>
                    <a:pt x="1611508" y="130121"/>
                    <a:pt x="1133635" y="24060"/>
                    <a:pt x="1049204" y="17021"/>
                  </a:cubicBezTo>
                  <a:cubicBezTo>
                    <a:pt x="964413" y="9964"/>
                    <a:pt x="808333" y="6328"/>
                    <a:pt x="760266" y="6328"/>
                  </a:cubicBezTo>
                  <a:cubicBezTo>
                    <a:pt x="712335" y="6328"/>
                    <a:pt x="595788" y="29380"/>
                    <a:pt x="576930" y="48237"/>
                  </a:cubicBezTo>
                  <a:cubicBezTo>
                    <a:pt x="556075" y="69093"/>
                    <a:pt x="361001" y="180240"/>
                    <a:pt x="340641" y="191554"/>
                  </a:cubicBezTo>
                  <a:cubicBezTo>
                    <a:pt x="308551" y="209376"/>
                    <a:pt x="212049" y="266588"/>
                    <a:pt x="169519" y="294933"/>
                  </a:cubicBezTo>
                  <a:cubicBezTo>
                    <a:pt x="125719" y="324133"/>
                    <a:pt x="13348" y="416125"/>
                    <a:pt x="6634" y="442993"/>
                  </a:cubicBezTo>
                  <a:cubicBezTo>
                    <a:pt x="2511" y="459474"/>
                    <a:pt x="34060" y="514382"/>
                    <a:pt x="59407" y="558496"/>
                  </a:cubicBezTo>
                  <a:cubicBezTo>
                    <a:pt x="76401" y="588074"/>
                    <a:pt x="92459" y="616014"/>
                    <a:pt x="99327" y="633854"/>
                  </a:cubicBezTo>
                  <a:cubicBezTo>
                    <a:pt x="117447" y="680966"/>
                    <a:pt x="206622" y="938184"/>
                    <a:pt x="206622" y="988375"/>
                  </a:cubicBezTo>
                  <a:cubicBezTo>
                    <a:pt x="206622" y="1038565"/>
                    <a:pt x="160284" y="1235304"/>
                    <a:pt x="142038" y="1271786"/>
                  </a:cubicBezTo>
                  <a:cubicBezTo>
                    <a:pt x="120985" y="1313894"/>
                    <a:pt x="86753" y="1400161"/>
                    <a:pt x="99004" y="1418550"/>
                  </a:cubicBezTo>
                  <a:cubicBezTo>
                    <a:pt x="107572" y="1431395"/>
                    <a:pt x="162840" y="1480019"/>
                    <a:pt x="207252" y="1519075"/>
                  </a:cubicBezTo>
                  <a:cubicBezTo>
                    <a:pt x="236892" y="1545152"/>
                    <a:pt x="262483" y="1567664"/>
                    <a:pt x="273519" y="1578699"/>
                  </a:cubicBezTo>
                  <a:cubicBezTo>
                    <a:pt x="303619" y="1608808"/>
                    <a:pt x="320856" y="1714032"/>
                    <a:pt x="320856" y="1738002"/>
                  </a:cubicBezTo>
                  <a:cubicBezTo>
                    <a:pt x="320856" y="1761972"/>
                    <a:pt x="349056" y="1868411"/>
                    <a:pt x="366330" y="1885685"/>
                  </a:cubicBezTo>
                  <a:cubicBezTo>
                    <a:pt x="375169" y="1894524"/>
                    <a:pt x="428545" y="1919583"/>
                    <a:pt x="480159" y="1943814"/>
                  </a:cubicBezTo>
                  <a:cubicBezTo>
                    <a:pt x="529477" y="1966974"/>
                    <a:pt x="580486" y="1990917"/>
                    <a:pt x="597930" y="2003132"/>
                  </a:cubicBezTo>
                  <a:cubicBezTo>
                    <a:pt x="633133" y="2027768"/>
                    <a:pt x="867921" y="2087734"/>
                    <a:pt x="898254" y="2074223"/>
                  </a:cubicBezTo>
                  <a:cubicBezTo>
                    <a:pt x="902395" y="2072369"/>
                    <a:pt x="907526" y="2070218"/>
                    <a:pt x="913197" y="2067797"/>
                  </a:cubicBezTo>
                  <a:cubicBezTo>
                    <a:pt x="950011" y="2052179"/>
                    <a:pt x="1018420" y="2023106"/>
                    <a:pt x="1039663" y="1989747"/>
                  </a:cubicBezTo>
                  <a:cubicBezTo>
                    <a:pt x="1064956" y="1949935"/>
                    <a:pt x="1263162" y="1838293"/>
                    <a:pt x="1294486" y="1824359"/>
                  </a:cubicBezTo>
                  <a:cubicBezTo>
                    <a:pt x="1326891" y="1809967"/>
                    <a:pt x="1670286" y="1813216"/>
                    <a:pt x="1684868" y="1813378"/>
                  </a:cubicBezTo>
                  <a:cubicBezTo>
                    <a:pt x="1686668" y="1813396"/>
                    <a:pt x="1688018" y="1814818"/>
                    <a:pt x="1688018" y="1816564"/>
                  </a:cubicBezTo>
                  <a:cubicBezTo>
                    <a:pt x="1688018" y="1818302"/>
                    <a:pt x="1686578" y="1819697"/>
                    <a:pt x="1684868" y="1819697"/>
                  </a:cubicBezTo>
                  <a:lnTo>
                    <a:pt x="1684868" y="1819697"/>
                  </a:lnTo>
                  <a:cubicBezTo>
                    <a:pt x="1561641" y="1818491"/>
                    <a:pt x="1321940" y="1819058"/>
                    <a:pt x="1297097" y="1830129"/>
                  </a:cubicBezTo>
                  <a:cubicBezTo>
                    <a:pt x="1265953" y="1843946"/>
                    <a:pt x="1069817" y="1954201"/>
                    <a:pt x="1044973" y="1993141"/>
                  </a:cubicBezTo>
                  <a:cubicBezTo>
                    <a:pt x="1022741" y="2028155"/>
                    <a:pt x="955682" y="2056617"/>
                    <a:pt x="915717" y="2073611"/>
                  </a:cubicBezTo>
                  <a:cubicBezTo>
                    <a:pt x="910046" y="2076024"/>
                    <a:pt x="905005" y="2078166"/>
                    <a:pt x="900865" y="2080002"/>
                  </a:cubicBezTo>
                  <a:cubicBezTo>
                    <a:pt x="897084" y="2081640"/>
                    <a:pt x="891144" y="2082396"/>
                    <a:pt x="883313" y="208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0" name="Google Shape;8190;p22"/>
            <p:cNvSpPr/>
            <p:nvPr/>
          </p:nvSpPr>
          <p:spPr>
            <a:xfrm>
              <a:off x="8971371" y="834806"/>
              <a:ext cx="1054886" cy="956898"/>
            </a:xfrm>
            <a:custGeom>
              <a:avLst/>
              <a:gdLst/>
              <a:ahLst/>
              <a:cxnLst/>
              <a:rect l="l" t="t" r="r" b="b"/>
              <a:pathLst>
                <a:path w="1054886" h="956898" extrusionOk="0">
                  <a:moveTo>
                    <a:pt x="665677" y="956899"/>
                  </a:moveTo>
                  <a:cubicBezTo>
                    <a:pt x="633992" y="956899"/>
                    <a:pt x="531738" y="911127"/>
                    <a:pt x="372535" y="834888"/>
                  </a:cubicBezTo>
                  <a:cubicBezTo>
                    <a:pt x="331903" y="815427"/>
                    <a:pt x="299815" y="800062"/>
                    <a:pt x="293054" y="798127"/>
                  </a:cubicBezTo>
                  <a:cubicBezTo>
                    <a:pt x="266870" y="790656"/>
                    <a:pt x="191098" y="678609"/>
                    <a:pt x="184113" y="660589"/>
                  </a:cubicBezTo>
                  <a:cubicBezTo>
                    <a:pt x="181431" y="653685"/>
                    <a:pt x="180278" y="633756"/>
                    <a:pt x="178802" y="608517"/>
                  </a:cubicBezTo>
                  <a:cubicBezTo>
                    <a:pt x="176399" y="567345"/>
                    <a:pt x="173105" y="510962"/>
                    <a:pt x="161403" y="499261"/>
                  </a:cubicBezTo>
                  <a:cubicBezTo>
                    <a:pt x="156219" y="494076"/>
                    <a:pt x="147766" y="484211"/>
                    <a:pt x="137073" y="471708"/>
                  </a:cubicBezTo>
                  <a:cubicBezTo>
                    <a:pt x="107360" y="436990"/>
                    <a:pt x="62445" y="384523"/>
                    <a:pt x="39482" y="376872"/>
                  </a:cubicBezTo>
                  <a:cubicBezTo>
                    <a:pt x="4377" y="365170"/>
                    <a:pt x="-5497" y="280676"/>
                    <a:pt x="2721" y="241161"/>
                  </a:cubicBezTo>
                  <a:cubicBezTo>
                    <a:pt x="10894" y="201834"/>
                    <a:pt x="122266" y="12873"/>
                    <a:pt x="127001" y="4853"/>
                  </a:cubicBezTo>
                  <a:cubicBezTo>
                    <a:pt x="127288" y="4358"/>
                    <a:pt x="127703" y="3962"/>
                    <a:pt x="128207" y="3682"/>
                  </a:cubicBezTo>
                  <a:cubicBezTo>
                    <a:pt x="146551" y="-6354"/>
                    <a:pt x="165993" y="6032"/>
                    <a:pt x="184806" y="18021"/>
                  </a:cubicBezTo>
                  <a:cubicBezTo>
                    <a:pt x="200919" y="28292"/>
                    <a:pt x="216166" y="37986"/>
                    <a:pt x="228255" y="31937"/>
                  </a:cubicBezTo>
                  <a:cubicBezTo>
                    <a:pt x="258085" y="17031"/>
                    <a:pt x="330553" y="20524"/>
                    <a:pt x="365766" y="55727"/>
                  </a:cubicBezTo>
                  <a:cubicBezTo>
                    <a:pt x="400979" y="90931"/>
                    <a:pt x="436101" y="126062"/>
                    <a:pt x="444059" y="177054"/>
                  </a:cubicBezTo>
                  <a:cubicBezTo>
                    <a:pt x="448874" y="207937"/>
                    <a:pt x="554062" y="263808"/>
                    <a:pt x="630842" y="304601"/>
                  </a:cubicBezTo>
                  <a:cubicBezTo>
                    <a:pt x="675398" y="328256"/>
                    <a:pt x="710592" y="346943"/>
                    <a:pt x="720943" y="357276"/>
                  </a:cubicBezTo>
                  <a:cubicBezTo>
                    <a:pt x="749117" y="385476"/>
                    <a:pt x="867213" y="428223"/>
                    <a:pt x="930041" y="442175"/>
                  </a:cubicBezTo>
                  <a:cubicBezTo>
                    <a:pt x="996830" y="457009"/>
                    <a:pt x="1043366" y="520449"/>
                    <a:pt x="1053717" y="558650"/>
                  </a:cubicBezTo>
                  <a:cubicBezTo>
                    <a:pt x="1060558" y="583602"/>
                    <a:pt x="1036165" y="617491"/>
                    <a:pt x="1012582" y="650255"/>
                  </a:cubicBezTo>
                  <a:cubicBezTo>
                    <a:pt x="997280" y="671444"/>
                    <a:pt x="982878" y="691445"/>
                    <a:pt x="978738" y="706675"/>
                  </a:cubicBezTo>
                  <a:cubicBezTo>
                    <a:pt x="972526" y="729538"/>
                    <a:pt x="937242" y="757387"/>
                    <a:pt x="903128" y="784319"/>
                  </a:cubicBezTo>
                  <a:cubicBezTo>
                    <a:pt x="876934" y="804923"/>
                    <a:pt x="850021" y="826219"/>
                    <a:pt x="839219" y="843178"/>
                  </a:cubicBezTo>
                  <a:cubicBezTo>
                    <a:pt x="823287" y="868201"/>
                    <a:pt x="771350" y="897086"/>
                    <a:pt x="729585" y="920291"/>
                  </a:cubicBezTo>
                  <a:cubicBezTo>
                    <a:pt x="704291" y="934378"/>
                    <a:pt x="682419" y="946547"/>
                    <a:pt x="674587" y="954378"/>
                  </a:cubicBezTo>
                  <a:cubicBezTo>
                    <a:pt x="672878" y="956053"/>
                    <a:pt x="669907" y="956881"/>
                    <a:pt x="665677" y="956881"/>
                  </a:cubicBezTo>
                  <a:close/>
                  <a:moveTo>
                    <a:pt x="131987" y="8849"/>
                  </a:moveTo>
                  <a:cubicBezTo>
                    <a:pt x="124039" y="22360"/>
                    <a:pt x="16619" y="205381"/>
                    <a:pt x="8905" y="242457"/>
                  </a:cubicBezTo>
                  <a:cubicBezTo>
                    <a:pt x="1182" y="279614"/>
                    <a:pt x="11138" y="360777"/>
                    <a:pt x="41481" y="370886"/>
                  </a:cubicBezTo>
                  <a:cubicBezTo>
                    <a:pt x="66099" y="379104"/>
                    <a:pt x="111699" y="432364"/>
                    <a:pt x="141870" y="467612"/>
                  </a:cubicBezTo>
                  <a:cubicBezTo>
                    <a:pt x="152060" y="479521"/>
                    <a:pt x="160854" y="489791"/>
                    <a:pt x="165868" y="494805"/>
                  </a:cubicBezTo>
                  <a:cubicBezTo>
                    <a:pt x="179270" y="508208"/>
                    <a:pt x="182502" y="563628"/>
                    <a:pt x="185103" y="608157"/>
                  </a:cubicBezTo>
                  <a:cubicBezTo>
                    <a:pt x="186426" y="630876"/>
                    <a:pt x="187687" y="652335"/>
                    <a:pt x="190000" y="658311"/>
                  </a:cubicBezTo>
                  <a:cubicBezTo>
                    <a:pt x="196607" y="675324"/>
                    <a:pt x="271614" y="785435"/>
                    <a:pt x="294792" y="792060"/>
                  </a:cubicBezTo>
                  <a:cubicBezTo>
                    <a:pt x="302065" y="794130"/>
                    <a:pt x="332767" y="808838"/>
                    <a:pt x="375262" y="829190"/>
                  </a:cubicBezTo>
                  <a:cubicBezTo>
                    <a:pt x="466462" y="872872"/>
                    <a:pt x="656225" y="963784"/>
                    <a:pt x="670087" y="949932"/>
                  </a:cubicBezTo>
                  <a:cubicBezTo>
                    <a:pt x="678548" y="941480"/>
                    <a:pt x="700781" y="929112"/>
                    <a:pt x="726524" y="914791"/>
                  </a:cubicBezTo>
                  <a:cubicBezTo>
                    <a:pt x="767660" y="891928"/>
                    <a:pt x="818786" y="863484"/>
                    <a:pt x="833819" y="839811"/>
                  </a:cubicBezTo>
                  <a:cubicBezTo>
                    <a:pt x="845160" y="821953"/>
                    <a:pt x="871443" y="801268"/>
                    <a:pt x="899167" y="779377"/>
                  </a:cubicBezTo>
                  <a:cubicBezTo>
                    <a:pt x="932471" y="753076"/>
                    <a:pt x="966946" y="725874"/>
                    <a:pt x="972707" y="705027"/>
                  </a:cubicBezTo>
                  <a:cubicBezTo>
                    <a:pt x="977118" y="688708"/>
                    <a:pt x="991879" y="668249"/>
                    <a:pt x="1007451" y="646583"/>
                  </a:cubicBezTo>
                  <a:cubicBezTo>
                    <a:pt x="1029054" y="616492"/>
                    <a:pt x="1053628" y="582386"/>
                    <a:pt x="1047597" y="560342"/>
                  </a:cubicBezTo>
                  <a:cubicBezTo>
                    <a:pt x="1037605" y="523627"/>
                    <a:pt x="992870" y="462644"/>
                    <a:pt x="928601" y="448368"/>
                  </a:cubicBezTo>
                  <a:cubicBezTo>
                    <a:pt x="863612" y="433921"/>
                    <a:pt x="745877" y="391192"/>
                    <a:pt x="716443" y="361768"/>
                  </a:cubicBezTo>
                  <a:cubicBezTo>
                    <a:pt x="706811" y="352100"/>
                    <a:pt x="670267" y="332685"/>
                    <a:pt x="627872" y="310200"/>
                  </a:cubicBezTo>
                  <a:cubicBezTo>
                    <a:pt x="545601" y="266472"/>
                    <a:pt x="443104" y="212060"/>
                    <a:pt x="437794" y="178044"/>
                  </a:cubicBezTo>
                  <a:cubicBezTo>
                    <a:pt x="430160" y="129087"/>
                    <a:pt x="395145" y="94072"/>
                    <a:pt x="361284" y="60210"/>
                  </a:cubicBezTo>
                  <a:cubicBezTo>
                    <a:pt x="328996" y="27932"/>
                    <a:pt x="259381" y="23431"/>
                    <a:pt x="231073" y="37608"/>
                  </a:cubicBezTo>
                  <a:cubicBezTo>
                    <a:pt x="215761" y="45241"/>
                    <a:pt x="198290" y="34134"/>
                    <a:pt x="181403" y="23368"/>
                  </a:cubicBezTo>
                  <a:cubicBezTo>
                    <a:pt x="164428" y="12558"/>
                    <a:pt x="146884" y="1369"/>
                    <a:pt x="131979" y="88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1" name="Google Shape;8191;p22"/>
            <p:cNvSpPr/>
            <p:nvPr/>
          </p:nvSpPr>
          <p:spPr>
            <a:xfrm>
              <a:off x="9084232" y="982228"/>
              <a:ext cx="456328" cy="465199"/>
            </a:xfrm>
            <a:custGeom>
              <a:avLst/>
              <a:gdLst/>
              <a:ahLst/>
              <a:cxnLst/>
              <a:rect l="l" t="t" r="r" b="b"/>
              <a:pathLst>
                <a:path w="456328" h="465199" extrusionOk="0">
                  <a:moveTo>
                    <a:pt x="264760" y="465200"/>
                  </a:moveTo>
                  <a:cubicBezTo>
                    <a:pt x="260412" y="465200"/>
                    <a:pt x="256227" y="465020"/>
                    <a:pt x="252275" y="464660"/>
                  </a:cubicBezTo>
                  <a:cubicBezTo>
                    <a:pt x="215397" y="461311"/>
                    <a:pt x="171453" y="425154"/>
                    <a:pt x="156170" y="400715"/>
                  </a:cubicBezTo>
                  <a:cubicBezTo>
                    <a:pt x="148680" y="388735"/>
                    <a:pt x="145377" y="366961"/>
                    <a:pt x="141876" y="343909"/>
                  </a:cubicBezTo>
                  <a:cubicBezTo>
                    <a:pt x="137870" y="317535"/>
                    <a:pt x="133334" y="287633"/>
                    <a:pt x="121821" y="269550"/>
                  </a:cubicBezTo>
                  <a:cubicBezTo>
                    <a:pt x="107320" y="246759"/>
                    <a:pt x="70694" y="215912"/>
                    <a:pt x="41269" y="191123"/>
                  </a:cubicBezTo>
                  <a:cubicBezTo>
                    <a:pt x="26840" y="178962"/>
                    <a:pt x="14383" y="168467"/>
                    <a:pt x="6669" y="160762"/>
                  </a:cubicBezTo>
                  <a:cubicBezTo>
                    <a:pt x="-7571" y="146522"/>
                    <a:pt x="3653" y="111597"/>
                    <a:pt x="15580" y="84810"/>
                  </a:cubicBezTo>
                  <a:cubicBezTo>
                    <a:pt x="29658" y="53198"/>
                    <a:pt x="49100" y="23278"/>
                    <a:pt x="59776" y="12602"/>
                  </a:cubicBezTo>
                  <a:lnTo>
                    <a:pt x="59776" y="12602"/>
                  </a:lnTo>
                  <a:cubicBezTo>
                    <a:pt x="79974" y="-7587"/>
                    <a:pt x="190932" y="-1268"/>
                    <a:pt x="207935" y="15735"/>
                  </a:cubicBezTo>
                  <a:cubicBezTo>
                    <a:pt x="223039" y="30839"/>
                    <a:pt x="240159" y="88257"/>
                    <a:pt x="250385" y="122570"/>
                  </a:cubicBezTo>
                  <a:lnTo>
                    <a:pt x="252455" y="129510"/>
                  </a:lnTo>
                  <a:cubicBezTo>
                    <a:pt x="259809" y="154002"/>
                    <a:pt x="360703" y="174561"/>
                    <a:pt x="409156" y="184444"/>
                  </a:cubicBezTo>
                  <a:cubicBezTo>
                    <a:pt x="419508" y="186532"/>
                    <a:pt x="428239" y="188332"/>
                    <a:pt x="434720" y="189809"/>
                  </a:cubicBezTo>
                  <a:cubicBezTo>
                    <a:pt x="444081" y="191951"/>
                    <a:pt x="450562" y="197072"/>
                    <a:pt x="453803" y="205039"/>
                  </a:cubicBezTo>
                  <a:cubicBezTo>
                    <a:pt x="465864" y="234076"/>
                    <a:pt x="431029" y="291225"/>
                    <a:pt x="427069" y="297643"/>
                  </a:cubicBezTo>
                  <a:cubicBezTo>
                    <a:pt x="420858" y="307472"/>
                    <a:pt x="410777" y="329426"/>
                    <a:pt x="400155" y="352658"/>
                  </a:cubicBezTo>
                  <a:cubicBezTo>
                    <a:pt x="383071" y="389725"/>
                    <a:pt x="365447" y="428061"/>
                    <a:pt x="354744" y="438763"/>
                  </a:cubicBezTo>
                  <a:cubicBezTo>
                    <a:pt x="337975" y="455524"/>
                    <a:pt x="296975" y="465200"/>
                    <a:pt x="264751" y="465200"/>
                  </a:cubicBezTo>
                  <a:close/>
                  <a:moveTo>
                    <a:pt x="62017" y="14835"/>
                  </a:moveTo>
                  <a:lnTo>
                    <a:pt x="64249" y="17067"/>
                  </a:lnTo>
                  <a:cubicBezTo>
                    <a:pt x="53988" y="27328"/>
                    <a:pt x="35140" y="56438"/>
                    <a:pt x="21368" y="87375"/>
                  </a:cubicBezTo>
                  <a:cubicBezTo>
                    <a:pt x="5876" y="122165"/>
                    <a:pt x="2150" y="147287"/>
                    <a:pt x="11151" y="156288"/>
                  </a:cubicBezTo>
                  <a:cubicBezTo>
                    <a:pt x="18668" y="163804"/>
                    <a:pt x="31035" y="174219"/>
                    <a:pt x="45356" y="186280"/>
                  </a:cubicBezTo>
                  <a:cubicBezTo>
                    <a:pt x="75105" y="211348"/>
                    <a:pt x="112145" y="242546"/>
                    <a:pt x="127158" y="266157"/>
                  </a:cubicBezTo>
                  <a:cubicBezTo>
                    <a:pt x="139382" y="285365"/>
                    <a:pt x="144027" y="315969"/>
                    <a:pt x="148131" y="342955"/>
                  </a:cubicBezTo>
                  <a:cubicBezTo>
                    <a:pt x="151525" y="365341"/>
                    <a:pt x="154739" y="386494"/>
                    <a:pt x="161526" y="397367"/>
                  </a:cubicBezTo>
                  <a:cubicBezTo>
                    <a:pt x="177673" y="423209"/>
                    <a:pt x="221086" y="455478"/>
                    <a:pt x="252842" y="458368"/>
                  </a:cubicBezTo>
                  <a:cubicBezTo>
                    <a:pt x="288127" y="461572"/>
                    <a:pt x="334483" y="450096"/>
                    <a:pt x="350280" y="434290"/>
                  </a:cubicBezTo>
                  <a:cubicBezTo>
                    <a:pt x="360181" y="424388"/>
                    <a:pt x="378346" y="384873"/>
                    <a:pt x="394377" y="350012"/>
                  </a:cubicBezTo>
                  <a:cubicBezTo>
                    <a:pt x="405106" y="326582"/>
                    <a:pt x="415277" y="304457"/>
                    <a:pt x="421668" y="294285"/>
                  </a:cubicBezTo>
                  <a:cubicBezTo>
                    <a:pt x="435620" y="272016"/>
                    <a:pt x="456773" y="228658"/>
                    <a:pt x="448042" y="207451"/>
                  </a:cubicBezTo>
                  <a:cubicBezTo>
                    <a:pt x="445522" y="201402"/>
                    <a:pt x="440661" y="197649"/>
                    <a:pt x="433370" y="195956"/>
                  </a:cubicBezTo>
                  <a:cubicBezTo>
                    <a:pt x="426889" y="194480"/>
                    <a:pt x="418158" y="192698"/>
                    <a:pt x="407986" y="190619"/>
                  </a:cubicBezTo>
                  <a:cubicBezTo>
                    <a:pt x="333871" y="175533"/>
                    <a:pt x="254192" y="157260"/>
                    <a:pt x="246415" y="131310"/>
                  </a:cubicBezTo>
                  <a:lnTo>
                    <a:pt x="244336" y="124361"/>
                  </a:lnTo>
                  <a:cubicBezTo>
                    <a:pt x="234939" y="92830"/>
                    <a:pt x="217440" y="34151"/>
                    <a:pt x="203479" y="20190"/>
                  </a:cubicBezTo>
                  <a:cubicBezTo>
                    <a:pt x="188619" y="5330"/>
                    <a:pt x="81757" y="-422"/>
                    <a:pt x="64258" y="17058"/>
                  </a:cubicBezTo>
                  <a:lnTo>
                    <a:pt x="62026" y="148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2" name="Google Shape;8192;p22"/>
            <p:cNvSpPr/>
            <p:nvPr/>
          </p:nvSpPr>
          <p:spPr>
            <a:xfrm>
              <a:off x="7847063" y="3715623"/>
              <a:ext cx="2497426" cy="1243349"/>
            </a:xfrm>
            <a:custGeom>
              <a:avLst/>
              <a:gdLst/>
              <a:ahLst/>
              <a:cxnLst/>
              <a:rect l="l" t="t" r="r" b="b"/>
              <a:pathLst>
                <a:path w="2497426" h="1243349" extrusionOk="0">
                  <a:moveTo>
                    <a:pt x="465164" y="1243331"/>
                  </a:moveTo>
                  <a:cubicBezTo>
                    <a:pt x="396719" y="1243331"/>
                    <a:pt x="368968" y="1224456"/>
                    <a:pt x="337941" y="1203348"/>
                  </a:cubicBezTo>
                  <a:cubicBezTo>
                    <a:pt x="322072" y="1192556"/>
                    <a:pt x="305671" y="1181394"/>
                    <a:pt x="281575" y="1171358"/>
                  </a:cubicBezTo>
                  <a:cubicBezTo>
                    <a:pt x="247704" y="1157244"/>
                    <a:pt x="201014" y="1152266"/>
                    <a:pt x="155865" y="1147451"/>
                  </a:cubicBezTo>
                  <a:cubicBezTo>
                    <a:pt x="85799" y="1139980"/>
                    <a:pt x="19623" y="1132923"/>
                    <a:pt x="3439" y="1089771"/>
                  </a:cubicBezTo>
                  <a:cubicBezTo>
                    <a:pt x="-15256" y="1039923"/>
                    <a:pt x="44871" y="1016582"/>
                    <a:pt x="120985" y="987041"/>
                  </a:cubicBezTo>
                  <a:cubicBezTo>
                    <a:pt x="165127" y="969902"/>
                    <a:pt x="220043" y="948579"/>
                    <a:pt x="272520" y="918209"/>
                  </a:cubicBezTo>
                  <a:cubicBezTo>
                    <a:pt x="386214" y="852383"/>
                    <a:pt x="443668" y="752056"/>
                    <a:pt x="481690" y="685654"/>
                  </a:cubicBezTo>
                  <a:cubicBezTo>
                    <a:pt x="488648" y="673503"/>
                    <a:pt x="494867" y="662638"/>
                    <a:pt x="500565" y="653529"/>
                  </a:cubicBezTo>
                  <a:cubicBezTo>
                    <a:pt x="541377" y="588234"/>
                    <a:pt x="745019" y="471237"/>
                    <a:pt x="835634" y="442946"/>
                  </a:cubicBezTo>
                  <a:cubicBezTo>
                    <a:pt x="852502" y="437680"/>
                    <a:pt x="863223" y="430119"/>
                    <a:pt x="868407" y="419813"/>
                  </a:cubicBezTo>
                  <a:cubicBezTo>
                    <a:pt x="879524" y="397742"/>
                    <a:pt x="866949" y="361630"/>
                    <a:pt x="853636" y="323393"/>
                  </a:cubicBezTo>
                  <a:cubicBezTo>
                    <a:pt x="845922" y="301240"/>
                    <a:pt x="837938" y="278333"/>
                    <a:pt x="833879" y="255992"/>
                  </a:cubicBezTo>
                  <a:cubicBezTo>
                    <a:pt x="820116" y="180292"/>
                    <a:pt x="819990" y="98822"/>
                    <a:pt x="911532" y="16011"/>
                  </a:cubicBezTo>
                  <a:cubicBezTo>
                    <a:pt x="977637" y="-43802"/>
                    <a:pt x="1287943" y="76769"/>
                    <a:pt x="1468021" y="166808"/>
                  </a:cubicBezTo>
                  <a:cubicBezTo>
                    <a:pt x="1635650" y="250636"/>
                    <a:pt x="1770623" y="187214"/>
                    <a:pt x="1913544" y="120101"/>
                  </a:cubicBezTo>
                  <a:cubicBezTo>
                    <a:pt x="1937676" y="108768"/>
                    <a:pt x="1962627" y="97049"/>
                    <a:pt x="1987426" y="86266"/>
                  </a:cubicBezTo>
                  <a:cubicBezTo>
                    <a:pt x="2148978" y="16020"/>
                    <a:pt x="2258145" y="81216"/>
                    <a:pt x="2330379" y="124376"/>
                  </a:cubicBezTo>
                  <a:cubicBezTo>
                    <a:pt x="2336302" y="127923"/>
                    <a:pt x="2341973" y="131298"/>
                    <a:pt x="2347391" y="134440"/>
                  </a:cubicBezTo>
                  <a:cubicBezTo>
                    <a:pt x="2421480" y="177330"/>
                    <a:pt x="2481572" y="268044"/>
                    <a:pt x="2496929" y="360153"/>
                  </a:cubicBezTo>
                  <a:cubicBezTo>
                    <a:pt x="2498125" y="367336"/>
                    <a:pt x="2497747" y="378425"/>
                    <a:pt x="2489106" y="390469"/>
                  </a:cubicBezTo>
                  <a:cubicBezTo>
                    <a:pt x="2446639" y="449616"/>
                    <a:pt x="2224471" y="489707"/>
                    <a:pt x="1938432" y="535973"/>
                  </a:cubicBezTo>
                  <a:cubicBezTo>
                    <a:pt x="1869996" y="547045"/>
                    <a:pt x="1805341" y="557504"/>
                    <a:pt x="1755752" y="567100"/>
                  </a:cubicBezTo>
                  <a:cubicBezTo>
                    <a:pt x="1599403" y="597362"/>
                    <a:pt x="1565945" y="697221"/>
                    <a:pt x="1523585" y="823651"/>
                  </a:cubicBezTo>
                  <a:cubicBezTo>
                    <a:pt x="1507860" y="870592"/>
                    <a:pt x="1491595" y="919118"/>
                    <a:pt x="1467517" y="967292"/>
                  </a:cubicBezTo>
                  <a:cubicBezTo>
                    <a:pt x="1400953" y="1100438"/>
                    <a:pt x="1291589" y="1088106"/>
                    <a:pt x="1185825" y="1076188"/>
                  </a:cubicBezTo>
                  <a:cubicBezTo>
                    <a:pt x="1142511" y="1071319"/>
                    <a:pt x="1097748" y="1066269"/>
                    <a:pt x="1054390" y="1070391"/>
                  </a:cubicBezTo>
                  <a:cubicBezTo>
                    <a:pt x="979662" y="1077503"/>
                    <a:pt x="894250" y="1113237"/>
                    <a:pt x="803815" y="1151078"/>
                  </a:cubicBezTo>
                  <a:cubicBezTo>
                    <a:pt x="714721" y="1188343"/>
                    <a:pt x="622603" y="1226886"/>
                    <a:pt x="537254" y="1238021"/>
                  </a:cubicBezTo>
                  <a:cubicBezTo>
                    <a:pt x="508954" y="1241711"/>
                    <a:pt x="485299" y="1243349"/>
                    <a:pt x="465164" y="1243349"/>
                  </a:cubicBezTo>
                  <a:close/>
                  <a:moveTo>
                    <a:pt x="969544" y="29486"/>
                  </a:moveTo>
                  <a:cubicBezTo>
                    <a:pt x="951578" y="29486"/>
                    <a:pt x="938661" y="32384"/>
                    <a:pt x="931893" y="38496"/>
                  </a:cubicBezTo>
                  <a:lnTo>
                    <a:pt x="931893" y="38496"/>
                  </a:lnTo>
                  <a:cubicBezTo>
                    <a:pt x="855581" y="107535"/>
                    <a:pt x="849235" y="170823"/>
                    <a:pt x="863727" y="250555"/>
                  </a:cubicBezTo>
                  <a:cubicBezTo>
                    <a:pt x="867372" y="270583"/>
                    <a:pt x="874942" y="292357"/>
                    <a:pt x="882278" y="313410"/>
                  </a:cubicBezTo>
                  <a:cubicBezTo>
                    <a:pt x="897769" y="357885"/>
                    <a:pt x="912396" y="399893"/>
                    <a:pt x="895501" y="433450"/>
                  </a:cubicBezTo>
                  <a:cubicBezTo>
                    <a:pt x="886545" y="451227"/>
                    <a:pt x="869442" y="464162"/>
                    <a:pt x="844671" y="471894"/>
                  </a:cubicBezTo>
                  <a:cubicBezTo>
                    <a:pt x="752697" y="500608"/>
                    <a:pt x="559973" y="615697"/>
                    <a:pt x="526290" y="669596"/>
                  </a:cubicBezTo>
                  <a:cubicBezTo>
                    <a:pt x="520773" y="678417"/>
                    <a:pt x="514760" y="688939"/>
                    <a:pt x="508018" y="700713"/>
                  </a:cubicBezTo>
                  <a:cubicBezTo>
                    <a:pt x="470789" y="765729"/>
                    <a:pt x="408483" y="874535"/>
                    <a:pt x="287723" y="944447"/>
                  </a:cubicBezTo>
                  <a:cubicBezTo>
                    <a:pt x="233221" y="976005"/>
                    <a:pt x="177080" y="997788"/>
                    <a:pt x="131976" y="1015304"/>
                  </a:cubicBezTo>
                  <a:cubicBezTo>
                    <a:pt x="64836" y="1041363"/>
                    <a:pt x="24078" y="1058384"/>
                    <a:pt x="31856" y="1079105"/>
                  </a:cubicBezTo>
                  <a:cubicBezTo>
                    <a:pt x="41460" y="1104731"/>
                    <a:pt x="101264" y="1111113"/>
                    <a:pt x="159096" y="1117279"/>
                  </a:cubicBezTo>
                  <a:cubicBezTo>
                    <a:pt x="206398" y="1122320"/>
                    <a:pt x="255319" y="1127531"/>
                    <a:pt x="293259" y="1143337"/>
                  </a:cubicBezTo>
                  <a:cubicBezTo>
                    <a:pt x="320209" y="1154570"/>
                    <a:pt x="338706" y="1167154"/>
                    <a:pt x="355025" y="1178253"/>
                  </a:cubicBezTo>
                  <a:cubicBezTo>
                    <a:pt x="392920" y="1204032"/>
                    <a:pt x="420275" y="1222665"/>
                    <a:pt x="533348" y="1207912"/>
                  </a:cubicBezTo>
                  <a:cubicBezTo>
                    <a:pt x="614664" y="1197299"/>
                    <a:pt x="704883" y="1159566"/>
                    <a:pt x="792122" y="1123066"/>
                  </a:cubicBezTo>
                  <a:cubicBezTo>
                    <a:pt x="884736" y="1084326"/>
                    <a:pt x="972218" y="1047717"/>
                    <a:pt x="1051527" y="1040166"/>
                  </a:cubicBezTo>
                  <a:cubicBezTo>
                    <a:pt x="1098010" y="1035737"/>
                    <a:pt x="1144384" y="1040976"/>
                    <a:pt x="1189237" y="1046025"/>
                  </a:cubicBezTo>
                  <a:cubicBezTo>
                    <a:pt x="1293389" y="1057745"/>
                    <a:pt x="1383302" y="1067889"/>
                    <a:pt x="1440405" y="953700"/>
                  </a:cubicBezTo>
                  <a:cubicBezTo>
                    <a:pt x="1463538" y="907443"/>
                    <a:pt x="1479452" y="859935"/>
                    <a:pt x="1494845" y="813993"/>
                  </a:cubicBezTo>
                  <a:cubicBezTo>
                    <a:pt x="1536727" y="688994"/>
                    <a:pt x="1576287" y="570925"/>
                    <a:pt x="1750010" y="537296"/>
                  </a:cubicBezTo>
                  <a:cubicBezTo>
                    <a:pt x="1800057" y="527611"/>
                    <a:pt x="1864928" y="517116"/>
                    <a:pt x="1933607" y="506008"/>
                  </a:cubicBezTo>
                  <a:cubicBezTo>
                    <a:pt x="2141408" y="472398"/>
                    <a:pt x="2425990" y="426357"/>
                    <a:pt x="2464479" y="372755"/>
                  </a:cubicBezTo>
                  <a:cubicBezTo>
                    <a:pt x="2467575" y="368435"/>
                    <a:pt x="2467179" y="366031"/>
                    <a:pt x="2467026" y="365122"/>
                  </a:cubicBezTo>
                  <a:cubicBezTo>
                    <a:pt x="2453299" y="282743"/>
                    <a:pt x="2397861" y="198672"/>
                    <a:pt x="2332216" y="160669"/>
                  </a:cubicBezTo>
                  <a:cubicBezTo>
                    <a:pt x="2326680" y="157465"/>
                    <a:pt x="2320892" y="154008"/>
                    <a:pt x="2314834" y="150390"/>
                  </a:cubicBezTo>
                  <a:cubicBezTo>
                    <a:pt x="2243932" y="108039"/>
                    <a:pt x="2146827" y="50027"/>
                    <a:pt x="1999531" y="114061"/>
                  </a:cubicBezTo>
                  <a:cubicBezTo>
                    <a:pt x="1975139" y="124673"/>
                    <a:pt x="1950385" y="136294"/>
                    <a:pt x="1926443" y="147536"/>
                  </a:cubicBezTo>
                  <a:cubicBezTo>
                    <a:pt x="1783278" y="214775"/>
                    <a:pt x="1635227" y="284318"/>
                    <a:pt x="1454456" y="193919"/>
                  </a:cubicBezTo>
                  <a:cubicBezTo>
                    <a:pt x="1260544" y="96959"/>
                    <a:pt x="1056316" y="29477"/>
                    <a:pt x="969536" y="29477"/>
                  </a:cubicBezTo>
                  <a:close/>
                  <a:moveTo>
                    <a:pt x="921721" y="27254"/>
                  </a:moveTo>
                  <a:lnTo>
                    <a:pt x="921847" y="27254"/>
                  </a:lnTo>
                  <a:lnTo>
                    <a:pt x="921721" y="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3" name="Google Shape;8193;p22"/>
            <p:cNvSpPr/>
            <p:nvPr/>
          </p:nvSpPr>
          <p:spPr>
            <a:xfrm>
              <a:off x="8164428" y="3855648"/>
              <a:ext cx="1995516" cy="975768"/>
            </a:xfrm>
            <a:custGeom>
              <a:avLst/>
              <a:gdLst/>
              <a:ahLst/>
              <a:cxnLst/>
              <a:rect l="l" t="t" r="r" b="b"/>
              <a:pathLst>
                <a:path w="1995516" h="975768" extrusionOk="0">
                  <a:moveTo>
                    <a:pt x="149257" y="975768"/>
                  </a:moveTo>
                  <a:cubicBezTo>
                    <a:pt x="89210" y="975768"/>
                    <a:pt x="20027" y="955380"/>
                    <a:pt x="1124" y="911275"/>
                  </a:cubicBezTo>
                  <a:lnTo>
                    <a:pt x="1124" y="911275"/>
                  </a:lnTo>
                  <a:cubicBezTo>
                    <a:pt x="-9056" y="887503"/>
                    <a:pt x="51702" y="844108"/>
                    <a:pt x="110471" y="802135"/>
                  </a:cubicBezTo>
                  <a:cubicBezTo>
                    <a:pt x="138437" y="782162"/>
                    <a:pt x="164856" y="763295"/>
                    <a:pt x="178078" y="750073"/>
                  </a:cubicBezTo>
                  <a:cubicBezTo>
                    <a:pt x="186567" y="741584"/>
                    <a:pt x="196486" y="733141"/>
                    <a:pt x="206982" y="724212"/>
                  </a:cubicBezTo>
                  <a:cubicBezTo>
                    <a:pt x="246181" y="690872"/>
                    <a:pt x="290611" y="653076"/>
                    <a:pt x="297776" y="584973"/>
                  </a:cubicBezTo>
                  <a:cubicBezTo>
                    <a:pt x="304653" y="519598"/>
                    <a:pt x="359056" y="483656"/>
                    <a:pt x="402775" y="454762"/>
                  </a:cubicBezTo>
                  <a:cubicBezTo>
                    <a:pt x="419076" y="443996"/>
                    <a:pt x="433145" y="434698"/>
                    <a:pt x="442488" y="425355"/>
                  </a:cubicBezTo>
                  <a:cubicBezTo>
                    <a:pt x="463758" y="404076"/>
                    <a:pt x="524489" y="383202"/>
                    <a:pt x="578064" y="364786"/>
                  </a:cubicBezTo>
                  <a:cubicBezTo>
                    <a:pt x="613213" y="352707"/>
                    <a:pt x="646401" y="341302"/>
                    <a:pt x="661064" y="332130"/>
                  </a:cubicBezTo>
                  <a:cubicBezTo>
                    <a:pt x="687438" y="315649"/>
                    <a:pt x="678139" y="277079"/>
                    <a:pt x="668301" y="236249"/>
                  </a:cubicBezTo>
                  <a:cubicBezTo>
                    <a:pt x="665132" y="223090"/>
                    <a:pt x="661847" y="209489"/>
                    <a:pt x="659624" y="196158"/>
                  </a:cubicBezTo>
                  <a:cubicBezTo>
                    <a:pt x="649893" y="137785"/>
                    <a:pt x="679048" y="35694"/>
                    <a:pt x="706898" y="7853"/>
                  </a:cubicBezTo>
                  <a:cubicBezTo>
                    <a:pt x="729230" y="-14452"/>
                    <a:pt x="822329" y="14658"/>
                    <a:pt x="915815" y="46387"/>
                  </a:cubicBezTo>
                  <a:cubicBezTo>
                    <a:pt x="930353" y="51320"/>
                    <a:pt x="942909" y="55587"/>
                    <a:pt x="951253" y="58098"/>
                  </a:cubicBezTo>
                  <a:cubicBezTo>
                    <a:pt x="974584" y="65092"/>
                    <a:pt x="1046585" y="93418"/>
                    <a:pt x="1116209" y="120818"/>
                  </a:cubicBezTo>
                  <a:cubicBezTo>
                    <a:pt x="1185689" y="148155"/>
                    <a:pt x="1257536" y="176418"/>
                    <a:pt x="1280597" y="183349"/>
                  </a:cubicBezTo>
                  <a:cubicBezTo>
                    <a:pt x="1325882" y="196923"/>
                    <a:pt x="1472763" y="160495"/>
                    <a:pt x="1528976" y="137065"/>
                  </a:cubicBezTo>
                  <a:cubicBezTo>
                    <a:pt x="1560030" y="124131"/>
                    <a:pt x="1606593" y="98378"/>
                    <a:pt x="1651626" y="73472"/>
                  </a:cubicBezTo>
                  <a:cubicBezTo>
                    <a:pt x="1686658" y="54101"/>
                    <a:pt x="1719729" y="35811"/>
                    <a:pt x="1742250" y="25405"/>
                  </a:cubicBezTo>
                  <a:cubicBezTo>
                    <a:pt x="1781621" y="7250"/>
                    <a:pt x="1836636" y="24433"/>
                    <a:pt x="1880841" y="38268"/>
                  </a:cubicBezTo>
                  <a:cubicBezTo>
                    <a:pt x="1895351" y="42805"/>
                    <a:pt x="1909060" y="47090"/>
                    <a:pt x="1920519" y="49592"/>
                  </a:cubicBezTo>
                  <a:cubicBezTo>
                    <a:pt x="1940825" y="54020"/>
                    <a:pt x="1956838" y="76532"/>
                    <a:pt x="1966695" y="94634"/>
                  </a:cubicBezTo>
                  <a:cubicBezTo>
                    <a:pt x="1989629" y="136732"/>
                    <a:pt x="2001628" y="195294"/>
                    <a:pt x="1992384" y="219939"/>
                  </a:cubicBezTo>
                  <a:cubicBezTo>
                    <a:pt x="1976802" y="261507"/>
                    <a:pt x="1696542" y="282290"/>
                    <a:pt x="1632237" y="282290"/>
                  </a:cubicBezTo>
                  <a:cubicBezTo>
                    <a:pt x="1554701" y="282290"/>
                    <a:pt x="1331274" y="337927"/>
                    <a:pt x="1271344" y="356370"/>
                  </a:cubicBezTo>
                  <a:cubicBezTo>
                    <a:pt x="1213818" y="374066"/>
                    <a:pt x="1134752" y="519462"/>
                    <a:pt x="1120386" y="573344"/>
                  </a:cubicBezTo>
                  <a:cubicBezTo>
                    <a:pt x="1106019" y="627225"/>
                    <a:pt x="990606" y="799975"/>
                    <a:pt x="961847" y="828743"/>
                  </a:cubicBezTo>
                  <a:cubicBezTo>
                    <a:pt x="946663" y="843919"/>
                    <a:pt x="875814" y="840147"/>
                    <a:pt x="793804" y="835809"/>
                  </a:cubicBezTo>
                  <a:cubicBezTo>
                    <a:pt x="717817" y="831768"/>
                    <a:pt x="639227" y="827618"/>
                    <a:pt x="603366" y="838806"/>
                  </a:cubicBezTo>
                  <a:cubicBezTo>
                    <a:pt x="572033" y="848591"/>
                    <a:pt x="507306" y="870067"/>
                    <a:pt x="438771" y="892813"/>
                  </a:cubicBezTo>
                  <a:cubicBezTo>
                    <a:pt x="346698" y="923355"/>
                    <a:pt x="242347" y="957973"/>
                    <a:pt x="205343" y="968711"/>
                  </a:cubicBezTo>
                  <a:cubicBezTo>
                    <a:pt x="189312" y="973356"/>
                    <a:pt x="169806" y="975750"/>
                    <a:pt x="149248" y="975750"/>
                  </a:cubicBezTo>
                  <a:close/>
                  <a:moveTo>
                    <a:pt x="6930" y="908781"/>
                  </a:moveTo>
                  <a:cubicBezTo>
                    <a:pt x="30270" y="963248"/>
                    <a:pt x="142641" y="980368"/>
                    <a:pt x="203588" y="962653"/>
                  </a:cubicBezTo>
                  <a:cubicBezTo>
                    <a:pt x="240484" y="951951"/>
                    <a:pt x="344771" y="917350"/>
                    <a:pt x="436790" y="886828"/>
                  </a:cubicBezTo>
                  <a:cubicBezTo>
                    <a:pt x="505353" y="864082"/>
                    <a:pt x="570107" y="842596"/>
                    <a:pt x="601494" y="832785"/>
                  </a:cubicBezTo>
                  <a:cubicBezTo>
                    <a:pt x="638444" y="821254"/>
                    <a:pt x="717592" y="825449"/>
                    <a:pt x="794155" y="829517"/>
                  </a:cubicBezTo>
                  <a:cubicBezTo>
                    <a:pt x="867938" y="833442"/>
                    <a:pt x="944205" y="837492"/>
                    <a:pt x="957383" y="824296"/>
                  </a:cubicBezTo>
                  <a:cubicBezTo>
                    <a:pt x="985872" y="795808"/>
                    <a:pt x="1100628" y="622931"/>
                    <a:pt x="1114283" y="571732"/>
                  </a:cubicBezTo>
                  <a:cubicBezTo>
                    <a:pt x="1127253" y="523099"/>
                    <a:pt x="1205887" y="369917"/>
                    <a:pt x="1269481" y="350357"/>
                  </a:cubicBezTo>
                  <a:cubicBezTo>
                    <a:pt x="1331589" y="331248"/>
                    <a:pt x="1552784" y="275989"/>
                    <a:pt x="1632237" y="275989"/>
                  </a:cubicBezTo>
                  <a:cubicBezTo>
                    <a:pt x="1725930" y="275989"/>
                    <a:pt x="1974318" y="250156"/>
                    <a:pt x="1986470" y="217734"/>
                  </a:cubicBezTo>
                  <a:cubicBezTo>
                    <a:pt x="1995021" y="194934"/>
                    <a:pt x="1982950" y="137704"/>
                    <a:pt x="1961141" y="97667"/>
                  </a:cubicBezTo>
                  <a:cubicBezTo>
                    <a:pt x="1948098" y="73706"/>
                    <a:pt x="1933192" y="58836"/>
                    <a:pt x="1919168" y="55776"/>
                  </a:cubicBezTo>
                  <a:cubicBezTo>
                    <a:pt x="1907431" y="53219"/>
                    <a:pt x="1893596" y="48890"/>
                    <a:pt x="1878942" y="44308"/>
                  </a:cubicBezTo>
                  <a:cubicBezTo>
                    <a:pt x="1835763" y="30797"/>
                    <a:pt x="1782053" y="14010"/>
                    <a:pt x="1744896" y="31157"/>
                  </a:cubicBezTo>
                  <a:cubicBezTo>
                    <a:pt x="1722582" y="41455"/>
                    <a:pt x="1689602" y="59700"/>
                    <a:pt x="1654677" y="79008"/>
                  </a:cubicBezTo>
                  <a:cubicBezTo>
                    <a:pt x="1609501" y="103995"/>
                    <a:pt x="1562775" y="129828"/>
                    <a:pt x="1531397" y="142907"/>
                  </a:cubicBezTo>
                  <a:cubicBezTo>
                    <a:pt x="1474492" y="166616"/>
                    <a:pt x="1325360" y="203404"/>
                    <a:pt x="1278770" y="189398"/>
                  </a:cubicBezTo>
                  <a:cubicBezTo>
                    <a:pt x="1255457" y="182404"/>
                    <a:pt x="1183475" y="154086"/>
                    <a:pt x="1113877" y="126705"/>
                  </a:cubicBezTo>
                  <a:cubicBezTo>
                    <a:pt x="1044361" y="99350"/>
                    <a:pt x="972487" y="71078"/>
                    <a:pt x="949417" y="64156"/>
                  </a:cubicBezTo>
                  <a:cubicBezTo>
                    <a:pt x="940955" y="61617"/>
                    <a:pt x="928354" y="57342"/>
                    <a:pt x="913763" y="52391"/>
                  </a:cubicBezTo>
                  <a:cubicBezTo>
                    <a:pt x="850494" y="30914"/>
                    <a:pt x="732731" y="-9069"/>
                    <a:pt x="711344" y="12336"/>
                  </a:cubicBezTo>
                  <a:cubicBezTo>
                    <a:pt x="685043" y="38637"/>
                    <a:pt x="656554" y="139441"/>
                    <a:pt x="665835" y="195141"/>
                  </a:cubicBezTo>
                  <a:cubicBezTo>
                    <a:pt x="668022" y="208246"/>
                    <a:pt x="671271" y="221739"/>
                    <a:pt x="674421" y="234782"/>
                  </a:cubicBezTo>
                  <a:cubicBezTo>
                    <a:pt x="684818" y="277889"/>
                    <a:pt x="694629" y="318610"/>
                    <a:pt x="664394" y="337495"/>
                  </a:cubicBezTo>
                  <a:cubicBezTo>
                    <a:pt x="649119" y="347045"/>
                    <a:pt x="617138" y="358035"/>
                    <a:pt x="580099" y="370772"/>
                  </a:cubicBezTo>
                  <a:cubicBezTo>
                    <a:pt x="527163" y="388963"/>
                    <a:pt x="467179" y="409594"/>
                    <a:pt x="446935" y="429829"/>
                  </a:cubicBezTo>
                  <a:cubicBezTo>
                    <a:pt x="437141" y="439622"/>
                    <a:pt x="422820" y="449082"/>
                    <a:pt x="406232" y="460046"/>
                  </a:cubicBezTo>
                  <a:cubicBezTo>
                    <a:pt x="363629" y="488192"/>
                    <a:pt x="310603" y="523225"/>
                    <a:pt x="304032" y="585648"/>
                  </a:cubicBezTo>
                  <a:cubicBezTo>
                    <a:pt x="296606" y="656253"/>
                    <a:pt x="249161" y="696606"/>
                    <a:pt x="211050" y="729037"/>
                  </a:cubicBezTo>
                  <a:cubicBezTo>
                    <a:pt x="200653" y="737876"/>
                    <a:pt x="190833" y="746238"/>
                    <a:pt x="182516" y="754546"/>
                  </a:cubicBezTo>
                  <a:cubicBezTo>
                    <a:pt x="168924" y="768138"/>
                    <a:pt x="142299" y="787158"/>
                    <a:pt x="114116" y="807284"/>
                  </a:cubicBezTo>
                  <a:cubicBezTo>
                    <a:pt x="65429" y="842065"/>
                    <a:pt x="-1270" y="889699"/>
                    <a:pt x="6912" y="908791"/>
                  </a:cubicBezTo>
                  <a:lnTo>
                    <a:pt x="6912" y="90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4" name="Google Shape;8194;p22"/>
            <p:cNvSpPr/>
            <p:nvPr/>
          </p:nvSpPr>
          <p:spPr>
            <a:xfrm>
              <a:off x="8527282" y="4129684"/>
              <a:ext cx="755677" cy="484092"/>
            </a:xfrm>
            <a:custGeom>
              <a:avLst/>
              <a:gdLst/>
              <a:ahLst/>
              <a:cxnLst/>
              <a:rect l="l" t="t" r="r" b="b"/>
              <a:pathLst>
                <a:path w="755677" h="484092" extrusionOk="0">
                  <a:moveTo>
                    <a:pt x="28417" y="484065"/>
                  </a:moveTo>
                  <a:cubicBezTo>
                    <a:pt x="22206" y="484065"/>
                    <a:pt x="16913" y="482013"/>
                    <a:pt x="12629" y="477927"/>
                  </a:cubicBezTo>
                  <a:cubicBezTo>
                    <a:pt x="-9307" y="457008"/>
                    <a:pt x="2781" y="386916"/>
                    <a:pt x="8596" y="353224"/>
                  </a:cubicBezTo>
                  <a:lnTo>
                    <a:pt x="9749" y="346500"/>
                  </a:lnTo>
                  <a:cubicBezTo>
                    <a:pt x="15860" y="309820"/>
                    <a:pt x="129095" y="230520"/>
                    <a:pt x="177494" y="198125"/>
                  </a:cubicBezTo>
                  <a:lnTo>
                    <a:pt x="177494" y="198125"/>
                  </a:lnTo>
                  <a:cubicBezTo>
                    <a:pt x="227226" y="164821"/>
                    <a:pt x="274473" y="174092"/>
                    <a:pt x="316157" y="182283"/>
                  </a:cubicBezTo>
                  <a:cubicBezTo>
                    <a:pt x="332612" y="185514"/>
                    <a:pt x="348157" y="188566"/>
                    <a:pt x="362280" y="188566"/>
                  </a:cubicBezTo>
                  <a:cubicBezTo>
                    <a:pt x="398203" y="188566"/>
                    <a:pt x="419599" y="154595"/>
                    <a:pt x="446675" y="111597"/>
                  </a:cubicBezTo>
                  <a:cubicBezTo>
                    <a:pt x="455802" y="97114"/>
                    <a:pt x="465235" y="82136"/>
                    <a:pt x="476171" y="66834"/>
                  </a:cubicBezTo>
                  <a:cubicBezTo>
                    <a:pt x="523977" y="0"/>
                    <a:pt x="649687" y="0"/>
                    <a:pt x="717232" y="0"/>
                  </a:cubicBezTo>
                  <a:cubicBezTo>
                    <a:pt x="735063" y="0"/>
                    <a:pt x="746873" y="5284"/>
                    <a:pt x="752319" y="15698"/>
                  </a:cubicBezTo>
                  <a:cubicBezTo>
                    <a:pt x="769908" y="49290"/>
                    <a:pt x="714631" y="129032"/>
                    <a:pt x="674270" y="187251"/>
                  </a:cubicBezTo>
                  <a:lnTo>
                    <a:pt x="669913" y="193534"/>
                  </a:lnTo>
                  <a:cubicBezTo>
                    <a:pt x="635340" y="243473"/>
                    <a:pt x="619219" y="311009"/>
                    <a:pt x="607454" y="360317"/>
                  </a:cubicBezTo>
                  <a:cubicBezTo>
                    <a:pt x="602225" y="382235"/>
                    <a:pt x="597697" y="401174"/>
                    <a:pt x="592619" y="414702"/>
                  </a:cubicBezTo>
                  <a:cubicBezTo>
                    <a:pt x="578092" y="453489"/>
                    <a:pt x="466162" y="430823"/>
                    <a:pt x="384423" y="414270"/>
                  </a:cubicBezTo>
                  <a:cubicBezTo>
                    <a:pt x="366843" y="410706"/>
                    <a:pt x="351667" y="407637"/>
                    <a:pt x="339561" y="405620"/>
                  </a:cubicBezTo>
                  <a:cubicBezTo>
                    <a:pt x="293295" y="397915"/>
                    <a:pt x="186838" y="433884"/>
                    <a:pt x="109112" y="460149"/>
                  </a:cubicBezTo>
                  <a:cubicBezTo>
                    <a:pt x="77671" y="470771"/>
                    <a:pt x="50524" y="479943"/>
                    <a:pt x="35726" y="483237"/>
                  </a:cubicBezTo>
                  <a:cubicBezTo>
                    <a:pt x="33160" y="483804"/>
                    <a:pt x="30730" y="484093"/>
                    <a:pt x="28417" y="484093"/>
                  </a:cubicBezTo>
                  <a:close/>
                  <a:moveTo>
                    <a:pt x="255805" y="180915"/>
                  </a:moveTo>
                  <a:cubicBezTo>
                    <a:pt x="231745" y="180915"/>
                    <a:pt x="206622" y="186216"/>
                    <a:pt x="181005" y="203363"/>
                  </a:cubicBezTo>
                  <a:lnTo>
                    <a:pt x="181005" y="203363"/>
                  </a:lnTo>
                  <a:cubicBezTo>
                    <a:pt x="143776" y="228288"/>
                    <a:pt x="21837" y="312323"/>
                    <a:pt x="15968" y="347536"/>
                  </a:cubicBezTo>
                  <a:lnTo>
                    <a:pt x="14816" y="354295"/>
                  </a:lnTo>
                  <a:cubicBezTo>
                    <a:pt x="9631" y="384359"/>
                    <a:pt x="-2511" y="454767"/>
                    <a:pt x="16985" y="473354"/>
                  </a:cubicBezTo>
                  <a:cubicBezTo>
                    <a:pt x="21315" y="477477"/>
                    <a:pt x="27004" y="478683"/>
                    <a:pt x="34358" y="477045"/>
                  </a:cubicBezTo>
                  <a:cubicBezTo>
                    <a:pt x="48822" y="473831"/>
                    <a:pt x="75826" y="464704"/>
                    <a:pt x="107096" y="454146"/>
                  </a:cubicBezTo>
                  <a:cubicBezTo>
                    <a:pt x="185461" y="427655"/>
                    <a:pt x="292782" y="391362"/>
                    <a:pt x="340605" y="399373"/>
                  </a:cubicBezTo>
                  <a:cubicBezTo>
                    <a:pt x="352828" y="401407"/>
                    <a:pt x="368058" y="404495"/>
                    <a:pt x="385692" y="408059"/>
                  </a:cubicBezTo>
                  <a:cubicBezTo>
                    <a:pt x="456135" y="422335"/>
                    <a:pt x="574050" y="446216"/>
                    <a:pt x="586715" y="412470"/>
                  </a:cubicBezTo>
                  <a:cubicBezTo>
                    <a:pt x="591648" y="399311"/>
                    <a:pt x="596121" y="380561"/>
                    <a:pt x="601306" y="358841"/>
                  </a:cubicBezTo>
                  <a:cubicBezTo>
                    <a:pt x="613188" y="309046"/>
                    <a:pt x="629462" y="240844"/>
                    <a:pt x="664719" y="189934"/>
                  </a:cubicBezTo>
                  <a:lnTo>
                    <a:pt x="669076" y="183642"/>
                  </a:lnTo>
                  <a:cubicBezTo>
                    <a:pt x="706295" y="129959"/>
                    <a:pt x="762544" y="48831"/>
                    <a:pt x="746720" y="18623"/>
                  </a:cubicBezTo>
                  <a:cubicBezTo>
                    <a:pt x="742444" y="10459"/>
                    <a:pt x="732517" y="6319"/>
                    <a:pt x="717223" y="6319"/>
                  </a:cubicBezTo>
                  <a:cubicBezTo>
                    <a:pt x="650821" y="6319"/>
                    <a:pt x="527208" y="6319"/>
                    <a:pt x="481302" y="70515"/>
                  </a:cubicBezTo>
                  <a:cubicBezTo>
                    <a:pt x="470474" y="85664"/>
                    <a:pt x="461086" y="100570"/>
                    <a:pt x="452012" y="114972"/>
                  </a:cubicBezTo>
                  <a:cubicBezTo>
                    <a:pt x="423893" y="159618"/>
                    <a:pt x="401669" y="194894"/>
                    <a:pt x="362262" y="194894"/>
                  </a:cubicBezTo>
                  <a:cubicBezTo>
                    <a:pt x="347527" y="194894"/>
                    <a:pt x="331685" y="191779"/>
                    <a:pt x="314924" y="188493"/>
                  </a:cubicBezTo>
                  <a:cubicBezTo>
                    <a:pt x="296247" y="184830"/>
                    <a:pt x="276409" y="180933"/>
                    <a:pt x="255787" y="180933"/>
                  </a:cubicBezTo>
                  <a:close/>
                  <a:moveTo>
                    <a:pt x="179249" y="200735"/>
                  </a:moveTo>
                  <a:lnTo>
                    <a:pt x="179331" y="200735"/>
                  </a:lnTo>
                  <a:lnTo>
                    <a:pt x="179249" y="2007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0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4" name="Google Shape;10364;p28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10365" name="Google Shape;10365;p28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6" name="Google Shape;10366;p28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7" name="Google Shape;10367;p28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8" name="Google Shape;10368;p28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9" name="Google Shape;10369;p28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0" name="Google Shape;10370;p28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1" name="Google Shape;10371;p28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2" name="Google Shape;10372;p28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3" name="Google Shape;10373;p28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4" name="Google Shape;10374;p28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5" name="Google Shape;10375;p28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6" name="Google Shape;10376;p28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7" name="Google Shape;10377;p28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8" name="Google Shape;10378;p28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9" name="Google Shape;10379;p28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0" name="Google Shape;10380;p28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1" name="Google Shape;10381;p28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2" name="Google Shape;10382;p28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3" name="Google Shape;10383;p28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4" name="Google Shape;10384;p28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5" name="Google Shape;10385;p28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6" name="Google Shape;10386;p28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7" name="Google Shape;10387;p28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8" name="Google Shape;10388;p28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9" name="Google Shape;10389;p28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0" name="Google Shape;10390;p28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1" name="Google Shape;10391;p28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2" name="Google Shape;10392;p28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3" name="Google Shape;10393;p28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4" name="Google Shape;10394;p28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5" name="Google Shape;10395;p28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6" name="Google Shape;10396;p28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7" name="Google Shape;10397;p28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8" name="Google Shape;10398;p28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9" name="Google Shape;10399;p28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0" name="Google Shape;10400;p28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1" name="Google Shape;10401;p28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2" name="Google Shape;10402;p28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3" name="Google Shape;10403;p28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4" name="Google Shape;10404;p28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5" name="Google Shape;10405;p28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6" name="Google Shape;10406;p28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7" name="Google Shape;10407;p28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8" name="Google Shape;10408;p28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9" name="Google Shape;10409;p28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0" name="Google Shape;10410;p28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1" name="Google Shape;10411;p28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2" name="Google Shape;10412;p28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3" name="Google Shape;10413;p28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4" name="Google Shape;10414;p28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5" name="Google Shape;10415;p28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6" name="Google Shape;10416;p28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7" name="Google Shape;10417;p28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8" name="Google Shape;10418;p28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9" name="Google Shape;10419;p28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0" name="Google Shape;10420;p28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1" name="Google Shape;10421;p28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2" name="Google Shape;10422;p28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3" name="Google Shape;10423;p28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4" name="Google Shape;10424;p28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5" name="Google Shape;10425;p28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6" name="Google Shape;10426;p28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7" name="Google Shape;10427;p28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8" name="Google Shape;10428;p28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9" name="Google Shape;10429;p28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0" name="Google Shape;10430;p28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1" name="Google Shape;10431;p28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2" name="Google Shape;10432;p28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3" name="Google Shape;10433;p28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4" name="Google Shape;10434;p28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5" name="Google Shape;10435;p28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6" name="Google Shape;10436;p28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7" name="Google Shape;10437;p28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8" name="Google Shape;10438;p28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9" name="Google Shape;10439;p28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0" name="Google Shape;10440;p28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1" name="Google Shape;10441;p28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2" name="Google Shape;10442;p28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3" name="Google Shape;10443;p28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4" name="Google Shape;10444;p28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5" name="Google Shape;10445;p28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6" name="Google Shape;10446;p28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7" name="Google Shape;10447;p28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8" name="Google Shape;10448;p28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9" name="Google Shape;10449;p28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0" name="Google Shape;10450;p28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1" name="Google Shape;10451;p28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2" name="Google Shape;10452;p28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3" name="Google Shape;10453;p28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4" name="Google Shape;10454;p28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5" name="Google Shape;10455;p28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6" name="Google Shape;10456;p28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7" name="Google Shape;10457;p28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8" name="Google Shape;10458;p28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9" name="Google Shape;10459;p28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0" name="Google Shape;10460;p28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1" name="Google Shape;10461;p28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2" name="Google Shape;10462;p28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3" name="Google Shape;10463;p28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4" name="Google Shape;10464;p28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5" name="Google Shape;10465;p28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6" name="Google Shape;10466;p28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7" name="Google Shape;10467;p28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8" name="Google Shape;10468;p28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9" name="Google Shape;10469;p28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0" name="Google Shape;10470;p28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1" name="Google Shape;10471;p28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2" name="Google Shape;10472;p28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3" name="Google Shape;10473;p28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4" name="Google Shape;10474;p28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5" name="Google Shape;10475;p28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6" name="Google Shape;10476;p28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7" name="Google Shape;10477;p28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8" name="Google Shape;10478;p28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9" name="Google Shape;10479;p28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0" name="Google Shape;10480;p28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1" name="Google Shape;10481;p28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2" name="Google Shape;10482;p28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3" name="Google Shape;10483;p28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4" name="Google Shape;10484;p28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5" name="Google Shape;10485;p28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6" name="Google Shape;10486;p28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7" name="Google Shape;10487;p28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8" name="Google Shape;10488;p28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9" name="Google Shape;10489;p28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0" name="Google Shape;10490;p28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1" name="Google Shape;10491;p28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2" name="Google Shape;10492;p28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3" name="Google Shape;10493;p28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4" name="Google Shape;10494;p28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5" name="Google Shape;10495;p28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6" name="Google Shape;10496;p28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7" name="Google Shape;10497;p28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8" name="Google Shape;10498;p28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9" name="Google Shape;10499;p28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0" name="Google Shape;10500;p28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1" name="Google Shape;10501;p28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2" name="Google Shape;10502;p28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3" name="Google Shape;10503;p28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4" name="Google Shape;10504;p28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5" name="Google Shape;10505;p28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6" name="Google Shape;10506;p28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7" name="Google Shape;10507;p28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8" name="Google Shape;10508;p28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9" name="Google Shape;10509;p28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0" name="Google Shape;10510;p28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1" name="Google Shape;10511;p28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2" name="Google Shape;10512;p28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3" name="Google Shape;10513;p28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4" name="Google Shape;10514;p28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5" name="Google Shape;10515;p28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6" name="Google Shape;10516;p28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7" name="Google Shape;10517;p28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8" name="Google Shape;10518;p28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9" name="Google Shape;10519;p28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0" name="Google Shape;10520;p28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1" name="Google Shape;10521;p28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2" name="Google Shape;10522;p28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3" name="Google Shape;10523;p28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4" name="Google Shape;10524;p28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5" name="Google Shape;10525;p28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6" name="Google Shape;10526;p28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7" name="Google Shape;10527;p28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8" name="Google Shape;10528;p28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9" name="Google Shape;10529;p28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0" name="Google Shape;10530;p28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1" name="Google Shape;10531;p28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2" name="Google Shape;10532;p28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3" name="Google Shape;10533;p28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4" name="Google Shape;10534;p28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5" name="Google Shape;10535;p28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6" name="Google Shape;10536;p28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7" name="Google Shape;10537;p28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8" name="Google Shape;10538;p28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9" name="Google Shape;10539;p28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0" name="Google Shape;10540;p28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1" name="Google Shape;10541;p28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2" name="Google Shape;10542;p28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3" name="Google Shape;10543;p28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4" name="Google Shape;10544;p28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5" name="Google Shape;10545;p28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6" name="Google Shape;10546;p28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7" name="Google Shape;10547;p28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8" name="Google Shape;10548;p28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9" name="Google Shape;10549;p28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0" name="Google Shape;10550;p28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1" name="Google Shape;10551;p28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2" name="Google Shape;10552;p28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3" name="Google Shape;10553;p28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4" name="Google Shape;10554;p28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5" name="Google Shape;10555;p28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6" name="Google Shape;10556;p28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7" name="Google Shape;10557;p28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8" name="Google Shape;10558;p28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9" name="Google Shape;10559;p28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0" name="Google Shape;10560;p28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1" name="Google Shape;10561;p28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2" name="Google Shape;10562;p28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3" name="Google Shape;10563;p28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4" name="Google Shape;10564;p28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5" name="Google Shape;10565;p28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6" name="Google Shape;10566;p28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7" name="Google Shape;10567;p28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8" name="Google Shape;10568;p28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9" name="Google Shape;10569;p28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0" name="Google Shape;10570;p28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1" name="Google Shape;10571;p28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2" name="Google Shape;10572;p28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3" name="Google Shape;10573;p28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4" name="Google Shape;10574;p28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5" name="Google Shape;10575;p28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6" name="Google Shape;10576;p28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7" name="Google Shape;10577;p28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8" name="Google Shape;10578;p28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9" name="Google Shape;10579;p28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0" name="Google Shape;10580;p28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1" name="Google Shape;10581;p28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2" name="Google Shape;10582;p28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3" name="Google Shape;10583;p28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4" name="Google Shape;10584;p28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5" name="Google Shape;10585;p28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6" name="Google Shape;10586;p28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7" name="Google Shape;10587;p28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8" name="Google Shape;10588;p28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9" name="Google Shape;10589;p28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0" name="Google Shape;10590;p28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1" name="Google Shape;10591;p28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2" name="Google Shape;10592;p28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3" name="Google Shape;10593;p28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4" name="Google Shape;10594;p28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5" name="Google Shape;10595;p28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6" name="Google Shape;10596;p28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7" name="Google Shape;10597;p28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8" name="Google Shape;10598;p28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9" name="Google Shape;10599;p28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0" name="Google Shape;10600;p28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1" name="Google Shape;10601;p28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2" name="Google Shape;10602;p28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3" name="Google Shape;10603;p28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4" name="Google Shape;10604;p28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5" name="Google Shape;10605;p28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6" name="Google Shape;10606;p28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7" name="Google Shape;10607;p28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8" name="Google Shape;10608;p28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9" name="Google Shape;10609;p28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0" name="Google Shape;10610;p28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1" name="Google Shape;10611;p28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2" name="Google Shape;10612;p28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3" name="Google Shape;10613;p28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4" name="Google Shape;10614;p28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5" name="Google Shape;10615;p28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6" name="Google Shape;10616;p28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7" name="Google Shape;10617;p28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8" name="Google Shape;10618;p28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9" name="Google Shape;10619;p28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0" name="Google Shape;10620;p28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1" name="Google Shape;10621;p28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2" name="Google Shape;10622;p28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3" name="Google Shape;10623;p28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4" name="Google Shape;10624;p28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5" name="Google Shape;10625;p28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6" name="Google Shape;10626;p28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7" name="Google Shape;10627;p28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8" name="Google Shape;10628;p28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9" name="Google Shape;10629;p28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0" name="Google Shape;10630;p28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1" name="Google Shape;10631;p28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2" name="Google Shape;10632;p28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3" name="Google Shape;10633;p28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4" name="Google Shape;10634;p28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5" name="Google Shape;10635;p28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6" name="Google Shape;10636;p28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7" name="Google Shape;10637;p28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8" name="Google Shape;10638;p28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9" name="Google Shape;10639;p28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0" name="Google Shape;10640;p28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1" name="Google Shape;10641;p28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2" name="Google Shape;10642;p28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3" name="Google Shape;10643;p28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4" name="Google Shape;10644;p28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5" name="Google Shape;10645;p28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6" name="Google Shape;10646;p28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7" name="Google Shape;10647;p28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8" name="Google Shape;10648;p28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9" name="Google Shape;10649;p28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0" name="Google Shape;10650;p28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1" name="Google Shape;10651;p28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2" name="Google Shape;10652;p28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3" name="Google Shape;10653;p28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4" name="Google Shape;10654;p28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5" name="Google Shape;10655;p28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6" name="Google Shape;10656;p28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7" name="Google Shape;10657;p28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8" name="Google Shape;10658;p28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9" name="Google Shape;10659;p28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0" name="Google Shape;10660;p28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1" name="Google Shape;10661;p28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2" name="Google Shape;10662;p28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3" name="Google Shape;10663;p28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4" name="Google Shape;10664;p28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5" name="Google Shape;10665;p28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6" name="Google Shape;10666;p28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7" name="Google Shape;10667;p28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8" name="Google Shape;10668;p28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9" name="Google Shape;10669;p28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0" name="Google Shape;10670;p28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1" name="Google Shape;10671;p28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2" name="Google Shape;10672;p28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3" name="Google Shape;10673;p28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4" name="Google Shape;10674;p28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5" name="Google Shape;10675;p28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6" name="Google Shape;10676;p28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7" name="Google Shape;10677;p28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8" name="Google Shape;10678;p28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9" name="Google Shape;10679;p28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0" name="Google Shape;10680;p28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1" name="Google Shape;10681;p28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2" name="Google Shape;10682;p28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3" name="Google Shape;10683;p28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4" name="Google Shape;10684;p28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5" name="Google Shape;10685;p28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6" name="Google Shape;10686;p28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7" name="Google Shape;10687;p28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8" name="Google Shape;10688;p28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9" name="Google Shape;10689;p28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0" name="Google Shape;10690;p28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1" name="Google Shape;10691;p28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2" name="Google Shape;10692;p28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3" name="Google Shape;10693;p28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4" name="Google Shape;10694;p28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5" name="Google Shape;10695;p28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6" name="Google Shape;10696;p28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7" name="Google Shape;10697;p28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8" name="Google Shape;10698;p28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9" name="Google Shape;10699;p28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0" name="Google Shape;10700;p28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1" name="Google Shape;10701;p28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2" name="Google Shape;10702;p28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3" name="Google Shape;10703;p28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4" name="Google Shape;10704;p28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5" name="Google Shape;10705;p28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6" name="Google Shape;10706;p28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7" name="Google Shape;10707;p28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8" name="Google Shape;10708;p28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9" name="Google Shape;10709;p28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0" name="Google Shape;10710;p28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1" name="Google Shape;10711;p28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2" name="Google Shape;10712;p28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3" name="Google Shape;10713;p28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4" name="Google Shape;10714;p28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5" name="Google Shape;10715;p28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6" name="Google Shape;10716;p28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7" name="Google Shape;10717;p28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8" name="Google Shape;10718;p28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9" name="Google Shape;10719;p28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0" name="Google Shape;10720;p28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1" name="Google Shape;10721;p28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2" name="Google Shape;10722;p28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3" name="Google Shape;10723;p28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4" name="Google Shape;10724;p28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5" name="Google Shape;10725;p28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6" name="Google Shape;10726;p28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7" name="Google Shape;10727;p28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8" name="Google Shape;10728;p28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9" name="Google Shape;10729;p28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0" name="Google Shape;10730;p28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1" name="Google Shape;10731;p28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2" name="Google Shape;10732;p28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3" name="Google Shape;10733;p28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4" name="Google Shape;10734;p28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5" name="Google Shape;10735;p28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6" name="Google Shape;10736;p28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7" name="Google Shape;10737;p28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8" name="Google Shape;10738;p28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9" name="Google Shape;10739;p28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0" name="Google Shape;10740;p28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1" name="Google Shape;10741;p28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2" name="Google Shape;10742;p28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3" name="Google Shape;10743;p28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4" name="Google Shape;10744;p28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5" name="Google Shape;10745;p28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6" name="Google Shape;10746;p28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7" name="Google Shape;10747;p28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8" name="Google Shape;10748;p28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9" name="Google Shape;10749;p28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0" name="Google Shape;10750;p28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1" name="Google Shape;10751;p28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2" name="Google Shape;10752;p28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3" name="Google Shape;10753;p28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4" name="Google Shape;10754;p28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5" name="Google Shape;10755;p28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6" name="Google Shape;10756;p28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7" name="Google Shape;10757;p28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8" name="Google Shape;10758;p28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9" name="Google Shape;10759;p28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0" name="Google Shape;10760;p28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1" name="Google Shape;10761;p28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2" name="Google Shape;10762;p28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3" name="Google Shape;10763;p28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4" name="Google Shape;10764;p28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5" name="Google Shape;10765;p28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6" name="Google Shape;10766;p28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7" name="Google Shape;10767;p28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8" name="Google Shape;10768;p28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9" name="Google Shape;10769;p28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0" name="Google Shape;10770;p28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71" name="Google Shape;10771;p28"/>
          <p:cNvSpPr txBox="1">
            <a:spLocks noGrp="1"/>
          </p:cNvSpPr>
          <p:nvPr>
            <p:ph type="title"/>
          </p:nvPr>
        </p:nvSpPr>
        <p:spPr>
          <a:xfrm>
            <a:off x="719988" y="536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772" name="Google Shape;10772;p28"/>
          <p:cNvGrpSpPr/>
          <p:nvPr/>
        </p:nvGrpSpPr>
        <p:grpSpPr>
          <a:xfrm>
            <a:off x="3406498" y="-902459"/>
            <a:ext cx="7584241" cy="7251556"/>
            <a:chOff x="3406498" y="-902459"/>
            <a:chExt cx="7584241" cy="7251556"/>
          </a:xfrm>
        </p:grpSpPr>
        <p:sp>
          <p:nvSpPr>
            <p:cNvPr id="10773" name="Google Shape;10773;p28"/>
            <p:cNvSpPr/>
            <p:nvPr/>
          </p:nvSpPr>
          <p:spPr>
            <a:xfrm>
              <a:off x="8093457" y="-902459"/>
              <a:ext cx="2027974" cy="2581636"/>
            </a:xfrm>
            <a:custGeom>
              <a:avLst/>
              <a:gdLst/>
              <a:ahLst/>
              <a:cxnLst/>
              <a:rect l="l" t="t" r="r" b="b"/>
              <a:pathLst>
                <a:path w="2027974" h="2581636" extrusionOk="0">
                  <a:moveTo>
                    <a:pt x="1215831" y="2581636"/>
                  </a:moveTo>
                  <a:cubicBezTo>
                    <a:pt x="1192967" y="2581636"/>
                    <a:pt x="1168935" y="2580502"/>
                    <a:pt x="1143551" y="2578018"/>
                  </a:cubicBezTo>
                  <a:cubicBezTo>
                    <a:pt x="802343" y="2544731"/>
                    <a:pt x="539095" y="2421478"/>
                    <a:pt x="456536" y="2256351"/>
                  </a:cubicBezTo>
                  <a:cubicBezTo>
                    <a:pt x="419622" y="2182524"/>
                    <a:pt x="340655" y="2090856"/>
                    <a:pt x="264270" y="2002203"/>
                  </a:cubicBezTo>
                  <a:cubicBezTo>
                    <a:pt x="173278" y="1896565"/>
                    <a:pt x="94680" y="1805338"/>
                    <a:pt x="85498" y="1745669"/>
                  </a:cubicBezTo>
                  <a:cubicBezTo>
                    <a:pt x="77235" y="1691968"/>
                    <a:pt x="98190" y="1649555"/>
                    <a:pt x="124726" y="1595845"/>
                  </a:cubicBezTo>
                  <a:cubicBezTo>
                    <a:pt x="155177" y="1534196"/>
                    <a:pt x="193089" y="1457479"/>
                    <a:pt x="214062" y="1323208"/>
                  </a:cubicBezTo>
                  <a:cubicBezTo>
                    <a:pt x="243640" y="1133913"/>
                    <a:pt x="139514" y="977509"/>
                    <a:pt x="63490" y="863311"/>
                  </a:cubicBezTo>
                  <a:cubicBezTo>
                    <a:pt x="39340" y="827045"/>
                    <a:pt x="18493" y="795712"/>
                    <a:pt x="6378" y="769464"/>
                  </a:cubicBezTo>
                  <a:cubicBezTo>
                    <a:pt x="-5755" y="743181"/>
                    <a:pt x="-562" y="707149"/>
                    <a:pt x="21833" y="662377"/>
                  </a:cubicBezTo>
                  <a:cubicBezTo>
                    <a:pt x="93914" y="518214"/>
                    <a:pt x="326451" y="312924"/>
                    <a:pt x="507096" y="274219"/>
                  </a:cubicBezTo>
                  <a:cubicBezTo>
                    <a:pt x="604398" y="253364"/>
                    <a:pt x="660619" y="213362"/>
                    <a:pt x="720135" y="171012"/>
                  </a:cubicBezTo>
                  <a:cubicBezTo>
                    <a:pt x="795386" y="117464"/>
                    <a:pt x="880672" y="56778"/>
                    <a:pt x="1062091" y="25031"/>
                  </a:cubicBezTo>
                  <a:cubicBezTo>
                    <a:pt x="1381722" y="-30903"/>
                    <a:pt x="2007845" y="24292"/>
                    <a:pt x="2014146" y="24860"/>
                  </a:cubicBezTo>
                  <a:cubicBezTo>
                    <a:pt x="2022517" y="25616"/>
                    <a:pt x="2028637" y="32979"/>
                    <a:pt x="2027917" y="41323"/>
                  </a:cubicBezTo>
                  <a:cubicBezTo>
                    <a:pt x="2027107" y="49676"/>
                    <a:pt x="2019816" y="55743"/>
                    <a:pt x="2011445" y="55077"/>
                  </a:cubicBezTo>
                  <a:cubicBezTo>
                    <a:pt x="2005234" y="54518"/>
                    <a:pt x="1383072" y="-326"/>
                    <a:pt x="1067311" y="54905"/>
                  </a:cubicBezTo>
                  <a:cubicBezTo>
                    <a:pt x="892671" y="85456"/>
                    <a:pt x="813901" y="141515"/>
                    <a:pt x="737733" y="195720"/>
                  </a:cubicBezTo>
                  <a:cubicBezTo>
                    <a:pt x="675588" y="239943"/>
                    <a:pt x="616892" y="281717"/>
                    <a:pt x="513460" y="303878"/>
                  </a:cubicBezTo>
                  <a:cubicBezTo>
                    <a:pt x="345497" y="339865"/>
                    <a:pt x="117678" y="538539"/>
                    <a:pt x="48972" y="675942"/>
                  </a:cubicBezTo>
                  <a:cubicBezTo>
                    <a:pt x="31419" y="711047"/>
                    <a:pt x="26072" y="739742"/>
                    <a:pt x="33922" y="756746"/>
                  </a:cubicBezTo>
                  <a:cubicBezTo>
                    <a:pt x="45056" y="780860"/>
                    <a:pt x="65299" y="811275"/>
                    <a:pt x="88757" y="846496"/>
                  </a:cubicBezTo>
                  <a:cubicBezTo>
                    <a:pt x="163098" y="958174"/>
                    <a:pt x="275441" y="1126928"/>
                    <a:pt x="244045" y="1327888"/>
                  </a:cubicBezTo>
                  <a:cubicBezTo>
                    <a:pt x="222352" y="1466759"/>
                    <a:pt x="181648" y="1549138"/>
                    <a:pt x="151936" y="1609293"/>
                  </a:cubicBezTo>
                  <a:cubicBezTo>
                    <a:pt x="125896" y="1661994"/>
                    <a:pt x="108694" y="1696820"/>
                    <a:pt x="115499" y="1741061"/>
                  </a:cubicBezTo>
                  <a:cubicBezTo>
                    <a:pt x="123357" y="1792133"/>
                    <a:pt x="206690" y="1888860"/>
                    <a:pt x="287269" y="1982410"/>
                  </a:cubicBezTo>
                  <a:cubicBezTo>
                    <a:pt x="364859" y="2072457"/>
                    <a:pt x="445077" y="2165584"/>
                    <a:pt x="483674" y="2242787"/>
                  </a:cubicBezTo>
                  <a:cubicBezTo>
                    <a:pt x="560437" y="2396302"/>
                    <a:pt x="820607" y="2516044"/>
                    <a:pt x="1146522" y="2547828"/>
                  </a:cubicBezTo>
                  <a:cubicBezTo>
                    <a:pt x="1297741" y="2562599"/>
                    <a:pt x="1398555" y="2527224"/>
                    <a:pt x="1505399" y="2489770"/>
                  </a:cubicBezTo>
                  <a:cubicBezTo>
                    <a:pt x="1629435" y="2446285"/>
                    <a:pt x="1757702" y="2401333"/>
                    <a:pt x="1974450" y="2427338"/>
                  </a:cubicBezTo>
                  <a:cubicBezTo>
                    <a:pt x="1982731" y="2428337"/>
                    <a:pt x="1988672" y="2435889"/>
                    <a:pt x="1987682" y="2444206"/>
                  </a:cubicBezTo>
                  <a:cubicBezTo>
                    <a:pt x="1986692" y="2452523"/>
                    <a:pt x="1979131" y="2458473"/>
                    <a:pt x="1970850" y="2457456"/>
                  </a:cubicBezTo>
                  <a:cubicBezTo>
                    <a:pt x="1761032" y="2432262"/>
                    <a:pt x="1636186" y="2476052"/>
                    <a:pt x="1515390" y="2518394"/>
                  </a:cubicBezTo>
                  <a:cubicBezTo>
                    <a:pt x="1423128" y="2550762"/>
                    <a:pt x="1335007" y="2581627"/>
                    <a:pt x="1215831" y="25816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4" name="Google Shape;10774;p28"/>
            <p:cNvSpPr/>
            <p:nvPr/>
          </p:nvSpPr>
          <p:spPr>
            <a:xfrm>
              <a:off x="8812851" y="-414113"/>
              <a:ext cx="1285564" cy="833071"/>
            </a:xfrm>
            <a:custGeom>
              <a:avLst/>
              <a:gdLst/>
              <a:ahLst/>
              <a:cxnLst/>
              <a:rect l="l" t="t" r="r" b="b"/>
              <a:pathLst>
                <a:path w="1285564" h="833071" extrusionOk="0">
                  <a:moveTo>
                    <a:pt x="1270358" y="833071"/>
                  </a:moveTo>
                  <a:cubicBezTo>
                    <a:pt x="1264327" y="833071"/>
                    <a:pt x="1258747" y="829462"/>
                    <a:pt x="1256316" y="823674"/>
                  </a:cubicBezTo>
                  <a:cubicBezTo>
                    <a:pt x="1237144" y="795959"/>
                    <a:pt x="980339" y="666685"/>
                    <a:pt x="923002" y="662265"/>
                  </a:cubicBezTo>
                  <a:cubicBezTo>
                    <a:pt x="860714" y="657476"/>
                    <a:pt x="833980" y="583352"/>
                    <a:pt x="814448" y="529228"/>
                  </a:cubicBezTo>
                  <a:cubicBezTo>
                    <a:pt x="811388" y="520658"/>
                    <a:pt x="808507" y="512683"/>
                    <a:pt x="805716" y="505743"/>
                  </a:cubicBezTo>
                  <a:cubicBezTo>
                    <a:pt x="792305" y="472169"/>
                    <a:pt x="722276" y="449162"/>
                    <a:pt x="666108" y="430674"/>
                  </a:cubicBezTo>
                  <a:cubicBezTo>
                    <a:pt x="654677" y="426911"/>
                    <a:pt x="643516" y="423248"/>
                    <a:pt x="632984" y="419566"/>
                  </a:cubicBezTo>
                  <a:cubicBezTo>
                    <a:pt x="585728" y="403094"/>
                    <a:pt x="482124" y="424238"/>
                    <a:pt x="356018" y="476183"/>
                  </a:cubicBezTo>
                  <a:cubicBezTo>
                    <a:pt x="268581" y="512170"/>
                    <a:pt x="101195" y="475553"/>
                    <a:pt x="43766" y="442060"/>
                  </a:cubicBezTo>
                  <a:cubicBezTo>
                    <a:pt x="22344" y="429566"/>
                    <a:pt x="8545" y="400556"/>
                    <a:pt x="2766" y="355847"/>
                  </a:cubicBezTo>
                  <a:cubicBezTo>
                    <a:pt x="-6253" y="286169"/>
                    <a:pt x="7294" y="176525"/>
                    <a:pt x="35945" y="147883"/>
                  </a:cubicBezTo>
                  <a:cubicBezTo>
                    <a:pt x="54172" y="129647"/>
                    <a:pt x="101104" y="108062"/>
                    <a:pt x="150791" y="85199"/>
                  </a:cubicBezTo>
                  <a:cubicBezTo>
                    <a:pt x="196094" y="64361"/>
                    <a:pt x="247437" y="40733"/>
                    <a:pt x="263611" y="24558"/>
                  </a:cubicBezTo>
                  <a:cubicBezTo>
                    <a:pt x="296259" y="-8089"/>
                    <a:pt x="420556" y="-2004"/>
                    <a:pt x="556114" y="7807"/>
                  </a:cubicBezTo>
                  <a:cubicBezTo>
                    <a:pt x="572046" y="8959"/>
                    <a:pt x="586178" y="9976"/>
                    <a:pt x="597789" y="10660"/>
                  </a:cubicBezTo>
                  <a:cubicBezTo>
                    <a:pt x="677270" y="15332"/>
                    <a:pt x="1223912" y="156975"/>
                    <a:pt x="1266217" y="172862"/>
                  </a:cubicBezTo>
                  <a:cubicBezTo>
                    <a:pt x="1274049" y="175796"/>
                    <a:pt x="1278009" y="184545"/>
                    <a:pt x="1275128" y="192385"/>
                  </a:cubicBezTo>
                  <a:cubicBezTo>
                    <a:pt x="1272158" y="200225"/>
                    <a:pt x="1263426" y="204213"/>
                    <a:pt x="1255596" y="201260"/>
                  </a:cubicBezTo>
                  <a:cubicBezTo>
                    <a:pt x="1213650" y="185553"/>
                    <a:pt x="674209" y="45540"/>
                    <a:pt x="595989" y="40931"/>
                  </a:cubicBezTo>
                  <a:cubicBezTo>
                    <a:pt x="584287" y="40247"/>
                    <a:pt x="569976" y="39212"/>
                    <a:pt x="553954" y="38060"/>
                  </a:cubicBezTo>
                  <a:cubicBezTo>
                    <a:pt x="481134" y="32794"/>
                    <a:pt x="310598" y="20463"/>
                    <a:pt x="285070" y="46008"/>
                  </a:cubicBezTo>
                  <a:cubicBezTo>
                    <a:pt x="265061" y="66018"/>
                    <a:pt x="215707" y="88719"/>
                    <a:pt x="163473" y="112761"/>
                  </a:cubicBezTo>
                  <a:cubicBezTo>
                    <a:pt x="120501" y="132527"/>
                    <a:pt x="71797" y="154931"/>
                    <a:pt x="57403" y="169333"/>
                  </a:cubicBezTo>
                  <a:cubicBezTo>
                    <a:pt x="41337" y="185400"/>
                    <a:pt x="23217" y="277401"/>
                    <a:pt x="32858" y="351958"/>
                  </a:cubicBezTo>
                  <a:cubicBezTo>
                    <a:pt x="37178" y="385380"/>
                    <a:pt x="46728" y="408675"/>
                    <a:pt x="59060" y="415867"/>
                  </a:cubicBezTo>
                  <a:cubicBezTo>
                    <a:pt x="110600" y="445931"/>
                    <a:pt x="266564" y="480225"/>
                    <a:pt x="344496" y="448145"/>
                  </a:cubicBezTo>
                  <a:cubicBezTo>
                    <a:pt x="423707" y="415525"/>
                    <a:pt x="567815" y="364704"/>
                    <a:pt x="642975" y="390933"/>
                  </a:cubicBezTo>
                  <a:cubicBezTo>
                    <a:pt x="653327" y="394552"/>
                    <a:pt x="664308" y="398161"/>
                    <a:pt x="675560" y="401861"/>
                  </a:cubicBezTo>
                  <a:cubicBezTo>
                    <a:pt x="740998" y="423383"/>
                    <a:pt x="815168" y="447767"/>
                    <a:pt x="833891" y="494474"/>
                  </a:cubicBezTo>
                  <a:cubicBezTo>
                    <a:pt x="836770" y="501711"/>
                    <a:pt x="839742" y="510010"/>
                    <a:pt x="842982" y="518930"/>
                  </a:cubicBezTo>
                  <a:cubicBezTo>
                    <a:pt x="859723" y="565268"/>
                    <a:pt x="882587" y="628736"/>
                    <a:pt x="925342" y="632030"/>
                  </a:cubicBezTo>
                  <a:cubicBezTo>
                    <a:pt x="985740" y="636684"/>
                    <a:pt x="1271618" y="773727"/>
                    <a:pt x="1284759" y="813107"/>
                  </a:cubicBezTo>
                  <a:cubicBezTo>
                    <a:pt x="1287460" y="821046"/>
                    <a:pt x="1283139" y="829642"/>
                    <a:pt x="1275219" y="832288"/>
                  </a:cubicBezTo>
                  <a:cubicBezTo>
                    <a:pt x="1273599" y="832819"/>
                    <a:pt x="1271978" y="833071"/>
                    <a:pt x="1270358" y="833071"/>
                  </a:cubicBezTo>
                  <a:close/>
                  <a:moveTo>
                    <a:pt x="1255956" y="822693"/>
                  </a:moveTo>
                  <a:cubicBezTo>
                    <a:pt x="1255956" y="822693"/>
                    <a:pt x="1255956" y="822702"/>
                    <a:pt x="1255956" y="822711"/>
                  </a:cubicBezTo>
                  <a:cubicBezTo>
                    <a:pt x="1255956" y="822711"/>
                    <a:pt x="1255956" y="822702"/>
                    <a:pt x="1255956" y="8226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5" name="Google Shape;10775;p28"/>
            <p:cNvSpPr/>
            <p:nvPr/>
          </p:nvSpPr>
          <p:spPr>
            <a:xfrm>
              <a:off x="8939447" y="-307455"/>
              <a:ext cx="555354" cy="281304"/>
            </a:xfrm>
            <a:custGeom>
              <a:avLst/>
              <a:gdLst/>
              <a:ahLst/>
              <a:cxnLst/>
              <a:rect l="l" t="t" r="r" b="b"/>
              <a:pathLst>
                <a:path w="555354" h="281304" extrusionOk="0">
                  <a:moveTo>
                    <a:pt x="133911" y="281304"/>
                  </a:moveTo>
                  <a:cubicBezTo>
                    <a:pt x="103838" y="281304"/>
                    <a:pt x="68401" y="273446"/>
                    <a:pt x="43089" y="267839"/>
                  </a:cubicBezTo>
                  <a:cubicBezTo>
                    <a:pt x="36932" y="266470"/>
                    <a:pt x="31424" y="265246"/>
                    <a:pt x="26815" y="264328"/>
                  </a:cubicBezTo>
                  <a:cubicBezTo>
                    <a:pt x="-4986" y="257964"/>
                    <a:pt x="-900" y="195415"/>
                    <a:pt x="1801" y="154037"/>
                  </a:cubicBezTo>
                  <a:cubicBezTo>
                    <a:pt x="2368" y="145386"/>
                    <a:pt x="2854" y="137907"/>
                    <a:pt x="2854" y="132731"/>
                  </a:cubicBezTo>
                  <a:cubicBezTo>
                    <a:pt x="2854" y="110426"/>
                    <a:pt x="74908" y="63917"/>
                    <a:pt x="152759" y="16994"/>
                  </a:cubicBezTo>
                  <a:cubicBezTo>
                    <a:pt x="162291" y="11251"/>
                    <a:pt x="169168" y="7101"/>
                    <a:pt x="172004" y="5175"/>
                  </a:cubicBezTo>
                  <a:lnTo>
                    <a:pt x="172004" y="5175"/>
                  </a:lnTo>
                  <a:cubicBezTo>
                    <a:pt x="190312" y="-7247"/>
                    <a:pt x="272178" y="4518"/>
                    <a:pt x="377312" y="21179"/>
                  </a:cubicBezTo>
                  <a:cubicBezTo>
                    <a:pt x="411066" y="26535"/>
                    <a:pt x="440230" y="31162"/>
                    <a:pt x="459672" y="33205"/>
                  </a:cubicBezTo>
                  <a:cubicBezTo>
                    <a:pt x="529882" y="40586"/>
                    <a:pt x="555355" y="81820"/>
                    <a:pt x="555355" y="107735"/>
                  </a:cubicBezTo>
                  <a:cubicBezTo>
                    <a:pt x="555355" y="135314"/>
                    <a:pt x="452291" y="189510"/>
                    <a:pt x="413766" y="200024"/>
                  </a:cubicBezTo>
                  <a:cubicBezTo>
                    <a:pt x="404315" y="202607"/>
                    <a:pt x="388113" y="206118"/>
                    <a:pt x="367591" y="210555"/>
                  </a:cubicBezTo>
                  <a:cubicBezTo>
                    <a:pt x="306472" y="223796"/>
                    <a:pt x="204228" y="245957"/>
                    <a:pt x="183156" y="267028"/>
                  </a:cubicBezTo>
                  <a:cubicBezTo>
                    <a:pt x="172562" y="277623"/>
                    <a:pt x="154488" y="281304"/>
                    <a:pt x="133911" y="281304"/>
                  </a:cubicBezTo>
                  <a:close/>
                  <a:moveTo>
                    <a:pt x="202319" y="6273"/>
                  </a:moveTo>
                  <a:cubicBezTo>
                    <a:pt x="189322" y="6273"/>
                    <a:pt x="179853" y="7488"/>
                    <a:pt x="175551" y="10405"/>
                  </a:cubicBezTo>
                  <a:cubicBezTo>
                    <a:pt x="172580" y="12421"/>
                    <a:pt x="165631" y="16607"/>
                    <a:pt x="156027" y="22403"/>
                  </a:cubicBezTo>
                  <a:cubicBezTo>
                    <a:pt x="115863" y="46608"/>
                    <a:pt x="9172" y="110912"/>
                    <a:pt x="9172" y="132731"/>
                  </a:cubicBezTo>
                  <a:cubicBezTo>
                    <a:pt x="9172" y="138123"/>
                    <a:pt x="8677" y="145684"/>
                    <a:pt x="8101" y="154451"/>
                  </a:cubicBezTo>
                  <a:cubicBezTo>
                    <a:pt x="5698" y="191266"/>
                    <a:pt x="1675" y="252861"/>
                    <a:pt x="28038" y="258144"/>
                  </a:cubicBezTo>
                  <a:cubicBezTo>
                    <a:pt x="32683" y="259080"/>
                    <a:pt x="38237" y="260305"/>
                    <a:pt x="44439" y="261682"/>
                  </a:cubicBezTo>
                  <a:cubicBezTo>
                    <a:pt x="83090" y="270242"/>
                    <a:pt x="155046" y="286210"/>
                    <a:pt x="178674" y="262573"/>
                  </a:cubicBezTo>
                  <a:cubicBezTo>
                    <a:pt x="201060" y="240187"/>
                    <a:pt x="300442" y="218647"/>
                    <a:pt x="366240" y="204389"/>
                  </a:cubicBezTo>
                  <a:cubicBezTo>
                    <a:pt x="386673" y="199970"/>
                    <a:pt x="402785" y="196468"/>
                    <a:pt x="412146" y="193939"/>
                  </a:cubicBezTo>
                  <a:cubicBezTo>
                    <a:pt x="455082" y="182228"/>
                    <a:pt x="548964" y="128734"/>
                    <a:pt x="548964" y="107753"/>
                  </a:cubicBezTo>
                  <a:cubicBezTo>
                    <a:pt x="548964" y="84124"/>
                    <a:pt x="525022" y="46446"/>
                    <a:pt x="459042" y="39506"/>
                  </a:cubicBezTo>
                  <a:cubicBezTo>
                    <a:pt x="439420" y="37435"/>
                    <a:pt x="410166" y="32800"/>
                    <a:pt x="376322" y="27444"/>
                  </a:cubicBezTo>
                  <a:cubicBezTo>
                    <a:pt x="317814" y="18173"/>
                    <a:pt x="242924" y="6291"/>
                    <a:pt x="202311" y="6291"/>
                  </a:cubicBezTo>
                  <a:close/>
                  <a:moveTo>
                    <a:pt x="173786" y="7785"/>
                  </a:moveTo>
                  <a:lnTo>
                    <a:pt x="173867" y="7785"/>
                  </a:lnTo>
                  <a:lnTo>
                    <a:pt x="173786" y="77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6" name="Google Shape;10776;p28"/>
            <p:cNvSpPr/>
            <p:nvPr/>
          </p:nvSpPr>
          <p:spPr>
            <a:xfrm>
              <a:off x="8735021" y="-502718"/>
              <a:ext cx="1391557" cy="1023659"/>
            </a:xfrm>
            <a:custGeom>
              <a:avLst/>
              <a:gdLst/>
              <a:ahLst/>
              <a:cxnLst/>
              <a:rect l="l" t="t" r="r" b="b"/>
              <a:pathLst>
                <a:path w="1391557" h="1023659" extrusionOk="0">
                  <a:moveTo>
                    <a:pt x="1299131" y="1023650"/>
                  </a:moveTo>
                  <a:cubicBezTo>
                    <a:pt x="1298322" y="1023650"/>
                    <a:pt x="1297511" y="1023344"/>
                    <a:pt x="1296972" y="1022723"/>
                  </a:cubicBezTo>
                  <a:cubicBezTo>
                    <a:pt x="1253766" y="979545"/>
                    <a:pt x="1033327" y="855625"/>
                    <a:pt x="995161" y="848686"/>
                  </a:cubicBezTo>
                  <a:cubicBezTo>
                    <a:pt x="938184" y="838334"/>
                    <a:pt x="862484" y="820818"/>
                    <a:pt x="862484" y="788467"/>
                  </a:cubicBezTo>
                  <a:cubicBezTo>
                    <a:pt x="862484" y="756117"/>
                    <a:pt x="824949" y="623098"/>
                    <a:pt x="818559" y="615906"/>
                  </a:cubicBezTo>
                  <a:cubicBezTo>
                    <a:pt x="811448" y="609362"/>
                    <a:pt x="681381" y="566948"/>
                    <a:pt x="643215" y="577345"/>
                  </a:cubicBezTo>
                  <a:cubicBezTo>
                    <a:pt x="604601" y="587876"/>
                    <a:pt x="421607" y="651110"/>
                    <a:pt x="379283" y="666501"/>
                  </a:cubicBezTo>
                  <a:cubicBezTo>
                    <a:pt x="339353" y="681020"/>
                    <a:pt x="195794" y="656618"/>
                    <a:pt x="152750" y="648796"/>
                  </a:cubicBezTo>
                  <a:cubicBezTo>
                    <a:pt x="111848" y="641352"/>
                    <a:pt x="47589" y="562511"/>
                    <a:pt x="32773" y="536596"/>
                  </a:cubicBezTo>
                  <a:cubicBezTo>
                    <a:pt x="18102" y="510907"/>
                    <a:pt x="-10424" y="266687"/>
                    <a:pt x="3925" y="216469"/>
                  </a:cubicBezTo>
                  <a:cubicBezTo>
                    <a:pt x="13313" y="183615"/>
                    <a:pt x="78626" y="161058"/>
                    <a:pt x="136242" y="141156"/>
                  </a:cubicBezTo>
                  <a:cubicBezTo>
                    <a:pt x="167323" y="130427"/>
                    <a:pt x="196676" y="120283"/>
                    <a:pt x="205371" y="111588"/>
                  </a:cubicBezTo>
                  <a:cubicBezTo>
                    <a:pt x="230196" y="86762"/>
                    <a:pt x="330659" y="7264"/>
                    <a:pt x="359949" y="3591"/>
                  </a:cubicBezTo>
                  <a:cubicBezTo>
                    <a:pt x="386637" y="261"/>
                    <a:pt x="552753" y="0"/>
                    <a:pt x="603070" y="0"/>
                  </a:cubicBezTo>
                  <a:cubicBezTo>
                    <a:pt x="628184" y="0"/>
                    <a:pt x="1358089" y="187414"/>
                    <a:pt x="1389143" y="195389"/>
                  </a:cubicBezTo>
                  <a:cubicBezTo>
                    <a:pt x="1390854" y="195821"/>
                    <a:pt x="1391844" y="197540"/>
                    <a:pt x="1391484" y="199232"/>
                  </a:cubicBezTo>
                  <a:cubicBezTo>
                    <a:pt x="1391034" y="200915"/>
                    <a:pt x="1389234" y="201941"/>
                    <a:pt x="1387613" y="201509"/>
                  </a:cubicBezTo>
                  <a:cubicBezTo>
                    <a:pt x="1124778" y="133992"/>
                    <a:pt x="622512" y="6319"/>
                    <a:pt x="603070" y="6319"/>
                  </a:cubicBezTo>
                  <a:cubicBezTo>
                    <a:pt x="552844" y="6319"/>
                    <a:pt x="387051" y="6571"/>
                    <a:pt x="360731" y="9865"/>
                  </a:cubicBezTo>
                  <a:cubicBezTo>
                    <a:pt x="333197" y="13313"/>
                    <a:pt x="233563" y="92334"/>
                    <a:pt x="209835" y="116052"/>
                  </a:cubicBezTo>
                  <a:cubicBezTo>
                    <a:pt x="200106" y="125783"/>
                    <a:pt x="171464" y="135675"/>
                    <a:pt x="138295" y="147124"/>
                  </a:cubicBezTo>
                  <a:cubicBezTo>
                    <a:pt x="84908" y="165568"/>
                    <a:pt x="18471" y="188512"/>
                    <a:pt x="9982" y="218207"/>
                  </a:cubicBezTo>
                  <a:cubicBezTo>
                    <a:pt x="-4159" y="267704"/>
                    <a:pt x="23808" y="508189"/>
                    <a:pt x="38246" y="533464"/>
                  </a:cubicBezTo>
                  <a:cubicBezTo>
                    <a:pt x="52234" y="557929"/>
                    <a:pt x="115503" y="635609"/>
                    <a:pt x="153866" y="642576"/>
                  </a:cubicBezTo>
                  <a:cubicBezTo>
                    <a:pt x="184218" y="648103"/>
                    <a:pt x="337661" y="674882"/>
                    <a:pt x="377105" y="660570"/>
                  </a:cubicBezTo>
                  <a:cubicBezTo>
                    <a:pt x="419446" y="645160"/>
                    <a:pt x="602710" y="581827"/>
                    <a:pt x="641505" y="571251"/>
                  </a:cubicBezTo>
                  <a:cubicBezTo>
                    <a:pt x="680391" y="560630"/>
                    <a:pt x="813698" y="602080"/>
                    <a:pt x="823059" y="611468"/>
                  </a:cubicBezTo>
                  <a:cubicBezTo>
                    <a:pt x="831700" y="620136"/>
                    <a:pt x="868785" y="757071"/>
                    <a:pt x="868785" y="788476"/>
                  </a:cubicBezTo>
                  <a:cubicBezTo>
                    <a:pt x="868785" y="802536"/>
                    <a:pt x="890928" y="823320"/>
                    <a:pt x="996332" y="842475"/>
                  </a:cubicBezTo>
                  <a:cubicBezTo>
                    <a:pt x="1034947" y="849496"/>
                    <a:pt x="1257817" y="974675"/>
                    <a:pt x="1301382" y="1018268"/>
                  </a:cubicBezTo>
                  <a:cubicBezTo>
                    <a:pt x="1302642" y="1019501"/>
                    <a:pt x="1302642" y="1021499"/>
                    <a:pt x="1301382" y="1022732"/>
                  </a:cubicBezTo>
                  <a:cubicBezTo>
                    <a:pt x="1300751" y="1023353"/>
                    <a:pt x="1299942" y="1023659"/>
                    <a:pt x="1299131" y="10236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7" name="Google Shape;10777;p28"/>
            <p:cNvSpPr/>
            <p:nvPr/>
          </p:nvSpPr>
          <p:spPr>
            <a:xfrm>
              <a:off x="8228269" y="-788391"/>
              <a:ext cx="1848348" cy="2371741"/>
            </a:xfrm>
            <a:custGeom>
              <a:avLst/>
              <a:gdLst/>
              <a:ahLst/>
              <a:cxnLst/>
              <a:rect l="l" t="t" r="r" b="b"/>
              <a:pathLst>
                <a:path w="1848348" h="2371741" extrusionOk="0">
                  <a:moveTo>
                    <a:pt x="1119904" y="2371715"/>
                  </a:moveTo>
                  <a:cubicBezTo>
                    <a:pt x="1043483" y="2371715"/>
                    <a:pt x="919366" y="2356197"/>
                    <a:pt x="798373" y="2319373"/>
                  </a:cubicBezTo>
                  <a:cubicBezTo>
                    <a:pt x="631284" y="2268525"/>
                    <a:pt x="454365" y="2165084"/>
                    <a:pt x="436525" y="2147252"/>
                  </a:cubicBezTo>
                  <a:cubicBezTo>
                    <a:pt x="426785" y="2137513"/>
                    <a:pt x="418846" y="2107845"/>
                    <a:pt x="409666" y="2073488"/>
                  </a:cubicBezTo>
                  <a:cubicBezTo>
                    <a:pt x="401340" y="2042370"/>
                    <a:pt x="392734" y="2010191"/>
                    <a:pt x="382509" y="1993152"/>
                  </a:cubicBezTo>
                  <a:cubicBezTo>
                    <a:pt x="360105" y="1955824"/>
                    <a:pt x="296583" y="1864525"/>
                    <a:pt x="275890" y="1843840"/>
                  </a:cubicBezTo>
                  <a:cubicBezTo>
                    <a:pt x="255088" y="1823039"/>
                    <a:pt x="100276" y="1647093"/>
                    <a:pt x="92950" y="1592158"/>
                  </a:cubicBezTo>
                  <a:cubicBezTo>
                    <a:pt x="88197" y="1556568"/>
                    <a:pt x="126902" y="1477132"/>
                    <a:pt x="161044" y="1407040"/>
                  </a:cubicBezTo>
                  <a:cubicBezTo>
                    <a:pt x="179145" y="1369892"/>
                    <a:pt x="196247" y="1334788"/>
                    <a:pt x="203736" y="1312303"/>
                  </a:cubicBezTo>
                  <a:cubicBezTo>
                    <a:pt x="218534" y="1267927"/>
                    <a:pt x="214232" y="1204603"/>
                    <a:pt x="210433" y="1148742"/>
                  </a:cubicBezTo>
                  <a:cubicBezTo>
                    <a:pt x="208750" y="1123890"/>
                    <a:pt x="207148" y="1100415"/>
                    <a:pt x="207148" y="1079388"/>
                  </a:cubicBezTo>
                  <a:cubicBezTo>
                    <a:pt x="207148" y="1016227"/>
                    <a:pt x="142024" y="838922"/>
                    <a:pt x="122059" y="786085"/>
                  </a:cubicBezTo>
                  <a:lnTo>
                    <a:pt x="121673" y="785076"/>
                  </a:lnTo>
                  <a:cubicBezTo>
                    <a:pt x="119062" y="778164"/>
                    <a:pt x="99647" y="753302"/>
                    <a:pt x="79097" y="727001"/>
                  </a:cubicBezTo>
                  <a:cubicBezTo>
                    <a:pt x="43155" y="680978"/>
                    <a:pt x="2416" y="628816"/>
                    <a:pt x="121" y="610553"/>
                  </a:cubicBezTo>
                  <a:cubicBezTo>
                    <a:pt x="-3021" y="585448"/>
                    <a:pt x="55739" y="509883"/>
                    <a:pt x="113625" y="439278"/>
                  </a:cubicBezTo>
                  <a:lnTo>
                    <a:pt x="118612" y="433202"/>
                  </a:lnTo>
                  <a:cubicBezTo>
                    <a:pt x="151502" y="393003"/>
                    <a:pt x="305252" y="300282"/>
                    <a:pt x="355595" y="282306"/>
                  </a:cubicBezTo>
                  <a:cubicBezTo>
                    <a:pt x="405030" y="264646"/>
                    <a:pt x="540650" y="204032"/>
                    <a:pt x="587025" y="175498"/>
                  </a:cubicBezTo>
                  <a:cubicBezTo>
                    <a:pt x="609762" y="161502"/>
                    <a:pt x="652823" y="133103"/>
                    <a:pt x="694454" y="105640"/>
                  </a:cubicBezTo>
                  <a:cubicBezTo>
                    <a:pt x="737299" y="77386"/>
                    <a:pt x="777768" y="50688"/>
                    <a:pt x="790569" y="43370"/>
                  </a:cubicBezTo>
                  <a:cubicBezTo>
                    <a:pt x="817104" y="28203"/>
                    <a:pt x="1054825" y="3594"/>
                    <a:pt x="1252581" y="119"/>
                  </a:cubicBezTo>
                  <a:cubicBezTo>
                    <a:pt x="1453937" y="-3535"/>
                    <a:pt x="1841888" y="77899"/>
                    <a:pt x="1845849" y="78718"/>
                  </a:cubicBezTo>
                  <a:cubicBezTo>
                    <a:pt x="1847559" y="79078"/>
                    <a:pt x="1848639" y="80752"/>
                    <a:pt x="1848279" y="82462"/>
                  </a:cubicBezTo>
                  <a:cubicBezTo>
                    <a:pt x="1847919" y="84181"/>
                    <a:pt x="1846209" y="85253"/>
                    <a:pt x="1844499" y="84901"/>
                  </a:cubicBezTo>
                  <a:cubicBezTo>
                    <a:pt x="1840628" y="84082"/>
                    <a:pt x="1453307" y="3018"/>
                    <a:pt x="1252671" y="6438"/>
                  </a:cubicBezTo>
                  <a:cubicBezTo>
                    <a:pt x="1041233" y="10138"/>
                    <a:pt x="817076" y="35503"/>
                    <a:pt x="793701" y="48861"/>
                  </a:cubicBezTo>
                  <a:cubicBezTo>
                    <a:pt x="781072" y="56071"/>
                    <a:pt x="740693" y="82714"/>
                    <a:pt x="697928" y="110915"/>
                  </a:cubicBezTo>
                  <a:cubicBezTo>
                    <a:pt x="656252" y="138405"/>
                    <a:pt x="613155" y="166830"/>
                    <a:pt x="590328" y="180881"/>
                  </a:cubicBezTo>
                  <a:cubicBezTo>
                    <a:pt x="543675" y="209586"/>
                    <a:pt x="407379" y="270515"/>
                    <a:pt x="357710" y="288256"/>
                  </a:cubicBezTo>
                  <a:cubicBezTo>
                    <a:pt x="309185" y="305584"/>
                    <a:pt x="155121" y="398557"/>
                    <a:pt x="123500" y="437199"/>
                  </a:cubicBezTo>
                  <a:lnTo>
                    <a:pt x="118513" y="443284"/>
                  </a:lnTo>
                  <a:cubicBezTo>
                    <a:pt x="86964" y="481764"/>
                    <a:pt x="3163" y="583972"/>
                    <a:pt x="6394" y="609769"/>
                  </a:cubicBezTo>
                  <a:cubicBezTo>
                    <a:pt x="8464" y="626305"/>
                    <a:pt x="52166" y="682256"/>
                    <a:pt x="84074" y="723112"/>
                  </a:cubicBezTo>
                  <a:cubicBezTo>
                    <a:pt x="106740" y="752123"/>
                    <a:pt x="124634" y="775040"/>
                    <a:pt x="127586" y="782853"/>
                  </a:cubicBezTo>
                  <a:lnTo>
                    <a:pt x="127973" y="783861"/>
                  </a:lnTo>
                  <a:cubicBezTo>
                    <a:pt x="148028" y="836950"/>
                    <a:pt x="213466" y="1015165"/>
                    <a:pt x="213466" y="1079397"/>
                  </a:cubicBezTo>
                  <a:cubicBezTo>
                    <a:pt x="213466" y="1100208"/>
                    <a:pt x="215051" y="1123575"/>
                    <a:pt x="216734" y="1148328"/>
                  </a:cubicBezTo>
                  <a:cubicBezTo>
                    <a:pt x="220569" y="1204775"/>
                    <a:pt x="224916" y="1268755"/>
                    <a:pt x="209731" y="1314319"/>
                  </a:cubicBezTo>
                  <a:cubicBezTo>
                    <a:pt x="202107" y="1337200"/>
                    <a:pt x="184915" y="1372475"/>
                    <a:pt x="166723" y="1409830"/>
                  </a:cubicBezTo>
                  <a:cubicBezTo>
                    <a:pt x="132969" y="1479113"/>
                    <a:pt x="94714" y="1557639"/>
                    <a:pt x="99206" y="1591339"/>
                  </a:cubicBezTo>
                  <a:cubicBezTo>
                    <a:pt x="106199" y="1643798"/>
                    <a:pt x="260552" y="1819591"/>
                    <a:pt x="280354" y="1839394"/>
                  </a:cubicBezTo>
                  <a:cubicBezTo>
                    <a:pt x="302624" y="1861663"/>
                    <a:pt x="367783" y="1956373"/>
                    <a:pt x="387919" y="1989930"/>
                  </a:cubicBezTo>
                  <a:cubicBezTo>
                    <a:pt x="398603" y="2007725"/>
                    <a:pt x="407325" y="2040345"/>
                    <a:pt x="415759" y="2071885"/>
                  </a:cubicBezTo>
                  <a:cubicBezTo>
                    <a:pt x="423968" y="2102552"/>
                    <a:pt x="432447" y="2134273"/>
                    <a:pt x="440990" y="2142815"/>
                  </a:cubicBezTo>
                  <a:cubicBezTo>
                    <a:pt x="458020" y="2159845"/>
                    <a:pt x="637251" y="2263773"/>
                    <a:pt x="800199" y="2313360"/>
                  </a:cubicBezTo>
                  <a:cubicBezTo>
                    <a:pt x="962833" y="2362876"/>
                    <a:pt x="1142137" y="2374784"/>
                    <a:pt x="1183632" y="2358654"/>
                  </a:cubicBezTo>
                  <a:cubicBezTo>
                    <a:pt x="1226027" y="2342173"/>
                    <a:pt x="1378147" y="2260928"/>
                    <a:pt x="1422343" y="2235131"/>
                  </a:cubicBezTo>
                  <a:cubicBezTo>
                    <a:pt x="1465549" y="2209919"/>
                    <a:pt x="1688778" y="2174076"/>
                    <a:pt x="1799402" y="2195490"/>
                  </a:cubicBezTo>
                  <a:cubicBezTo>
                    <a:pt x="1801113" y="2195823"/>
                    <a:pt x="1802193" y="2197479"/>
                    <a:pt x="1801833" y="2199189"/>
                  </a:cubicBezTo>
                  <a:cubicBezTo>
                    <a:pt x="1801563" y="2200908"/>
                    <a:pt x="1799852" y="2201979"/>
                    <a:pt x="1798143" y="2201691"/>
                  </a:cubicBezTo>
                  <a:cubicBezTo>
                    <a:pt x="1688598" y="2180467"/>
                    <a:pt x="1468159" y="2215733"/>
                    <a:pt x="1425583" y="2240577"/>
                  </a:cubicBezTo>
                  <a:cubicBezTo>
                    <a:pt x="1381208" y="2266446"/>
                    <a:pt x="1228548" y="2347961"/>
                    <a:pt x="1185972" y="2364532"/>
                  </a:cubicBezTo>
                  <a:cubicBezTo>
                    <a:pt x="1173911" y="2369212"/>
                    <a:pt x="1150778" y="2371742"/>
                    <a:pt x="1119904" y="23717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8" name="Google Shape;10778;p28"/>
            <p:cNvSpPr/>
            <p:nvPr/>
          </p:nvSpPr>
          <p:spPr>
            <a:xfrm>
              <a:off x="8324407" y="-710287"/>
              <a:ext cx="1827125" cy="2232682"/>
            </a:xfrm>
            <a:custGeom>
              <a:avLst/>
              <a:gdLst/>
              <a:ahLst/>
              <a:cxnLst/>
              <a:rect l="l" t="t" r="r" b="b"/>
              <a:pathLst>
                <a:path w="1827125" h="2232682" extrusionOk="0">
                  <a:moveTo>
                    <a:pt x="1013415" y="2232682"/>
                  </a:moveTo>
                  <a:cubicBezTo>
                    <a:pt x="950046" y="2232682"/>
                    <a:pt x="818638" y="2220485"/>
                    <a:pt x="748348" y="2191196"/>
                  </a:cubicBezTo>
                  <a:cubicBezTo>
                    <a:pt x="664601" y="2156289"/>
                    <a:pt x="430750" y="2041704"/>
                    <a:pt x="415358" y="2026303"/>
                  </a:cubicBezTo>
                  <a:cubicBezTo>
                    <a:pt x="399651" y="2010605"/>
                    <a:pt x="369938" y="1927416"/>
                    <a:pt x="369938" y="1899134"/>
                  </a:cubicBezTo>
                  <a:cubicBezTo>
                    <a:pt x="369938" y="1870853"/>
                    <a:pt x="340180" y="1804784"/>
                    <a:pt x="300710" y="1743792"/>
                  </a:cubicBezTo>
                  <a:cubicBezTo>
                    <a:pt x="283031" y="1716482"/>
                    <a:pt x="242931" y="1671773"/>
                    <a:pt x="204154" y="1628541"/>
                  </a:cubicBezTo>
                  <a:cubicBezTo>
                    <a:pt x="155764" y="1574588"/>
                    <a:pt x="110056" y="1523632"/>
                    <a:pt x="104007" y="1503010"/>
                  </a:cubicBezTo>
                  <a:cubicBezTo>
                    <a:pt x="95168" y="1472910"/>
                    <a:pt x="132937" y="1389127"/>
                    <a:pt x="157933" y="1333698"/>
                  </a:cubicBezTo>
                  <a:cubicBezTo>
                    <a:pt x="163883" y="1320502"/>
                    <a:pt x="169013" y="1309116"/>
                    <a:pt x="171930" y="1301843"/>
                  </a:cubicBezTo>
                  <a:cubicBezTo>
                    <a:pt x="183200" y="1273660"/>
                    <a:pt x="203254" y="1215422"/>
                    <a:pt x="210987" y="1142054"/>
                  </a:cubicBezTo>
                  <a:cubicBezTo>
                    <a:pt x="216099" y="1093511"/>
                    <a:pt x="202633" y="1035363"/>
                    <a:pt x="190760" y="984065"/>
                  </a:cubicBezTo>
                  <a:cubicBezTo>
                    <a:pt x="186188" y="964289"/>
                    <a:pt x="181859" y="945612"/>
                    <a:pt x="178888" y="928762"/>
                  </a:cubicBezTo>
                  <a:cubicBezTo>
                    <a:pt x="159464" y="818686"/>
                    <a:pt x="139166" y="744211"/>
                    <a:pt x="118553" y="707387"/>
                  </a:cubicBezTo>
                  <a:cubicBezTo>
                    <a:pt x="110290" y="692616"/>
                    <a:pt x="95906" y="670590"/>
                    <a:pt x="80685" y="647259"/>
                  </a:cubicBezTo>
                  <a:cubicBezTo>
                    <a:pt x="40567" y="585781"/>
                    <a:pt x="-4916" y="516103"/>
                    <a:pt x="430" y="492034"/>
                  </a:cubicBezTo>
                  <a:cubicBezTo>
                    <a:pt x="7983" y="458063"/>
                    <a:pt x="182948" y="308571"/>
                    <a:pt x="241005" y="272288"/>
                  </a:cubicBezTo>
                  <a:cubicBezTo>
                    <a:pt x="277919" y="249209"/>
                    <a:pt x="351665" y="218830"/>
                    <a:pt x="410920" y="194409"/>
                  </a:cubicBezTo>
                  <a:cubicBezTo>
                    <a:pt x="443883" y="180827"/>
                    <a:pt x="472353" y="169098"/>
                    <a:pt x="487566" y="161483"/>
                  </a:cubicBezTo>
                  <a:cubicBezTo>
                    <a:pt x="530249" y="140141"/>
                    <a:pt x="623592" y="82660"/>
                    <a:pt x="665699" y="54324"/>
                  </a:cubicBezTo>
                  <a:cubicBezTo>
                    <a:pt x="704494" y="28212"/>
                    <a:pt x="766224" y="12253"/>
                    <a:pt x="859945" y="4097"/>
                  </a:cubicBezTo>
                  <a:cubicBezTo>
                    <a:pt x="940775" y="-2941"/>
                    <a:pt x="1144922" y="470"/>
                    <a:pt x="1206670" y="4097"/>
                  </a:cubicBezTo>
                  <a:cubicBezTo>
                    <a:pt x="1266888" y="7644"/>
                    <a:pt x="1701555" y="103597"/>
                    <a:pt x="1720008" y="107683"/>
                  </a:cubicBezTo>
                  <a:cubicBezTo>
                    <a:pt x="1721717" y="108061"/>
                    <a:pt x="1722798" y="109744"/>
                    <a:pt x="1722438" y="111455"/>
                  </a:cubicBezTo>
                  <a:cubicBezTo>
                    <a:pt x="1721988" y="113156"/>
                    <a:pt x="1720277" y="114236"/>
                    <a:pt x="1718657" y="113858"/>
                  </a:cubicBezTo>
                  <a:cubicBezTo>
                    <a:pt x="1714157" y="112859"/>
                    <a:pt x="1265988" y="13927"/>
                    <a:pt x="1206310" y="10407"/>
                  </a:cubicBezTo>
                  <a:cubicBezTo>
                    <a:pt x="1144742" y="6780"/>
                    <a:pt x="941045" y="3386"/>
                    <a:pt x="860484" y="10407"/>
                  </a:cubicBezTo>
                  <a:cubicBezTo>
                    <a:pt x="767889" y="18463"/>
                    <a:pt x="707114" y="34089"/>
                    <a:pt x="669245" y="59581"/>
                  </a:cubicBezTo>
                  <a:cubicBezTo>
                    <a:pt x="627012" y="88016"/>
                    <a:pt x="533300" y="145704"/>
                    <a:pt x="490410" y="167145"/>
                  </a:cubicBezTo>
                  <a:cubicBezTo>
                    <a:pt x="474991" y="174859"/>
                    <a:pt x="446421" y="186623"/>
                    <a:pt x="413351" y="200260"/>
                  </a:cubicBezTo>
                  <a:cubicBezTo>
                    <a:pt x="354312" y="224590"/>
                    <a:pt x="280844" y="254861"/>
                    <a:pt x="244372" y="277652"/>
                  </a:cubicBezTo>
                  <a:cubicBezTo>
                    <a:pt x="184973" y="314782"/>
                    <a:pt x="13203" y="463761"/>
                    <a:pt x="6624" y="493411"/>
                  </a:cubicBezTo>
                  <a:cubicBezTo>
                    <a:pt x="1853" y="514879"/>
                    <a:pt x="50486" y="589399"/>
                    <a:pt x="85996" y="643811"/>
                  </a:cubicBezTo>
                  <a:cubicBezTo>
                    <a:pt x="101946" y="668241"/>
                    <a:pt x="115717" y="689348"/>
                    <a:pt x="124089" y="704299"/>
                  </a:cubicBezTo>
                  <a:cubicBezTo>
                    <a:pt x="145043" y="741744"/>
                    <a:pt x="165576" y="816895"/>
                    <a:pt x="185126" y="927664"/>
                  </a:cubicBezTo>
                  <a:cubicBezTo>
                    <a:pt x="188079" y="944361"/>
                    <a:pt x="192380" y="962948"/>
                    <a:pt x="196936" y="982643"/>
                  </a:cubicBezTo>
                  <a:cubicBezTo>
                    <a:pt x="208916" y="1034427"/>
                    <a:pt x="222498" y="1093115"/>
                    <a:pt x="217278" y="1142720"/>
                  </a:cubicBezTo>
                  <a:cubicBezTo>
                    <a:pt x="209474" y="1216845"/>
                    <a:pt x="189194" y="1275703"/>
                    <a:pt x="177808" y="1304183"/>
                  </a:cubicBezTo>
                  <a:cubicBezTo>
                    <a:pt x="174855" y="1311582"/>
                    <a:pt x="169689" y="1323032"/>
                    <a:pt x="163712" y="1336290"/>
                  </a:cubicBezTo>
                  <a:cubicBezTo>
                    <a:pt x="140597" y="1387561"/>
                    <a:pt x="101910" y="1473369"/>
                    <a:pt x="110083" y="1501228"/>
                  </a:cubicBezTo>
                  <a:cubicBezTo>
                    <a:pt x="115736" y="1520473"/>
                    <a:pt x="163082" y="1573264"/>
                    <a:pt x="208871" y="1624319"/>
                  </a:cubicBezTo>
                  <a:cubicBezTo>
                    <a:pt x="247820" y="1667732"/>
                    <a:pt x="288090" y="1712630"/>
                    <a:pt x="306030" y="1740362"/>
                  </a:cubicBezTo>
                  <a:cubicBezTo>
                    <a:pt x="346067" y="1802245"/>
                    <a:pt x="376266" y="1870510"/>
                    <a:pt x="376266" y="1899134"/>
                  </a:cubicBezTo>
                  <a:cubicBezTo>
                    <a:pt x="376266" y="1927758"/>
                    <a:pt x="406330" y="2008337"/>
                    <a:pt x="419832" y="2021829"/>
                  </a:cubicBezTo>
                  <a:cubicBezTo>
                    <a:pt x="433370" y="2035367"/>
                    <a:pt x="662252" y="2148458"/>
                    <a:pt x="750787" y="2185354"/>
                  </a:cubicBezTo>
                  <a:cubicBezTo>
                    <a:pt x="837081" y="2221314"/>
                    <a:pt x="1016025" y="2231332"/>
                    <a:pt x="1044289" y="2224464"/>
                  </a:cubicBezTo>
                  <a:cubicBezTo>
                    <a:pt x="1072373" y="2217632"/>
                    <a:pt x="1229983" y="2125055"/>
                    <a:pt x="1274449" y="2092903"/>
                  </a:cubicBezTo>
                  <a:cubicBezTo>
                    <a:pt x="1306223" y="2069896"/>
                    <a:pt x="1384083" y="2015097"/>
                    <a:pt x="1419638" y="2003224"/>
                  </a:cubicBezTo>
                  <a:cubicBezTo>
                    <a:pt x="1451862" y="1992503"/>
                    <a:pt x="1808669" y="1975239"/>
                    <a:pt x="1823881" y="1974519"/>
                  </a:cubicBezTo>
                  <a:cubicBezTo>
                    <a:pt x="1825861" y="1974393"/>
                    <a:pt x="1827122" y="1975770"/>
                    <a:pt x="1827122" y="1977517"/>
                  </a:cubicBezTo>
                  <a:cubicBezTo>
                    <a:pt x="1827211" y="1979263"/>
                    <a:pt x="1825861" y="1980748"/>
                    <a:pt x="1824151" y="1980820"/>
                  </a:cubicBezTo>
                  <a:cubicBezTo>
                    <a:pt x="1820460" y="1981000"/>
                    <a:pt x="1453032" y="1998768"/>
                    <a:pt x="1421618" y="2009219"/>
                  </a:cubicBezTo>
                  <a:cubicBezTo>
                    <a:pt x="1386873" y="2020812"/>
                    <a:pt x="1309734" y="2075188"/>
                    <a:pt x="1278139" y="2098024"/>
                  </a:cubicBezTo>
                  <a:cubicBezTo>
                    <a:pt x="1232233" y="2131257"/>
                    <a:pt x="1075163" y="2223456"/>
                    <a:pt x="1045729" y="2230612"/>
                  </a:cubicBezTo>
                  <a:cubicBezTo>
                    <a:pt x="1040149" y="2231962"/>
                    <a:pt x="1028807" y="2232682"/>
                    <a:pt x="1013415" y="2232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9" name="Google Shape;10779;p28"/>
            <p:cNvSpPr/>
            <p:nvPr/>
          </p:nvSpPr>
          <p:spPr>
            <a:xfrm>
              <a:off x="8649582" y="-562638"/>
              <a:ext cx="1405601" cy="1172816"/>
            </a:xfrm>
            <a:custGeom>
              <a:avLst/>
              <a:gdLst/>
              <a:ahLst/>
              <a:cxnLst/>
              <a:rect l="l" t="t" r="r" b="b"/>
              <a:pathLst>
                <a:path w="1405601" h="1172816" extrusionOk="0">
                  <a:moveTo>
                    <a:pt x="1323903" y="1172808"/>
                  </a:moveTo>
                  <a:cubicBezTo>
                    <a:pt x="1323273" y="1172808"/>
                    <a:pt x="1322553" y="1172583"/>
                    <a:pt x="1321923" y="1172115"/>
                  </a:cubicBezTo>
                  <a:cubicBezTo>
                    <a:pt x="1319582" y="1170198"/>
                    <a:pt x="1083031" y="980246"/>
                    <a:pt x="1025424" y="969543"/>
                  </a:cubicBezTo>
                  <a:cubicBezTo>
                    <a:pt x="995089" y="963908"/>
                    <a:pt x="895267" y="944016"/>
                    <a:pt x="885635" y="924762"/>
                  </a:cubicBezTo>
                  <a:cubicBezTo>
                    <a:pt x="882575" y="918705"/>
                    <a:pt x="882215" y="893888"/>
                    <a:pt x="881765" y="850530"/>
                  </a:cubicBezTo>
                  <a:cubicBezTo>
                    <a:pt x="881315" y="802877"/>
                    <a:pt x="880685" y="730868"/>
                    <a:pt x="871864" y="722119"/>
                  </a:cubicBezTo>
                  <a:cubicBezTo>
                    <a:pt x="857012" y="707240"/>
                    <a:pt x="748098" y="687266"/>
                    <a:pt x="720553" y="694386"/>
                  </a:cubicBezTo>
                  <a:cubicBezTo>
                    <a:pt x="711102" y="696825"/>
                    <a:pt x="678698" y="708608"/>
                    <a:pt x="641164" y="722263"/>
                  </a:cubicBezTo>
                  <a:cubicBezTo>
                    <a:pt x="565824" y="749644"/>
                    <a:pt x="472130" y="783732"/>
                    <a:pt x="452931" y="783732"/>
                  </a:cubicBezTo>
                  <a:cubicBezTo>
                    <a:pt x="449465" y="783732"/>
                    <a:pt x="443299" y="783840"/>
                    <a:pt x="435099" y="783975"/>
                  </a:cubicBezTo>
                  <a:cubicBezTo>
                    <a:pt x="330055" y="785775"/>
                    <a:pt x="206838" y="785244"/>
                    <a:pt x="186541" y="764955"/>
                  </a:cubicBezTo>
                  <a:cubicBezTo>
                    <a:pt x="181734" y="760149"/>
                    <a:pt x="173867" y="752552"/>
                    <a:pt x="164218" y="743226"/>
                  </a:cubicBezTo>
                  <a:cubicBezTo>
                    <a:pt x="122002" y="702442"/>
                    <a:pt x="51361" y="634177"/>
                    <a:pt x="39596" y="610639"/>
                  </a:cubicBezTo>
                  <a:cubicBezTo>
                    <a:pt x="24798" y="581034"/>
                    <a:pt x="0" y="452749"/>
                    <a:pt x="0" y="405754"/>
                  </a:cubicBezTo>
                  <a:cubicBezTo>
                    <a:pt x="0" y="358759"/>
                    <a:pt x="35716" y="254498"/>
                    <a:pt x="54466" y="235749"/>
                  </a:cubicBezTo>
                  <a:cubicBezTo>
                    <a:pt x="65574" y="224641"/>
                    <a:pt x="114423" y="196450"/>
                    <a:pt x="161652" y="169194"/>
                  </a:cubicBezTo>
                  <a:cubicBezTo>
                    <a:pt x="190645" y="152461"/>
                    <a:pt x="218026" y="136655"/>
                    <a:pt x="230377" y="128284"/>
                  </a:cubicBezTo>
                  <a:cubicBezTo>
                    <a:pt x="239926" y="121812"/>
                    <a:pt x="257632" y="110470"/>
                    <a:pt x="278128" y="97338"/>
                  </a:cubicBezTo>
                  <a:cubicBezTo>
                    <a:pt x="324700" y="67508"/>
                    <a:pt x="388473" y="26669"/>
                    <a:pt x="400706" y="14428"/>
                  </a:cubicBezTo>
                  <a:cubicBezTo>
                    <a:pt x="420463" y="-5357"/>
                    <a:pt x="623971" y="62"/>
                    <a:pt x="646024" y="2816"/>
                  </a:cubicBezTo>
                  <a:cubicBezTo>
                    <a:pt x="657005" y="4184"/>
                    <a:pt x="691840" y="6120"/>
                    <a:pt x="732255" y="8352"/>
                  </a:cubicBezTo>
                  <a:cubicBezTo>
                    <a:pt x="796074" y="11889"/>
                    <a:pt x="875464" y="16282"/>
                    <a:pt x="899677" y="20693"/>
                  </a:cubicBezTo>
                  <a:cubicBezTo>
                    <a:pt x="938653" y="27786"/>
                    <a:pt x="1384391" y="164883"/>
                    <a:pt x="1403384" y="170715"/>
                  </a:cubicBezTo>
                  <a:cubicBezTo>
                    <a:pt x="1405004" y="171228"/>
                    <a:pt x="1405993" y="172993"/>
                    <a:pt x="1405454" y="174667"/>
                  </a:cubicBezTo>
                  <a:cubicBezTo>
                    <a:pt x="1404914" y="176323"/>
                    <a:pt x="1403203" y="177277"/>
                    <a:pt x="1401493" y="176755"/>
                  </a:cubicBezTo>
                  <a:cubicBezTo>
                    <a:pt x="1396903" y="175333"/>
                    <a:pt x="937212" y="33942"/>
                    <a:pt x="898507" y="26921"/>
                  </a:cubicBezTo>
                  <a:cubicBezTo>
                    <a:pt x="874744" y="22583"/>
                    <a:pt x="795534" y="18199"/>
                    <a:pt x="731895" y="14671"/>
                  </a:cubicBezTo>
                  <a:cubicBezTo>
                    <a:pt x="691390" y="12430"/>
                    <a:pt x="656466" y="10503"/>
                    <a:pt x="645304" y="9099"/>
                  </a:cubicBezTo>
                  <a:cubicBezTo>
                    <a:pt x="616320" y="5472"/>
                    <a:pt x="421346" y="2726"/>
                    <a:pt x="405180" y="18901"/>
                  </a:cubicBezTo>
                  <a:cubicBezTo>
                    <a:pt x="392470" y="31620"/>
                    <a:pt x="330955" y="71009"/>
                    <a:pt x="281539" y="102657"/>
                  </a:cubicBezTo>
                  <a:cubicBezTo>
                    <a:pt x="261079" y="115763"/>
                    <a:pt x="243401" y="127087"/>
                    <a:pt x="233923" y="133513"/>
                  </a:cubicBezTo>
                  <a:cubicBezTo>
                    <a:pt x="221393" y="142011"/>
                    <a:pt x="193903" y="157871"/>
                    <a:pt x="164821" y="174667"/>
                  </a:cubicBezTo>
                  <a:cubicBezTo>
                    <a:pt x="120121" y="200464"/>
                    <a:pt x="69462" y="229700"/>
                    <a:pt x="58940" y="240223"/>
                  </a:cubicBezTo>
                  <a:cubicBezTo>
                    <a:pt x="41280" y="257883"/>
                    <a:pt x="6319" y="361468"/>
                    <a:pt x="6319" y="405763"/>
                  </a:cubicBezTo>
                  <a:cubicBezTo>
                    <a:pt x="6319" y="450058"/>
                    <a:pt x="31063" y="579441"/>
                    <a:pt x="45249" y="607822"/>
                  </a:cubicBezTo>
                  <a:cubicBezTo>
                    <a:pt x="56537" y="630388"/>
                    <a:pt x="129446" y="700840"/>
                    <a:pt x="168610" y="738690"/>
                  </a:cubicBezTo>
                  <a:cubicBezTo>
                    <a:pt x="178295" y="748042"/>
                    <a:pt x="186180" y="755666"/>
                    <a:pt x="191005" y="760491"/>
                  </a:cubicBezTo>
                  <a:cubicBezTo>
                    <a:pt x="211996" y="781481"/>
                    <a:pt x="379841" y="778619"/>
                    <a:pt x="434991" y="777656"/>
                  </a:cubicBezTo>
                  <a:cubicBezTo>
                    <a:pt x="443236" y="777512"/>
                    <a:pt x="449438" y="777413"/>
                    <a:pt x="452921" y="777413"/>
                  </a:cubicBezTo>
                  <a:cubicBezTo>
                    <a:pt x="471014" y="777413"/>
                    <a:pt x="568074" y="742110"/>
                    <a:pt x="639003" y="716322"/>
                  </a:cubicBezTo>
                  <a:cubicBezTo>
                    <a:pt x="678248" y="702055"/>
                    <a:pt x="709212" y="690786"/>
                    <a:pt x="719024" y="688265"/>
                  </a:cubicBezTo>
                  <a:cubicBezTo>
                    <a:pt x="745847" y="681361"/>
                    <a:pt x="858902" y="700147"/>
                    <a:pt x="876364" y="717654"/>
                  </a:cubicBezTo>
                  <a:cubicBezTo>
                    <a:pt x="886175" y="727466"/>
                    <a:pt x="887436" y="778889"/>
                    <a:pt x="888066" y="850476"/>
                  </a:cubicBezTo>
                  <a:cubicBezTo>
                    <a:pt x="888425" y="883132"/>
                    <a:pt x="888696" y="916895"/>
                    <a:pt x="891216" y="921936"/>
                  </a:cubicBezTo>
                  <a:cubicBezTo>
                    <a:pt x="896526" y="932503"/>
                    <a:pt x="952154" y="949525"/>
                    <a:pt x="1026594" y="963332"/>
                  </a:cubicBezTo>
                  <a:cubicBezTo>
                    <a:pt x="1085732" y="974314"/>
                    <a:pt x="1316162" y="1159324"/>
                    <a:pt x="1325883" y="1167191"/>
                  </a:cubicBezTo>
                  <a:cubicBezTo>
                    <a:pt x="1327233" y="1168280"/>
                    <a:pt x="1327504" y="1170279"/>
                    <a:pt x="1326333" y="1171638"/>
                  </a:cubicBezTo>
                  <a:cubicBezTo>
                    <a:pt x="1325793" y="1172412"/>
                    <a:pt x="1324803" y="1172817"/>
                    <a:pt x="1323903" y="1172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0" name="Google Shape;10780;p28"/>
            <p:cNvSpPr/>
            <p:nvPr/>
          </p:nvSpPr>
          <p:spPr>
            <a:xfrm>
              <a:off x="8438577" y="-645531"/>
              <a:ext cx="1688018" cy="2082396"/>
            </a:xfrm>
            <a:custGeom>
              <a:avLst/>
              <a:gdLst/>
              <a:ahLst/>
              <a:cxnLst/>
              <a:rect l="l" t="t" r="r" b="b"/>
              <a:pathLst>
                <a:path w="1688018" h="2082396" extrusionOk="0">
                  <a:moveTo>
                    <a:pt x="883313" y="2082396"/>
                  </a:moveTo>
                  <a:cubicBezTo>
                    <a:pt x="817694" y="2082396"/>
                    <a:pt x="624034" y="2029118"/>
                    <a:pt x="594311" y="2008308"/>
                  </a:cubicBezTo>
                  <a:cubicBezTo>
                    <a:pt x="577317" y="1996408"/>
                    <a:pt x="526560" y="1972582"/>
                    <a:pt x="477476" y="1949539"/>
                  </a:cubicBezTo>
                  <a:cubicBezTo>
                    <a:pt x="422974" y="1923949"/>
                    <a:pt x="371496" y="1899789"/>
                    <a:pt x="361866" y="1890158"/>
                  </a:cubicBezTo>
                  <a:cubicBezTo>
                    <a:pt x="342711" y="1871004"/>
                    <a:pt x="314537" y="1763080"/>
                    <a:pt x="314537" y="1738002"/>
                  </a:cubicBezTo>
                  <a:cubicBezTo>
                    <a:pt x="314537" y="1710747"/>
                    <a:pt x="296174" y="1610293"/>
                    <a:pt x="269054" y="1583173"/>
                  </a:cubicBezTo>
                  <a:cubicBezTo>
                    <a:pt x="258163" y="1572291"/>
                    <a:pt x="231411" y="1548752"/>
                    <a:pt x="203076" y="1523828"/>
                  </a:cubicBezTo>
                  <a:cubicBezTo>
                    <a:pt x="156062" y="1482477"/>
                    <a:pt x="102775" y="1435598"/>
                    <a:pt x="93747" y="1422061"/>
                  </a:cubicBezTo>
                  <a:cubicBezTo>
                    <a:pt x="77932" y="1398343"/>
                    <a:pt x="120301" y="1301148"/>
                    <a:pt x="136386" y="1268969"/>
                  </a:cubicBezTo>
                  <a:cubicBezTo>
                    <a:pt x="153740" y="1234269"/>
                    <a:pt x="200303" y="1038097"/>
                    <a:pt x="200303" y="988384"/>
                  </a:cubicBezTo>
                  <a:cubicBezTo>
                    <a:pt x="200303" y="938670"/>
                    <a:pt x="111479" y="683055"/>
                    <a:pt x="93432" y="636132"/>
                  </a:cubicBezTo>
                  <a:cubicBezTo>
                    <a:pt x="86744" y="618750"/>
                    <a:pt x="70812" y="591009"/>
                    <a:pt x="53935" y="561647"/>
                  </a:cubicBezTo>
                  <a:cubicBezTo>
                    <a:pt x="25338" y="511879"/>
                    <a:pt x="-4240" y="460419"/>
                    <a:pt x="504" y="441463"/>
                  </a:cubicBezTo>
                  <a:cubicBezTo>
                    <a:pt x="8398" y="409905"/>
                    <a:pt x="129113" y="314276"/>
                    <a:pt x="166018" y="289676"/>
                  </a:cubicBezTo>
                  <a:cubicBezTo>
                    <a:pt x="208665" y="261241"/>
                    <a:pt x="305419" y="203886"/>
                    <a:pt x="337571" y="186018"/>
                  </a:cubicBezTo>
                  <a:cubicBezTo>
                    <a:pt x="368490" y="168844"/>
                    <a:pt x="553275" y="62954"/>
                    <a:pt x="572466" y="43764"/>
                  </a:cubicBezTo>
                  <a:cubicBezTo>
                    <a:pt x="593799" y="22431"/>
                    <a:pt x="716160" y="0"/>
                    <a:pt x="760266" y="0"/>
                  </a:cubicBezTo>
                  <a:cubicBezTo>
                    <a:pt x="808333" y="0"/>
                    <a:pt x="964773" y="3646"/>
                    <a:pt x="1049745" y="10720"/>
                  </a:cubicBezTo>
                  <a:cubicBezTo>
                    <a:pt x="1134626" y="17795"/>
                    <a:pt x="1612858" y="123946"/>
                    <a:pt x="1617719" y="125017"/>
                  </a:cubicBezTo>
                  <a:cubicBezTo>
                    <a:pt x="1619429" y="125405"/>
                    <a:pt x="1620509" y="127088"/>
                    <a:pt x="1620059" y="128789"/>
                  </a:cubicBezTo>
                  <a:cubicBezTo>
                    <a:pt x="1619699" y="130490"/>
                    <a:pt x="1618079" y="131570"/>
                    <a:pt x="1616369" y="131192"/>
                  </a:cubicBezTo>
                  <a:cubicBezTo>
                    <a:pt x="1611508" y="130121"/>
                    <a:pt x="1133635" y="24060"/>
                    <a:pt x="1049204" y="17021"/>
                  </a:cubicBezTo>
                  <a:cubicBezTo>
                    <a:pt x="964413" y="9964"/>
                    <a:pt x="808333" y="6328"/>
                    <a:pt x="760266" y="6328"/>
                  </a:cubicBezTo>
                  <a:cubicBezTo>
                    <a:pt x="712335" y="6328"/>
                    <a:pt x="595788" y="29380"/>
                    <a:pt x="576930" y="48237"/>
                  </a:cubicBezTo>
                  <a:cubicBezTo>
                    <a:pt x="556075" y="69093"/>
                    <a:pt x="361001" y="180240"/>
                    <a:pt x="340641" y="191554"/>
                  </a:cubicBezTo>
                  <a:cubicBezTo>
                    <a:pt x="308551" y="209376"/>
                    <a:pt x="212049" y="266588"/>
                    <a:pt x="169519" y="294933"/>
                  </a:cubicBezTo>
                  <a:cubicBezTo>
                    <a:pt x="125719" y="324133"/>
                    <a:pt x="13348" y="416125"/>
                    <a:pt x="6634" y="442993"/>
                  </a:cubicBezTo>
                  <a:cubicBezTo>
                    <a:pt x="2511" y="459474"/>
                    <a:pt x="34060" y="514382"/>
                    <a:pt x="59407" y="558496"/>
                  </a:cubicBezTo>
                  <a:cubicBezTo>
                    <a:pt x="76401" y="588074"/>
                    <a:pt x="92459" y="616014"/>
                    <a:pt x="99327" y="633854"/>
                  </a:cubicBezTo>
                  <a:cubicBezTo>
                    <a:pt x="117447" y="680966"/>
                    <a:pt x="206622" y="938184"/>
                    <a:pt x="206622" y="988375"/>
                  </a:cubicBezTo>
                  <a:cubicBezTo>
                    <a:pt x="206622" y="1038565"/>
                    <a:pt x="160284" y="1235304"/>
                    <a:pt x="142038" y="1271786"/>
                  </a:cubicBezTo>
                  <a:cubicBezTo>
                    <a:pt x="120985" y="1313894"/>
                    <a:pt x="86753" y="1400161"/>
                    <a:pt x="99004" y="1418550"/>
                  </a:cubicBezTo>
                  <a:cubicBezTo>
                    <a:pt x="107572" y="1431395"/>
                    <a:pt x="162840" y="1480019"/>
                    <a:pt x="207252" y="1519075"/>
                  </a:cubicBezTo>
                  <a:cubicBezTo>
                    <a:pt x="236892" y="1545152"/>
                    <a:pt x="262483" y="1567664"/>
                    <a:pt x="273519" y="1578699"/>
                  </a:cubicBezTo>
                  <a:cubicBezTo>
                    <a:pt x="303619" y="1608808"/>
                    <a:pt x="320856" y="1714032"/>
                    <a:pt x="320856" y="1738002"/>
                  </a:cubicBezTo>
                  <a:cubicBezTo>
                    <a:pt x="320856" y="1761972"/>
                    <a:pt x="349056" y="1868411"/>
                    <a:pt x="366330" y="1885685"/>
                  </a:cubicBezTo>
                  <a:cubicBezTo>
                    <a:pt x="375169" y="1894524"/>
                    <a:pt x="428545" y="1919583"/>
                    <a:pt x="480159" y="1943814"/>
                  </a:cubicBezTo>
                  <a:cubicBezTo>
                    <a:pt x="529477" y="1966974"/>
                    <a:pt x="580486" y="1990917"/>
                    <a:pt x="597930" y="2003132"/>
                  </a:cubicBezTo>
                  <a:cubicBezTo>
                    <a:pt x="633133" y="2027768"/>
                    <a:pt x="867921" y="2087734"/>
                    <a:pt x="898254" y="2074223"/>
                  </a:cubicBezTo>
                  <a:cubicBezTo>
                    <a:pt x="902395" y="2072369"/>
                    <a:pt x="907526" y="2070218"/>
                    <a:pt x="913197" y="2067797"/>
                  </a:cubicBezTo>
                  <a:cubicBezTo>
                    <a:pt x="950011" y="2052179"/>
                    <a:pt x="1018420" y="2023106"/>
                    <a:pt x="1039663" y="1989747"/>
                  </a:cubicBezTo>
                  <a:cubicBezTo>
                    <a:pt x="1064956" y="1949935"/>
                    <a:pt x="1263162" y="1838293"/>
                    <a:pt x="1294486" y="1824359"/>
                  </a:cubicBezTo>
                  <a:cubicBezTo>
                    <a:pt x="1326891" y="1809967"/>
                    <a:pt x="1670286" y="1813216"/>
                    <a:pt x="1684868" y="1813378"/>
                  </a:cubicBezTo>
                  <a:cubicBezTo>
                    <a:pt x="1686668" y="1813396"/>
                    <a:pt x="1688018" y="1814818"/>
                    <a:pt x="1688018" y="1816564"/>
                  </a:cubicBezTo>
                  <a:cubicBezTo>
                    <a:pt x="1688018" y="1818302"/>
                    <a:pt x="1686578" y="1819697"/>
                    <a:pt x="1684868" y="1819697"/>
                  </a:cubicBezTo>
                  <a:lnTo>
                    <a:pt x="1684868" y="1819697"/>
                  </a:lnTo>
                  <a:cubicBezTo>
                    <a:pt x="1561641" y="1818491"/>
                    <a:pt x="1321940" y="1819058"/>
                    <a:pt x="1297097" y="1830129"/>
                  </a:cubicBezTo>
                  <a:cubicBezTo>
                    <a:pt x="1265953" y="1843946"/>
                    <a:pt x="1069817" y="1954201"/>
                    <a:pt x="1044973" y="1993141"/>
                  </a:cubicBezTo>
                  <a:cubicBezTo>
                    <a:pt x="1022741" y="2028155"/>
                    <a:pt x="955682" y="2056617"/>
                    <a:pt x="915717" y="2073611"/>
                  </a:cubicBezTo>
                  <a:cubicBezTo>
                    <a:pt x="910046" y="2076024"/>
                    <a:pt x="905005" y="2078166"/>
                    <a:pt x="900865" y="2080002"/>
                  </a:cubicBezTo>
                  <a:cubicBezTo>
                    <a:pt x="897084" y="2081640"/>
                    <a:pt x="891144" y="2082396"/>
                    <a:pt x="883313" y="208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1" name="Google Shape;10781;p28"/>
            <p:cNvSpPr/>
            <p:nvPr/>
          </p:nvSpPr>
          <p:spPr>
            <a:xfrm>
              <a:off x="8640821" y="397318"/>
              <a:ext cx="1054886" cy="956898"/>
            </a:xfrm>
            <a:custGeom>
              <a:avLst/>
              <a:gdLst/>
              <a:ahLst/>
              <a:cxnLst/>
              <a:rect l="l" t="t" r="r" b="b"/>
              <a:pathLst>
                <a:path w="1054886" h="956898" extrusionOk="0">
                  <a:moveTo>
                    <a:pt x="665677" y="956899"/>
                  </a:moveTo>
                  <a:cubicBezTo>
                    <a:pt x="633992" y="956899"/>
                    <a:pt x="531738" y="911127"/>
                    <a:pt x="372535" y="834888"/>
                  </a:cubicBezTo>
                  <a:cubicBezTo>
                    <a:pt x="331903" y="815427"/>
                    <a:pt x="299815" y="800062"/>
                    <a:pt x="293054" y="798127"/>
                  </a:cubicBezTo>
                  <a:cubicBezTo>
                    <a:pt x="266870" y="790656"/>
                    <a:pt x="191098" y="678609"/>
                    <a:pt x="184113" y="660589"/>
                  </a:cubicBezTo>
                  <a:cubicBezTo>
                    <a:pt x="181431" y="653685"/>
                    <a:pt x="180278" y="633756"/>
                    <a:pt x="178802" y="608517"/>
                  </a:cubicBezTo>
                  <a:cubicBezTo>
                    <a:pt x="176399" y="567345"/>
                    <a:pt x="173105" y="510962"/>
                    <a:pt x="161403" y="499261"/>
                  </a:cubicBezTo>
                  <a:cubicBezTo>
                    <a:pt x="156219" y="494076"/>
                    <a:pt x="147766" y="484211"/>
                    <a:pt x="137073" y="471708"/>
                  </a:cubicBezTo>
                  <a:cubicBezTo>
                    <a:pt x="107360" y="436990"/>
                    <a:pt x="62445" y="384523"/>
                    <a:pt x="39482" y="376872"/>
                  </a:cubicBezTo>
                  <a:cubicBezTo>
                    <a:pt x="4377" y="365170"/>
                    <a:pt x="-5497" y="280676"/>
                    <a:pt x="2721" y="241161"/>
                  </a:cubicBezTo>
                  <a:cubicBezTo>
                    <a:pt x="10894" y="201834"/>
                    <a:pt x="122266" y="12873"/>
                    <a:pt x="127001" y="4853"/>
                  </a:cubicBezTo>
                  <a:cubicBezTo>
                    <a:pt x="127288" y="4358"/>
                    <a:pt x="127703" y="3962"/>
                    <a:pt x="128207" y="3682"/>
                  </a:cubicBezTo>
                  <a:cubicBezTo>
                    <a:pt x="146551" y="-6354"/>
                    <a:pt x="165993" y="6032"/>
                    <a:pt x="184806" y="18021"/>
                  </a:cubicBezTo>
                  <a:cubicBezTo>
                    <a:pt x="200919" y="28292"/>
                    <a:pt x="216166" y="37986"/>
                    <a:pt x="228255" y="31937"/>
                  </a:cubicBezTo>
                  <a:cubicBezTo>
                    <a:pt x="258085" y="17031"/>
                    <a:pt x="330553" y="20524"/>
                    <a:pt x="365766" y="55727"/>
                  </a:cubicBezTo>
                  <a:cubicBezTo>
                    <a:pt x="400979" y="90931"/>
                    <a:pt x="436101" y="126062"/>
                    <a:pt x="444059" y="177054"/>
                  </a:cubicBezTo>
                  <a:cubicBezTo>
                    <a:pt x="448874" y="207937"/>
                    <a:pt x="554062" y="263808"/>
                    <a:pt x="630842" y="304601"/>
                  </a:cubicBezTo>
                  <a:cubicBezTo>
                    <a:pt x="675398" y="328256"/>
                    <a:pt x="710592" y="346943"/>
                    <a:pt x="720943" y="357276"/>
                  </a:cubicBezTo>
                  <a:cubicBezTo>
                    <a:pt x="749117" y="385476"/>
                    <a:pt x="867213" y="428223"/>
                    <a:pt x="930041" y="442175"/>
                  </a:cubicBezTo>
                  <a:cubicBezTo>
                    <a:pt x="996830" y="457009"/>
                    <a:pt x="1043366" y="520449"/>
                    <a:pt x="1053717" y="558650"/>
                  </a:cubicBezTo>
                  <a:cubicBezTo>
                    <a:pt x="1060558" y="583602"/>
                    <a:pt x="1036165" y="617491"/>
                    <a:pt x="1012582" y="650255"/>
                  </a:cubicBezTo>
                  <a:cubicBezTo>
                    <a:pt x="997280" y="671444"/>
                    <a:pt x="982878" y="691445"/>
                    <a:pt x="978738" y="706675"/>
                  </a:cubicBezTo>
                  <a:cubicBezTo>
                    <a:pt x="972526" y="729538"/>
                    <a:pt x="937242" y="757387"/>
                    <a:pt x="903128" y="784319"/>
                  </a:cubicBezTo>
                  <a:cubicBezTo>
                    <a:pt x="876934" y="804923"/>
                    <a:pt x="850021" y="826219"/>
                    <a:pt x="839219" y="843178"/>
                  </a:cubicBezTo>
                  <a:cubicBezTo>
                    <a:pt x="823287" y="868201"/>
                    <a:pt x="771350" y="897086"/>
                    <a:pt x="729585" y="920291"/>
                  </a:cubicBezTo>
                  <a:cubicBezTo>
                    <a:pt x="704291" y="934378"/>
                    <a:pt x="682419" y="946547"/>
                    <a:pt x="674587" y="954378"/>
                  </a:cubicBezTo>
                  <a:cubicBezTo>
                    <a:pt x="672878" y="956053"/>
                    <a:pt x="669907" y="956881"/>
                    <a:pt x="665677" y="956881"/>
                  </a:cubicBezTo>
                  <a:close/>
                  <a:moveTo>
                    <a:pt x="131987" y="8849"/>
                  </a:moveTo>
                  <a:cubicBezTo>
                    <a:pt x="124039" y="22360"/>
                    <a:pt x="16619" y="205381"/>
                    <a:pt x="8905" y="242457"/>
                  </a:cubicBezTo>
                  <a:cubicBezTo>
                    <a:pt x="1182" y="279614"/>
                    <a:pt x="11138" y="360777"/>
                    <a:pt x="41481" y="370886"/>
                  </a:cubicBezTo>
                  <a:cubicBezTo>
                    <a:pt x="66099" y="379104"/>
                    <a:pt x="111699" y="432364"/>
                    <a:pt x="141870" y="467612"/>
                  </a:cubicBezTo>
                  <a:cubicBezTo>
                    <a:pt x="152060" y="479521"/>
                    <a:pt x="160854" y="489791"/>
                    <a:pt x="165868" y="494805"/>
                  </a:cubicBezTo>
                  <a:cubicBezTo>
                    <a:pt x="179270" y="508208"/>
                    <a:pt x="182502" y="563628"/>
                    <a:pt x="185103" y="608157"/>
                  </a:cubicBezTo>
                  <a:cubicBezTo>
                    <a:pt x="186426" y="630876"/>
                    <a:pt x="187687" y="652335"/>
                    <a:pt x="190000" y="658311"/>
                  </a:cubicBezTo>
                  <a:cubicBezTo>
                    <a:pt x="196607" y="675324"/>
                    <a:pt x="271614" y="785435"/>
                    <a:pt x="294792" y="792060"/>
                  </a:cubicBezTo>
                  <a:cubicBezTo>
                    <a:pt x="302065" y="794130"/>
                    <a:pt x="332767" y="808838"/>
                    <a:pt x="375262" y="829190"/>
                  </a:cubicBezTo>
                  <a:cubicBezTo>
                    <a:pt x="466462" y="872872"/>
                    <a:pt x="656225" y="963784"/>
                    <a:pt x="670087" y="949932"/>
                  </a:cubicBezTo>
                  <a:cubicBezTo>
                    <a:pt x="678548" y="941480"/>
                    <a:pt x="700781" y="929112"/>
                    <a:pt x="726524" y="914791"/>
                  </a:cubicBezTo>
                  <a:cubicBezTo>
                    <a:pt x="767660" y="891928"/>
                    <a:pt x="818786" y="863484"/>
                    <a:pt x="833819" y="839811"/>
                  </a:cubicBezTo>
                  <a:cubicBezTo>
                    <a:pt x="845160" y="821953"/>
                    <a:pt x="871443" y="801268"/>
                    <a:pt x="899167" y="779377"/>
                  </a:cubicBezTo>
                  <a:cubicBezTo>
                    <a:pt x="932471" y="753076"/>
                    <a:pt x="966946" y="725874"/>
                    <a:pt x="972707" y="705027"/>
                  </a:cubicBezTo>
                  <a:cubicBezTo>
                    <a:pt x="977118" y="688708"/>
                    <a:pt x="991879" y="668249"/>
                    <a:pt x="1007451" y="646583"/>
                  </a:cubicBezTo>
                  <a:cubicBezTo>
                    <a:pt x="1029054" y="616492"/>
                    <a:pt x="1053628" y="582386"/>
                    <a:pt x="1047597" y="560342"/>
                  </a:cubicBezTo>
                  <a:cubicBezTo>
                    <a:pt x="1037605" y="523627"/>
                    <a:pt x="992870" y="462644"/>
                    <a:pt x="928601" y="448368"/>
                  </a:cubicBezTo>
                  <a:cubicBezTo>
                    <a:pt x="863612" y="433921"/>
                    <a:pt x="745877" y="391192"/>
                    <a:pt x="716443" y="361768"/>
                  </a:cubicBezTo>
                  <a:cubicBezTo>
                    <a:pt x="706811" y="352100"/>
                    <a:pt x="670267" y="332685"/>
                    <a:pt x="627872" y="310200"/>
                  </a:cubicBezTo>
                  <a:cubicBezTo>
                    <a:pt x="545601" y="266472"/>
                    <a:pt x="443104" y="212060"/>
                    <a:pt x="437794" y="178044"/>
                  </a:cubicBezTo>
                  <a:cubicBezTo>
                    <a:pt x="430160" y="129087"/>
                    <a:pt x="395145" y="94072"/>
                    <a:pt x="361284" y="60210"/>
                  </a:cubicBezTo>
                  <a:cubicBezTo>
                    <a:pt x="328996" y="27932"/>
                    <a:pt x="259381" y="23431"/>
                    <a:pt x="231073" y="37608"/>
                  </a:cubicBezTo>
                  <a:cubicBezTo>
                    <a:pt x="215761" y="45241"/>
                    <a:pt x="198290" y="34134"/>
                    <a:pt x="181403" y="23368"/>
                  </a:cubicBezTo>
                  <a:cubicBezTo>
                    <a:pt x="164428" y="12558"/>
                    <a:pt x="146884" y="1369"/>
                    <a:pt x="131979" y="88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2" name="Google Shape;10782;p28"/>
            <p:cNvSpPr/>
            <p:nvPr/>
          </p:nvSpPr>
          <p:spPr>
            <a:xfrm>
              <a:off x="8753682" y="544740"/>
              <a:ext cx="456328" cy="465199"/>
            </a:xfrm>
            <a:custGeom>
              <a:avLst/>
              <a:gdLst/>
              <a:ahLst/>
              <a:cxnLst/>
              <a:rect l="l" t="t" r="r" b="b"/>
              <a:pathLst>
                <a:path w="456328" h="465199" extrusionOk="0">
                  <a:moveTo>
                    <a:pt x="264760" y="465200"/>
                  </a:moveTo>
                  <a:cubicBezTo>
                    <a:pt x="260412" y="465200"/>
                    <a:pt x="256227" y="465020"/>
                    <a:pt x="252275" y="464660"/>
                  </a:cubicBezTo>
                  <a:cubicBezTo>
                    <a:pt x="215397" y="461311"/>
                    <a:pt x="171453" y="425154"/>
                    <a:pt x="156170" y="400715"/>
                  </a:cubicBezTo>
                  <a:cubicBezTo>
                    <a:pt x="148680" y="388735"/>
                    <a:pt x="145377" y="366961"/>
                    <a:pt x="141876" y="343909"/>
                  </a:cubicBezTo>
                  <a:cubicBezTo>
                    <a:pt x="137870" y="317535"/>
                    <a:pt x="133334" y="287633"/>
                    <a:pt x="121821" y="269550"/>
                  </a:cubicBezTo>
                  <a:cubicBezTo>
                    <a:pt x="107320" y="246759"/>
                    <a:pt x="70694" y="215912"/>
                    <a:pt x="41269" y="191123"/>
                  </a:cubicBezTo>
                  <a:cubicBezTo>
                    <a:pt x="26840" y="178962"/>
                    <a:pt x="14383" y="168467"/>
                    <a:pt x="6669" y="160762"/>
                  </a:cubicBezTo>
                  <a:cubicBezTo>
                    <a:pt x="-7571" y="146522"/>
                    <a:pt x="3653" y="111597"/>
                    <a:pt x="15580" y="84810"/>
                  </a:cubicBezTo>
                  <a:cubicBezTo>
                    <a:pt x="29658" y="53198"/>
                    <a:pt x="49100" y="23278"/>
                    <a:pt x="59776" y="12602"/>
                  </a:cubicBezTo>
                  <a:lnTo>
                    <a:pt x="59776" y="12602"/>
                  </a:lnTo>
                  <a:cubicBezTo>
                    <a:pt x="79974" y="-7587"/>
                    <a:pt x="190932" y="-1268"/>
                    <a:pt x="207935" y="15735"/>
                  </a:cubicBezTo>
                  <a:cubicBezTo>
                    <a:pt x="223039" y="30839"/>
                    <a:pt x="240159" y="88257"/>
                    <a:pt x="250385" y="122570"/>
                  </a:cubicBezTo>
                  <a:lnTo>
                    <a:pt x="252455" y="129510"/>
                  </a:lnTo>
                  <a:cubicBezTo>
                    <a:pt x="259809" y="154002"/>
                    <a:pt x="360703" y="174561"/>
                    <a:pt x="409156" y="184444"/>
                  </a:cubicBezTo>
                  <a:cubicBezTo>
                    <a:pt x="419508" y="186532"/>
                    <a:pt x="428239" y="188332"/>
                    <a:pt x="434720" y="189809"/>
                  </a:cubicBezTo>
                  <a:cubicBezTo>
                    <a:pt x="444081" y="191951"/>
                    <a:pt x="450562" y="197072"/>
                    <a:pt x="453803" y="205039"/>
                  </a:cubicBezTo>
                  <a:cubicBezTo>
                    <a:pt x="465864" y="234076"/>
                    <a:pt x="431029" y="291225"/>
                    <a:pt x="427069" y="297643"/>
                  </a:cubicBezTo>
                  <a:cubicBezTo>
                    <a:pt x="420858" y="307472"/>
                    <a:pt x="410777" y="329426"/>
                    <a:pt x="400155" y="352658"/>
                  </a:cubicBezTo>
                  <a:cubicBezTo>
                    <a:pt x="383071" y="389725"/>
                    <a:pt x="365447" y="428061"/>
                    <a:pt x="354744" y="438763"/>
                  </a:cubicBezTo>
                  <a:cubicBezTo>
                    <a:pt x="337975" y="455524"/>
                    <a:pt x="296975" y="465200"/>
                    <a:pt x="264751" y="465200"/>
                  </a:cubicBezTo>
                  <a:close/>
                  <a:moveTo>
                    <a:pt x="62017" y="14835"/>
                  </a:moveTo>
                  <a:lnTo>
                    <a:pt x="64249" y="17067"/>
                  </a:lnTo>
                  <a:cubicBezTo>
                    <a:pt x="53988" y="27328"/>
                    <a:pt x="35140" y="56438"/>
                    <a:pt x="21368" y="87375"/>
                  </a:cubicBezTo>
                  <a:cubicBezTo>
                    <a:pt x="5876" y="122165"/>
                    <a:pt x="2150" y="147287"/>
                    <a:pt x="11151" y="156288"/>
                  </a:cubicBezTo>
                  <a:cubicBezTo>
                    <a:pt x="18668" y="163804"/>
                    <a:pt x="31035" y="174219"/>
                    <a:pt x="45356" y="186280"/>
                  </a:cubicBezTo>
                  <a:cubicBezTo>
                    <a:pt x="75105" y="211348"/>
                    <a:pt x="112145" y="242546"/>
                    <a:pt x="127158" y="266157"/>
                  </a:cubicBezTo>
                  <a:cubicBezTo>
                    <a:pt x="139382" y="285365"/>
                    <a:pt x="144027" y="315969"/>
                    <a:pt x="148131" y="342955"/>
                  </a:cubicBezTo>
                  <a:cubicBezTo>
                    <a:pt x="151525" y="365341"/>
                    <a:pt x="154739" y="386494"/>
                    <a:pt x="161526" y="397367"/>
                  </a:cubicBezTo>
                  <a:cubicBezTo>
                    <a:pt x="177673" y="423209"/>
                    <a:pt x="221086" y="455478"/>
                    <a:pt x="252842" y="458368"/>
                  </a:cubicBezTo>
                  <a:cubicBezTo>
                    <a:pt x="288127" y="461572"/>
                    <a:pt x="334483" y="450096"/>
                    <a:pt x="350280" y="434290"/>
                  </a:cubicBezTo>
                  <a:cubicBezTo>
                    <a:pt x="360181" y="424388"/>
                    <a:pt x="378346" y="384873"/>
                    <a:pt x="394377" y="350012"/>
                  </a:cubicBezTo>
                  <a:cubicBezTo>
                    <a:pt x="405106" y="326582"/>
                    <a:pt x="415277" y="304457"/>
                    <a:pt x="421668" y="294285"/>
                  </a:cubicBezTo>
                  <a:cubicBezTo>
                    <a:pt x="435620" y="272016"/>
                    <a:pt x="456773" y="228658"/>
                    <a:pt x="448042" y="207451"/>
                  </a:cubicBezTo>
                  <a:cubicBezTo>
                    <a:pt x="445522" y="201402"/>
                    <a:pt x="440661" y="197649"/>
                    <a:pt x="433370" y="195956"/>
                  </a:cubicBezTo>
                  <a:cubicBezTo>
                    <a:pt x="426889" y="194480"/>
                    <a:pt x="418158" y="192698"/>
                    <a:pt x="407986" y="190619"/>
                  </a:cubicBezTo>
                  <a:cubicBezTo>
                    <a:pt x="333871" y="175533"/>
                    <a:pt x="254192" y="157260"/>
                    <a:pt x="246415" y="131310"/>
                  </a:cubicBezTo>
                  <a:lnTo>
                    <a:pt x="244336" y="124361"/>
                  </a:lnTo>
                  <a:cubicBezTo>
                    <a:pt x="234939" y="92830"/>
                    <a:pt x="217440" y="34151"/>
                    <a:pt x="203479" y="20190"/>
                  </a:cubicBezTo>
                  <a:cubicBezTo>
                    <a:pt x="188619" y="5330"/>
                    <a:pt x="81757" y="-422"/>
                    <a:pt x="64258" y="17058"/>
                  </a:cubicBezTo>
                  <a:lnTo>
                    <a:pt x="62026" y="148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3" name="Google Shape;10783;p28"/>
            <p:cNvSpPr/>
            <p:nvPr/>
          </p:nvSpPr>
          <p:spPr>
            <a:xfrm>
              <a:off x="8935769" y="225977"/>
              <a:ext cx="1098002" cy="858941"/>
            </a:xfrm>
            <a:custGeom>
              <a:avLst/>
              <a:gdLst/>
              <a:ahLst/>
              <a:cxnLst/>
              <a:rect l="l" t="t" r="r" b="b"/>
              <a:pathLst>
                <a:path w="1098002" h="858941" extrusionOk="0">
                  <a:moveTo>
                    <a:pt x="1094873" y="858942"/>
                  </a:moveTo>
                  <a:cubicBezTo>
                    <a:pt x="1094603" y="858942"/>
                    <a:pt x="1094423" y="858915"/>
                    <a:pt x="1094152" y="858870"/>
                  </a:cubicBezTo>
                  <a:cubicBezTo>
                    <a:pt x="1086592" y="857259"/>
                    <a:pt x="907738" y="819283"/>
                    <a:pt x="879024" y="801343"/>
                  </a:cubicBezTo>
                  <a:cubicBezTo>
                    <a:pt x="850311" y="783431"/>
                    <a:pt x="817096" y="722304"/>
                    <a:pt x="813316" y="695589"/>
                  </a:cubicBezTo>
                  <a:cubicBezTo>
                    <a:pt x="809895" y="672050"/>
                    <a:pt x="778482" y="608169"/>
                    <a:pt x="754268" y="575657"/>
                  </a:cubicBezTo>
                  <a:cubicBezTo>
                    <a:pt x="731945" y="545719"/>
                    <a:pt x="637433" y="507941"/>
                    <a:pt x="590536" y="492144"/>
                  </a:cubicBezTo>
                  <a:cubicBezTo>
                    <a:pt x="574245" y="486635"/>
                    <a:pt x="545530" y="471432"/>
                    <a:pt x="512317" y="453826"/>
                  </a:cubicBezTo>
                  <a:cubicBezTo>
                    <a:pt x="465780" y="429082"/>
                    <a:pt x="412943" y="401052"/>
                    <a:pt x="383870" y="394814"/>
                  </a:cubicBezTo>
                  <a:cubicBezTo>
                    <a:pt x="337603" y="384904"/>
                    <a:pt x="213505" y="313434"/>
                    <a:pt x="213505" y="291777"/>
                  </a:cubicBezTo>
                  <a:cubicBezTo>
                    <a:pt x="213505" y="275224"/>
                    <a:pt x="179849" y="200199"/>
                    <a:pt x="169434" y="189785"/>
                  </a:cubicBezTo>
                  <a:cubicBezTo>
                    <a:pt x="159992" y="180343"/>
                    <a:pt x="44597" y="142367"/>
                    <a:pt x="15946" y="134185"/>
                  </a:cubicBezTo>
                  <a:cubicBezTo>
                    <a:pt x="8529" y="132070"/>
                    <a:pt x="3453" y="126498"/>
                    <a:pt x="1275" y="118091"/>
                  </a:cubicBezTo>
                  <a:cubicBezTo>
                    <a:pt x="-3721" y="98828"/>
                    <a:pt x="7071" y="70285"/>
                    <a:pt x="14587" y="62760"/>
                  </a:cubicBezTo>
                  <a:cubicBezTo>
                    <a:pt x="22580" y="54767"/>
                    <a:pt x="74679" y="54948"/>
                    <a:pt x="153278" y="56108"/>
                  </a:cubicBezTo>
                  <a:cubicBezTo>
                    <a:pt x="170172" y="56361"/>
                    <a:pt x="185997" y="56595"/>
                    <a:pt x="198868" y="56595"/>
                  </a:cubicBezTo>
                  <a:cubicBezTo>
                    <a:pt x="240931" y="56595"/>
                    <a:pt x="314380" y="32436"/>
                    <a:pt x="362987" y="16440"/>
                  </a:cubicBezTo>
                  <a:cubicBezTo>
                    <a:pt x="380089" y="10788"/>
                    <a:pt x="394941" y="5909"/>
                    <a:pt x="405022" y="3155"/>
                  </a:cubicBezTo>
                  <a:cubicBezTo>
                    <a:pt x="444447" y="-7575"/>
                    <a:pt x="490714" y="11679"/>
                    <a:pt x="500975" y="21922"/>
                  </a:cubicBezTo>
                  <a:cubicBezTo>
                    <a:pt x="511326" y="32336"/>
                    <a:pt x="526899" y="163187"/>
                    <a:pt x="526899" y="191828"/>
                  </a:cubicBezTo>
                  <a:cubicBezTo>
                    <a:pt x="526899" y="216087"/>
                    <a:pt x="598998" y="230965"/>
                    <a:pt x="633652" y="238122"/>
                  </a:cubicBezTo>
                  <a:cubicBezTo>
                    <a:pt x="641573" y="239742"/>
                    <a:pt x="648234" y="241119"/>
                    <a:pt x="653005" y="242307"/>
                  </a:cubicBezTo>
                  <a:cubicBezTo>
                    <a:pt x="681628" y="249481"/>
                    <a:pt x="806835" y="306566"/>
                    <a:pt x="833929" y="324857"/>
                  </a:cubicBezTo>
                  <a:cubicBezTo>
                    <a:pt x="860392" y="342670"/>
                    <a:pt x="1053197" y="534809"/>
                    <a:pt x="1061389" y="542983"/>
                  </a:cubicBezTo>
                  <a:cubicBezTo>
                    <a:pt x="1062559" y="544216"/>
                    <a:pt x="1062559" y="546214"/>
                    <a:pt x="1061389" y="547456"/>
                  </a:cubicBezTo>
                  <a:cubicBezTo>
                    <a:pt x="1060128" y="548689"/>
                    <a:pt x="1058148" y="548680"/>
                    <a:pt x="1056888" y="547456"/>
                  </a:cubicBezTo>
                  <a:cubicBezTo>
                    <a:pt x="1054908" y="545458"/>
                    <a:pt x="856342" y="347567"/>
                    <a:pt x="830418" y="330096"/>
                  </a:cubicBezTo>
                  <a:cubicBezTo>
                    <a:pt x="804405" y="312543"/>
                    <a:pt x="678928" y="255314"/>
                    <a:pt x="651475" y="248437"/>
                  </a:cubicBezTo>
                  <a:cubicBezTo>
                    <a:pt x="646794" y="247267"/>
                    <a:pt x="640133" y="245907"/>
                    <a:pt x="632392" y="244305"/>
                  </a:cubicBezTo>
                  <a:cubicBezTo>
                    <a:pt x="590536" y="235682"/>
                    <a:pt x="520507" y="221226"/>
                    <a:pt x="520507" y="191828"/>
                  </a:cubicBezTo>
                  <a:cubicBezTo>
                    <a:pt x="520507" y="155797"/>
                    <a:pt x="503765" y="33822"/>
                    <a:pt x="496474" y="26396"/>
                  </a:cubicBezTo>
                  <a:cubicBezTo>
                    <a:pt x="488823" y="18790"/>
                    <a:pt x="445978" y="-1481"/>
                    <a:pt x="406733" y="9258"/>
                  </a:cubicBezTo>
                  <a:cubicBezTo>
                    <a:pt x="396832" y="11976"/>
                    <a:pt x="382069" y="16827"/>
                    <a:pt x="364967" y="22453"/>
                  </a:cubicBezTo>
                  <a:cubicBezTo>
                    <a:pt x="313030" y="39528"/>
                    <a:pt x="241921" y="62922"/>
                    <a:pt x="198868" y="62922"/>
                  </a:cubicBezTo>
                  <a:cubicBezTo>
                    <a:pt x="185960" y="62922"/>
                    <a:pt x="170109" y="62688"/>
                    <a:pt x="153178" y="62436"/>
                  </a:cubicBezTo>
                  <a:cubicBezTo>
                    <a:pt x="105508" y="61725"/>
                    <a:pt x="25739" y="60546"/>
                    <a:pt x="19043" y="67234"/>
                  </a:cubicBezTo>
                  <a:cubicBezTo>
                    <a:pt x="12490" y="73796"/>
                    <a:pt x="3147" y="100160"/>
                    <a:pt x="7378" y="116506"/>
                  </a:cubicBezTo>
                  <a:cubicBezTo>
                    <a:pt x="9006" y="122798"/>
                    <a:pt x="12373" y="126597"/>
                    <a:pt x="17674" y="128118"/>
                  </a:cubicBezTo>
                  <a:cubicBezTo>
                    <a:pt x="40241" y="134563"/>
                    <a:pt x="162423" y="173853"/>
                    <a:pt x="173890" y="185329"/>
                  </a:cubicBezTo>
                  <a:cubicBezTo>
                    <a:pt x="185105" y="196545"/>
                    <a:pt x="219778" y="273847"/>
                    <a:pt x="219778" y="291795"/>
                  </a:cubicBezTo>
                  <a:cubicBezTo>
                    <a:pt x="219778" y="305090"/>
                    <a:pt x="332113" y="377289"/>
                    <a:pt x="385130" y="388648"/>
                  </a:cubicBezTo>
                  <a:cubicBezTo>
                    <a:pt x="415104" y="395066"/>
                    <a:pt x="468300" y="423321"/>
                    <a:pt x="515287" y="448254"/>
                  </a:cubicBezTo>
                  <a:cubicBezTo>
                    <a:pt x="546881" y="465005"/>
                    <a:pt x="576675" y="480829"/>
                    <a:pt x="592517" y="486167"/>
                  </a:cubicBezTo>
                  <a:cubicBezTo>
                    <a:pt x="640043" y="502171"/>
                    <a:pt x="736086" y="540705"/>
                    <a:pt x="759309" y="571894"/>
                  </a:cubicBezTo>
                  <a:cubicBezTo>
                    <a:pt x="782352" y="602831"/>
                    <a:pt x="815746" y="667946"/>
                    <a:pt x="819527" y="694706"/>
                  </a:cubicBezTo>
                  <a:cubicBezTo>
                    <a:pt x="823127" y="719721"/>
                    <a:pt x="855531" y="779209"/>
                    <a:pt x="882355" y="795988"/>
                  </a:cubicBezTo>
                  <a:cubicBezTo>
                    <a:pt x="910078" y="813333"/>
                    <a:pt x="1093613" y="852299"/>
                    <a:pt x="1095503" y="852686"/>
                  </a:cubicBezTo>
                  <a:cubicBezTo>
                    <a:pt x="1097213" y="853046"/>
                    <a:pt x="1098294" y="854721"/>
                    <a:pt x="1097933" y="856431"/>
                  </a:cubicBezTo>
                  <a:cubicBezTo>
                    <a:pt x="1097574" y="857916"/>
                    <a:pt x="1096313" y="858933"/>
                    <a:pt x="1094873" y="8589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4" name="Google Shape;10784;p28"/>
            <p:cNvSpPr/>
            <p:nvPr/>
          </p:nvSpPr>
          <p:spPr>
            <a:xfrm>
              <a:off x="9138766" y="310675"/>
              <a:ext cx="902149" cy="681856"/>
            </a:xfrm>
            <a:custGeom>
              <a:avLst/>
              <a:gdLst/>
              <a:ahLst/>
              <a:cxnLst/>
              <a:rect l="l" t="t" r="r" b="b"/>
              <a:pathLst>
                <a:path w="902149" h="681856" extrusionOk="0">
                  <a:moveTo>
                    <a:pt x="749298" y="681856"/>
                  </a:moveTo>
                  <a:cubicBezTo>
                    <a:pt x="722655" y="681856"/>
                    <a:pt x="701141" y="679201"/>
                    <a:pt x="697721" y="671046"/>
                  </a:cubicBezTo>
                  <a:cubicBezTo>
                    <a:pt x="695471" y="665843"/>
                    <a:pt x="690610" y="651018"/>
                    <a:pt x="683859" y="630487"/>
                  </a:cubicBezTo>
                  <a:cubicBezTo>
                    <a:pt x="665226" y="573653"/>
                    <a:pt x="630662" y="467853"/>
                    <a:pt x="611219" y="448411"/>
                  </a:cubicBezTo>
                  <a:cubicBezTo>
                    <a:pt x="586106" y="423297"/>
                    <a:pt x="470801" y="353394"/>
                    <a:pt x="412293" y="327777"/>
                  </a:cubicBezTo>
                  <a:cubicBezTo>
                    <a:pt x="396182" y="320720"/>
                    <a:pt x="364227" y="308388"/>
                    <a:pt x="327232" y="294103"/>
                  </a:cubicBezTo>
                  <a:cubicBezTo>
                    <a:pt x="199415" y="244741"/>
                    <a:pt x="101213" y="205757"/>
                    <a:pt x="96172" y="190212"/>
                  </a:cubicBezTo>
                  <a:cubicBezTo>
                    <a:pt x="89601" y="169824"/>
                    <a:pt x="21642" y="70370"/>
                    <a:pt x="3523" y="52251"/>
                  </a:cubicBezTo>
                  <a:cubicBezTo>
                    <a:pt x="-293" y="48434"/>
                    <a:pt x="-1040" y="43790"/>
                    <a:pt x="1435" y="39172"/>
                  </a:cubicBezTo>
                  <a:cubicBezTo>
                    <a:pt x="10661" y="21917"/>
                    <a:pt x="69528" y="5228"/>
                    <a:pt x="99862" y="11232"/>
                  </a:cubicBezTo>
                  <a:cubicBezTo>
                    <a:pt x="116334" y="14491"/>
                    <a:pt x="140007" y="9774"/>
                    <a:pt x="160890" y="5589"/>
                  </a:cubicBezTo>
                  <a:cubicBezTo>
                    <a:pt x="185734" y="611"/>
                    <a:pt x="207246" y="-3701"/>
                    <a:pt x="215888" y="4958"/>
                  </a:cubicBezTo>
                  <a:cubicBezTo>
                    <a:pt x="223268" y="12384"/>
                    <a:pt x="228309" y="38965"/>
                    <a:pt x="234070" y="69749"/>
                  </a:cubicBezTo>
                  <a:cubicBezTo>
                    <a:pt x="239831" y="100542"/>
                    <a:pt x="246402" y="135440"/>
                    <a:pt x="255133" y="144171"/>
                  </a:cubicBezTo>
                  <a:cubicBezTo>
                    <a:pt x="271335" y="160427"/>
                    <a:pt x="402572" y="225154"/>
                    <a:pt x="453699" y="239754"/>
                  </a:cubicBezTo>
                  <a:cubicBezTo>
                    <a:pt x="503026" y="253850"/>
                    <a:pt x="633633" y="340252"/>
                    <a:pt x="648484" y="373584"/>
                  </a:cubicBezTo>
                  <a:cubicBezTo>
                    <a:pt x="659736" y="399111"/>
                    <a:pt x="834179" y="494524"/>
                    <a:pt x="900428" y="529133"/>
                  </a:cubicBezTo>
                  <a:cubicBezTo>
                    <a:pt x="902048" y="529943"/>
                    <a:pt x="902588" y="531852"/>
                    <a:pt x="901778" y="533400"/>
                  </a:cubicBezTo>
                  <a:cubicBezTo>
                    <a:pt x="900968" y="534957"/>
                    <a:pt x="899078" y="535533"/>
                    <a:pt x="897547" y="534741"/>
                  </a:cubicBezTo>
                  <a:cubicBezTo>
                    <a:pt x="887736" y="529619"/>
                    <a:pt x="657216" y="408913"/>
                    <a:pt x="642634" y="376158"/>
                  </a:cubicBezTo>
                  <a:cubicBezTo>
                    <a:pt x="628682" y="344717"/>
                    <a:pt x="499065" y="259314"/>
                    <a:pt x="451898" y="245839"/>
                  </a:cubicBezTo>
                  <a:cubicBezTo>
                    <a:pt x="402932" y="231833"/>
                    <a:pt x="269355" y="167340"/>
                    <a:pt x="250632" y="148653"/>
                  </a:cubicBezTo>
                  <a:cubicBezTo>
                    <a:pt x="240551" y="138545"/>
                    <a:pt x="234070" y="104161"/>
                    <a:pt x="227859" y="70928"/>
                  </a:cubicBezTo>
                  <a:cubicBezTo>
                    <a:pt x="222729" y="43672"/>
                    <a:pt x="217418" y="15499"/>
                    <a:pt x="211387" y="9441"/>
                  </a:cubicBezTo>
                  <a:cubicBezTo>
                    <a:pt x="205176" y="3167"/>
                    <a:pt x="183304" y="7569"/>
                    <a:pt x="162151" y="11799"/>
                  </a:cubicBezTo>
                  <a:cubicBezTo>
                    <a:pt x="140728" y="16102"/>
                    <a:pt x="116334" y="20980"/>
                    <a:pt x="98602" y="17443"/>
                  </a:cubicBezTo>
                  <a:cubicBezTo>
                    <a:pt x="69439" y="11637"/>
                    <a:pt x="14342" y="28461"/>
                    <a:pt x="7015" y="42169"/>
                  </a:cubicBezTo>
                  <a:cubicBezTo>
                    <a:pt x="5863" y="44320"/>
                    <a:pt x="6142" y="45950"/>
                    <a:pt x="7997" y="47804"/>
                  </a:cubicBezTo>
                  <a:cubicBezTo>
                    <a:pt x="24522" y="64330"/>
                    <a:pt x="94912" y="165891"/>
                    <a:pt x="102202" y="188286"/>
                  </a:cubicBezTo>
                  <a:cubicBezTo>
                    <a:pt x="106703" y="202201"/>
                    <a:pt x="246221" y="256055"/>
                    <a:pt x="329482" y="288226"/>
                  </a:cubicBezTo>
                  <a:cubicBezTo>
                    <a:pt x="366567" y="302538"/>
                    <a:pt x="398521" y="314896"/>
                    <a:pt x="414814" y="321998"/>
                  </a:cubicBezTo>
                  <a:cubicBezTo>
                    <a:pt x="470171" y="346229"/>
                    <a:pt x="587546" y="415871"/>
                    <a:pt x="615630" y="443946"/>
                  </a:cubicBezTo>
                  <a:cubicBezTo>
                    <a:pt x="636153" y="464451"/>
                    <a:pt x="669817" y="567154"/>
                    <a:pt x="689890" y="628524"/>
                  </a:cubicBezTo>
                  <a:cubicBezTo>
                    <a:pt x="696280" y="648129"/>
                    <a:pt x="701322" y="663611"/>
                    <a:pt x="703481" y="668552"/>
                  </a:cubicBezTo>
                  <a:cubicBezTo>
                    <a:pt x="708253" y="679741"/>
                    <a:pt x="788273" y="676384"/>
                    <a:pt x="862893" y="666662"/>
                  </a:cubicBezTo>
                  <a:cubicBezTo>
                    <a:pt x="864603" y="666383"/>
                    <a:pt x="866223" y="667652"/>
                    <a:pt x="866403" y="669390"/>
                  </a:cubicBezTo>
                  <a:cubicBezTo>
                    <a:pt x="866673" y="671118"/>
                    <a:pt x="865413" y="672702"/>
                    <a:pt x="863702" y="672936"/>
                  </a:cubicBezTo>
                  <a:cubicBezTo>
                    <a:pt x="847591" y="675024"/>
                    <a:pt x="791873" y="681856"/>
                    <a:pt x="749298" y="681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5" name="Google Shape;10785;p28"/>
            <p:cNvSpPr/>
            <p:nvPr/>
          </p:nvSpPr>
          <p:spPr>
            <a:xfrm>
              <a:off x="3406498" y="3977773"/>
              <a:ext cx="7584241" cy="2280828"/>
            </a:xfrm>
            <a:custGeom>
              <a:avLst/>
              <a:gdLst/>
              <a:ahLst/>
              <a:cxnLst/>
              <a:rect l="l" t="t" r="r" b="b"/>
              <a:pathLst>
                <a:path w="9539926" h="2868966" extrusionOk="0">
                  <a:moveTo>
                    <a:pt x="9311511" y="2868948"/>
                  </a:moveTo>
                  <a:cubicBezTo>
                    <a:pt x="9304670" y="2868948"/>
                    <a:pt x="9298369" y="2864205"/>
                    <a:pt x="9296749" y="2857184"/>
                  </a:cubicBezTo>
                  <a:cubicBezTo>
                    <a:pt x="9275236" y="2764129"/>
                    <a:pt x="9351206" y="2608940"/>
                    <a:pt x="9412144" y="2484247"/>
                  </a:cubicBezTo>
                  <a:cubicBezTo>
                    <a:pt x="9423125" y="2461780"/>
                    <a:pt x="9433477" y="2440627"/>
                    <a:pt x="9442388" y="2421509"/>
                  </a:cubicBezTo>
                  <a:cubicBezTo>
                    <a:pt x="9450759" y="2403614"/>
                    <a:pt x="9459130" y="2387034"/>
                    <a:pt x="9467321" y="2371003"/>
                  </a:cubicBezTo>
                  <a:cubicBezTo>
                    <a:pt x="9513767" y="2279083"/>
                    <a:pt x="9539421" y="2228460"/>
                    <a:pt x="9447789" y="2167351"/>
                  </a:cubicBezTo>
                  <a:cubicBezTo>
                    <a:pt x="9423936" y="2151473"/>
                    <a:pt x="9400172" y="2136900"/>
                    <a:pt x="9377219" y="2122813"/>
                  </a:cubicBezTo>
                  <a:cubicBezTo>
                    <a:pt x="9283337" y="2065233"/>
                    <a:pt x="9202326" y="2015510"/>
                    <a:pt x="9224559" y="1933797"/>
                  </a:cubicBezTo>
                  <a:cubicBezTo>
                    <a:pt x="9225640" y="1929918"/>
                    <a:pt x="9223929" y="1925021"/>
                    <a:pt x="9219519" y="1919243"/>
                  </a:cubicBezTo>
                  <a:cubicBezTo>
                    <a:pt x="9161551" y="1843372"/>
                    <a:pt x="8762727" y="1744052"/>
                    <a:pt x="8644641" y="1744052"/>
                  </a:cubicBezTo>
                  <a:cubicBezTo>
                    <a:pt x="8518867" y="1744052"/>
                    <a:pt x="8400979" y="1683438"/>
                    <a:pt x="8344658" y="1627127"/>
                  </a:cubicBezTo>
                  <a:cubicBezTo>
                    <a:pt x="8328546" y="1611006"/>
                    <a:pt x="8322875" y="1588953"/>
                    <a:pt x="8328700" y="1565028"/>
                  </a:cubicBezTo>
                  <a:cubicBezTo>
                    <a:pt x="8344469" y="1500174"/>
                    <a:pt x="8435147" y="1432665"/>
                    <a:pt x="8559687" y="1393042"/>
                  </a:cubicBezTo>
                  <a:cubicBezTo>
                    <a:pt x="8765697" y="1327496"/>
                    <a:pt x="9045076" y="1247250"/>
                    <a:pt x="9206107" y="1237196"/>
                  </a:cubicBezTo>
                  <a:cubicBezTo>
                    <a:pt x="9319432" y="1230121"/>
                    <a:pt x="9345536" y="1108290"/>
                    <a:pt x="9370829" y="990464"/>
                  </a:cubicBezTo>
                  <a:cubicBezTo>
                    <a:pt x="9380100" y="947241"/>
                    <a:pt x="9388831" y="906403"/>
                    <a:pt x="9401793" y="871874"/>
                  </a:cubicBezTo>
                  <a:cubicBezTo>
                    <a:pt x="9415204" y="835959"/>
                    <a:pt x="9412954" y="798721"/>
                    <a:pt x="9395132" y="761205"/>
                  </a:cubicBezTo>
                  <a:cubicBezTo>
                    <a:pt x="9362278" y="692408"/>
                    <a:pt x="9286037" y="640985"/>
                    <a:pt x="9242472" y="626439"/>
                  </a:cubicBezTo>
                  <a:cubicBezTo>
                    <a:pt x="9159391" y="598751"/>
                    <a:pt x="9119515" y="499585"/>
                    <a:pt x="9135808" y="361201"/>
                  </a:cubicBezTo>
                  <a:cubicBezTo>
                    <a:pt x="9150570" y="235725"/>
                    <a:pt x="8949951" y="71120"/>
                    <a:pt x="8841343" y="40093"/>
                  </a:cubicBezTo>
                  <a:cubicBezTo>
                    <a:pt x="8730520" y="8417"/>
                    <a:pt x="8452789" y="59148"/>
                    <a:pt x="8387900" y="102408"/>
                  </a:cubicBezTo>
                  <a:cubicBezTo>
                    <a:pt x="8383399" y="105405"/>
                    <a:pt x="8378629" y="108691"/>
                    <a:pt x="8373507" y="112201"/>
                  </a:cubicBezTo>
                  <a:cubicBezTo>
                    <a:pt x="8297726" y="164210"/>
                    <a:pt x="8140043" y="272395"/>
                    <a:pt x="7735836" y="249559"/>
                  </a:cubicBezTo>
                  <a:cubicBezTo>
                    <a:pt x="7457052" y="233780"/>
                    <a:pt x="7221014" y="149061"/>
                    <a:pt x="7064816" y="93011"/>
                  </a:cubicBezTo>
                  <a:cubicBezTo>
                    <a:pt x="6983328" y="63766"/>
                    <a:pt x="6918970" y="40669"/>
                    <a:pt x="6885000" y="40669"/>
                  </a:cubicBezTo>
                  <a:cubicBezTo>
                    <a:pt x="6785077" y="40669"/>
                    <a:pt x="6511136" y="197424"/>
                    <a:pt x="6461143" y="320471"/>
                  </a:cubicBezTo>
                  <a:cubicBezTo>
                    <a:pt x="6419621" y="422688"/>
                    <a:pt x="6442132" y="509315"/>
                    <a:pt x="6534151" y="601325"/>
                  </a:cubicBezTo>
                  <a:cubicBezTo>
                    <a:pt x="6560444" y="627618"/>
                    <a:pt x="6571678" y="664910"/>
                    <a:pt x="6566646" y="709159"/>
                  </a:cubicBezTo>
                  <a:cubicBezTo>
                    <a:pt x="6555403" y="807849"/>
                    <a:pt x="6465905" y="923010"/>
                    <a:pt x="6338628" y="1002553"/>
                  </a:cubicBezTo>
                  <a:cubicBezTo>
                    <a:pt x="6105083" y="1148516"/>
                    <a:pt x="5801770" y="1178076"/>
                    <a:pt x="5411380" y="1092898"/>
                  </a:cubicBezTo>
                  <a:cubicBezTo>
                    <a:pt x="4973455" y="997359"/>
                    <a:pt x="4174150" y="1054418"/>
                    <a:pt x="3987096" y="1241462"/>
                  </a:cubicBezTo>
                  <a:cubicBezTo>
                    <a:pt x="3874968" y="1353581"/>
                    <a:pt x="3680057" y="1408776"/>
                    <a:pt x="3508098" y="1457464"/>
                  </a:cubicBezTo>
                  <a:cubicBezTo>
                    <a:pt x="3385502" y="1492181"/>
                    <a:pt x="3269702" y="1524973"/>
                    <a:pt x="3223778" y="1570897"/>
                  </a:cubicBezTo>
                  <a:cubicBezTo>
                    <a:pt x="3174370" y="1620304"/>
                    <a:pt x="3191158" y="1689271"/>
                    <a:pt x="3208935" y="1762298"/>
                  </a:cubicBezTo>
                  <a:cubicBezTo>
                    <a:pt x="3227829" y="1839924"/>
                    <a:pt x="3247370" y="1920188"/>
                    <a:pt x="3172885" y="1966742"/>
                  </a:cubicBezTo>
                  <a:cubicBezTo>
                    <a:pt x="3098292" y="2013359"/>
                    <a:pt x="3027903" y="2069175"/>
                    <a:pt x="2971349" y="2114019"/>
                  </a:cubicBezTo>
                  <a:cubicBezTo>
                    <a:pt x="2930330" y="2146541"/>
                    <a:pt x="2894902" y="2174633"/>
                    <a:pt x="2867556" y="2191726"/>
                  </a:cubicBezTo>
                  <a:cubicBezTo>
                    <a:pt x="2796672" y="2236039"/>
                    <a:pt x="2604119" y="2249118"/>
                    <a:pt x="2486005" y="2217632"/>
                  </a:cubicBezTo>
                  <a:cubicBezTo>
                    <a:pt x="2425517" y="2201501"/>
                    <a:pt x="2371852" y="2204670"/>
                    <a:pt x="2332643" y="2206965"/>
                  </a:cubicBezTo>
                  <a:cubicBezTo>
                    <a:pt x="2290859" y="2209431"/>
                    <a:pt x="2260634" y="2211214"/>
                    <a:pt x="2248752" y="2186703"/>
                  </a:cubicBezTo>
                  <a:cubicBezTo>
                    <a:pt x="2239373" y="2167360"/>
                    <a:pt x="2242109" y="2120266"/>
                    <a:pt x="2265647" y="2071092"/>
                  </a:cubicBezTo>
                  <a:cubicBezTo>
                    <a:pt x="2287556" y="2025303"/>
                    <a:pt x="2344570" y="1943834"/>
                    <a:pt x="2480244" y="1912528"/>
                  </a:cubicBezTo>
                  <a:cubicBezTo>
                    <a:pt x="2651366" y="1873039"/>
                    <a:pt x="2738119" y="1787618"/>
                    <a:pt x="2738119" y="1658622"/>
                  </a:cubicBezTo>
                  <a:cubicBezTo>
                    <a:pt x="2738119" y="1649171"/>
                    <a:pt x="2732691" y="1639927"/>
                    <a:pt x="2721521" y="1630350"/>
                  </a:cubicBezTo>
                  <a:cubicBezTo>
                    <a:pt x="2632355" y="1553902"/>
                    <a:pt x="2265431" y="1529725"/>
                    <a:pt x="2179353" y="1543029"/>
                  </a:cubicBezTo>
                  <a:cubicBezTo>
                    <a:pt x="2079116" y="1558529"/>
                    <a:pt x="1985728" y="1637595"/>
                    <a:pt x="1948761" y="1704141"/>
                  </a:cubicBezTo>
                  <a:cubicBezTo>
                    <a:pt x="1904727" y="1783396"/>
                    <a:pt x="1578209" y="1960414"/>
                    <a:pt x="1304627" y="2032828"/>
                  </a:cubicBezTo>
                  <a:cubicBezTo>
                    <a:pt x="1141418" y="2076025"/>
                    <a:pt x="1010306" y="2195300"/>
                    <a:pt x="894623" y="2300532"/>
                  </a:cubicBezTo>
                  <a:cubicBezTo>
                    <a:pt x="818563" y="2369725"/>
                    <a:pt x="746725" y="2435082"/>
                    <a:pt x="673014" y="2473535"/>
                  </a:cubicBezTo>
                  <a:cubicBezTo>
                    <a:pt x="480137" y="2574115"/>
                    <a:pt x="56820" y="2398015"/>
                    <a:pt x="9195" y="2377610"/>
                  </a:cubicBezTo>
                  <a:cubicBezTo>
                    <a:pt x="1490" y="2374306"/>
                    <a:pt x="-2066" y="2365386"/>
                    <a:pt x="1229" y="2357699"/>
                  </a:cubicBezTo>
                  <a:cubicBezTo>
                    <a:pt x="4523" y="2349994"/>
                    <a:pt x="13425" y="2346438"/>
                    <a:pt x="21139" y="2349733"/>
                  </a:cubicBezTo>
                  <a:cubicBezTo>
                    <a:pt x="67424" y="2369572"/>
                    <a:pt x="478489" y="2540810"/>
                    <a:pt x="658981" y="2446649"/>
                  </a:cubicBezTo>
                  <a:cubicBezTo>
                    <a:pt x="729208" y="2410005"/>
                    <a:pt x="799643" y="2345935"/>
                    <a:pt x="874208" y="2278101"/>
                  </a:cubicBezTo>
                  <a:cubicBezTo>
                    <a:pt x="992466" y="2170529"/>
                    <a:pt x="1126485" y="2048607"/>
                    <a:pt x="1296868" y="2003511"/>
                  </a:cubicBezTo>
                  <a:cubicBezTo>
                    <a:pt x="1569451" y="1931358"/>
                    <a:pt x="1885851" y="1754935"/>
                    <a:pt x="1922252" y="1689415"/>
                  </a:cubicBezTo>
                  <a:cubicBezTo>
                    <a:pt x="1963729" y="1614760"/>
                    <a:pt x="2063769" y="1530211"/>
                    <a:pt x="2174726" y="1513055"/>
                  </a:cubicBezTo>
                  <a:cubicBezTo>
                    <a:pt x="2269491" y="1498410"/>
                    <a:pt x="2642419" y="1522578"/>
                    <a:pt x="2741270" y="1607324"/>
                  </a:cubicBezTo>
                  <a:cubicBezTo>
                    <a:pt x="2759317" y="1622789"/>
                    <a:pt x="2768462" y="1640044"/>
                    <a:pt x="2768462" y="1658622"/>
                  </a:cubicBezTo>
                  <a:cubicBezTo>
                    <a:pt x="2768462" y="1803631"/>
                    <a:pt x="2673788" y="1898999"/>
                    <a:pt x="2487076" y="1942087"/>
                  </a:cubicBezTo>
                  <a:cubicBezTo>
                    <a:pt x="2369953" y="1969109"/>
                    <a:pt x="2316900" y="2034278"/>
                    <a:pt x="2293011" y="2084180"/>
                  </a:cubicBezTo>
                  <a:cubicBezTo>
                    <a:pt x="2270454" y="2131319"/>
                    <a:pt x="2272731" y="2166613"/>
                    <a:pt x="2276062" y="2173463"/>
                  </a:cubicBezTo>
                  <a:cubicBezTo>
                    <a:pt x="2279095" y="2179728"/>
                    <a:pt x="2307800" y="2178027"/>
                    <a:pt x="2330879" y="2176676"/>
                  </a:cubicBezTo>
                  <a:cubicBezTo>
                    <a:pt x="2372113" y="2174246"/>
                    <a:pt x="2428632" y="2170915"/>
                    <a:pt x="2493836" y="2188306"/>
                  </a:cubicBezTo>
                  <a:cubicBezTo>
                    <a:pt x="2613291" y="2220152"/>
                    <a:pt x="2793332" y="2202366"/>
                    <a:pt x="2851498" y="2166001"/>
                  </a:cubicBezTo>
                  <a:cubicBezTo>
                    <a:pt x="2877404" y="2149808"/>
                    <a:pt x="2912211" y="2122210"/>
                    <a:pt x="2952518" y="2090247"/>
                  </a:cubicBezTo>
                  <a:cubicBezTo>
                    <a:pt x="3009667" y="2044935"/>
                    <a:pt x="3080794" y="1988534"/>
                    <a:pt x="3156827" y="1941016"/>
                  </a:cubicBezTo>
                  <a:cubicBezTo>
                    <a:pt x="3212734" y="1906074"/>
                    <a:pt x="3197323" y="1842769"/>
                    <a:pt x="3179474" y="1769472"/>
                  </a:cubicBezTo>
                  <a:cubicBezTo>
                    <a:pt x="3161382" y="1695149"/>
                    <a:pt x="3140868" y="1610916"/>
                    <a:pt x="3202337" y="1549447"/>
                  </a:cubicBezTo>
                  <a:cubicBezTo>
                    <a:pt x="3253842" y="1497942"/>
                    <a:pt x="3367842" y="1465664"/>
                    <a:pt x="3499844" y="1428282"/>
                  </a:cubicBezTo>
                  <a:cubicBezTo>
                    <a:pt x="3668247" y="1380594"/>
                    <a:pt x="3859117" y="1326551"/>
                    <a:pt x="3965655" y="1220013"/>
                  </a:cubicBezTo>
                  <a:cubicBezTo>
                    <a:pt x="4162232" y="1023454"/>
                    <a:pt x="4963364" y="964109"/>
                    <a:pt x="5417852" y="1063257"/>
                  </a:cubicBezTo>
                  <a:cubicBezTo>
                    <a:pt x="5800141" y="1146653"/>
                    <a:pt x="6096064" y="1118389"/>
                    <a:pt x="6322552" y="976828"/>
                  </a:cubicBezTo>
                  <a:cubicBezTo>
                    <a:pt x="6442295" y="901992"/>
                    <a:pt x="6526275" y="795580"/>
                    <a:pt x="6536510" y="705721"/>
                  </a:cubicBezTo>
                  <a:cubicBezTo>
                    <a:pt x="6540461" y="670986"/>
                    <a:pt x="6532243" y="642299"/>
                    <a:pt x="6512711" y="622775"/>
                  </a:cubicBezTo>
                  <a:cubicBezTo>
                    <a:pt x="6449487" y="559560"/>
                    <a:pt x="6372445" y="458252"/>
                    <a:pt x="6433050" y="309057"/>
                  </a:cubicBezTo>
                  <a:cubicBezTo>
                    <a:pt x="6487660" y="174625"/>
                    <a:pt x="6775734" y="10335"/>
                    <a:pt x="6885008" y="10335"/>
                  </a:cubicBezTo>
                  <a:cubicBezTo>
                    <a:pt x="6924254" y="10335"/>
                    <a:pt x="6987523" y="33036"/>
                    <a:pt x="7075078" y="64468"/>
                  </a:cubicBezTo>
                  <a:cubicBezTo>
                    <a:pt x="7229619" y="119933"/>
                    <a:pt x="7463164" y="203743"/>
                    <a:pt x="7737565" y="219279"/>
                  </a:cubicBezTo>
                  <a:cubicBezTo>
                    <a:pt x="8131411" y="241593"/>
                    <a:pt x="8277744" y="141149"/>
                    <a:pt x="8356351" y="87196"/>
                  </a:cubicBezTo>
                  <a:cubicBezTo>
                    <a:pt x="8361589" y="83605"/>
                    <a:pt x="8366486" y="80247"/>
                    <a:pt x="8371086" y="77178"/>
                  </a:cubicBezTo>
                  <a:cubicBezTo>
                    <a:pt x="8450152" y="24467"/>
                    <a:pt x="8735093" y="-21808"/>
                    <a:pt x="8849687" y="10938"/>
                  </a:cubicBezTo>
                  <a:cubicBezTo>
                    <a:pt x="8968206" y="44801"/>
                    <a:pt x="9183244" y="217506"/>
                    <a:pt x="9165872" y="364757"/>
                  </a:cubicBezTo>
                  <a:cubicBezTo>
                    <a:pt x="9151470" y="487794"/>
                    <a:pt x="9183604" y="574871"/>
                    <a:pt x="9252013" y="597680"/>
                  </a:cubicBezTo>
                  <a:cubicBezTo>
                    <a:pt x="9297379" y="612793"/>
                    <a:pt x="9383791" y="667016"/>
                    <a:pt x="9422496" y="748162"/>
                  </a:cubicBezTo>
                  <a:cubicBezTo>
                    <a:pt x="9444099" y="793402"/>
                    <a:pt x="9446708" y="838615"/>
                    <a:pt x="9430236" y="882540"/>
                  </a:cubicBezTo>
                  <a:cubicBezTo>
                    <a:pt x="9417995" y="914981"/>
                    <a:pt x="9409534" y="954748"/>
                    <a:pt x="9400443" y="996847"/>
                  </a:cubicBezTo>
                  <a:cubicBezTo>
                    <a:pt x="9374159" y="1119713"/>
                    <a:pt x="9344275" y="1258979"/>
                    <a:pt x="9207997" y="1267494"/>
                  </a:cubicBezTo>
                  <a:cubicBezTo>
                    <a:pt x="9050117" y="1277359"/>
                    <a:pt x="8773286" y="1356948"/>
                    <a:pt x="8568895" y="1421972"/>
                  </a:cubicBezTo>
                  <a:cubicBezTo>
                    <a:pt x="8439198" y="1463243"/>
                    <a:pt x="8368745" y="1528789"/>
                    <a:pt x="8358178" y="1572229"/>
                  </a:cubicBezTo>
                  <a:cubicBezTo>
                    <a:pt x="8354821" y="1586055"/>
                    <a:pt x="8357413" y="1597009"/>
                    <a:pt x="8366117" y="1605704"/>
                  </a:cubicBezTo>
                  <a:cubicBezTo>
                    <a:pt x="8403480" y="1643077"/>
                    <a:pt x="8509794" y="1713745"/>
                    <a:pt x="8644650" y="1713745"/>
                  </a:cubicBezTo>
                  <a:cubicBezTo>
                    <a:pt x="8758802" y="1713745"/>
                    <a:pt x="9175053" y="1811021"/>
                    <a:pt x="9243642" y="1900862"/>
                  </a:cubicBezTo>
                  <a:cubicBezTo>
                    <a:pt x="9256694" y="1917919"/>
                    <a:pt x="9256424" y="1932546"/>
                    <a:pt x="9253813" y="1941817"/>
                  </a:cubicBezTo>
                  <a:cubicBezTo>
                    <a:pt x="9238331" y="1998696"/>
                    <a:pt x="9296659" y="2037833"/>
                    <a:pt x="9393062" y="2096989"/>
                  </a:cubicBezTo>
                  <a:cubicBezTo>
                    <a:pt x="9416285" y="2111229"/>
                    <a:pt x="9440318" y="2125955"/>
                    <a:pt x="9464621" y="2142148"/>
                  </a:cubicBezTo>
                  <a:cubicBezTo>
                    <a:pt x="9578666" y="2218181"/>
                    <a:pt x="9541401" y="2291675"/>
                    <a:pt x="9494325" y="2384729"/>
                  </a:cubicBezTo>
                  <a:cubicBezTo>
                    <a:pt x="9486314" y="2400563"/>
                    <a:pt x="9478032" y="2416918"/>
                    <a:pt x="9469931" y="2434362"/>
                  </a:cubicBezTo>
                  <a:cubicBezTo>
                    <a:pt x="9460930" y="2453634"/>
                    <a:pt x="9450489" y="2474957"/>
                    <a:pt x="9439418" y="2497595"/>
                  </a:cubicBezTo>
                  <a:cubicBezTo>
                    <a:pt x="9383700" y="2611631"/>
                    <a:pt x="9307281" y="2767811"/>
                    <a:pt x="9326362" y="2850388"/>
                  </a:cubicBezTo>
                  <a:cubicBezTo>
                    <a:pt x="9328253" y="2858543"/>
                    <a:pt x="9323122" y="2866689"/>
                    <a:pt x="9314932" y="2868570"/>
                  </a:cubicBezTo>
                  <a:cubicBezTo>
                    <a:pt x="9313851" y="2868840"/>
                    <a:pt x="9312681" y="2868966"/>
                    <a:pt x="9311511" y="2868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6" name="Google Shape;10786;p28"/>
            <p:cNvSpPr/>
            <p:nvPr/>
          </p:nvSpPr>
          <p:spPr>
            <a:xfrm>
              <a:off x="8281930" y="4320082"/>
              <a:ext cx="1985454" cy="988462"/>
            </a:xfrm>
            <a:custGeom>
              <a:avLst/>
              <a:gdLst/>
              <a:ahLst/>
              <a:cxnLst/>
              <a:rect l="l" t="t" r="r" b="b"/>
              <a:pathLst>
                <a:path w="2497426" h="1243349" extrusionOk="0">
                  <a:moveTo>
                    <a:pt x="465164" y="1243331"/>
                  </a:moveTo>
                  <a:cubicBezTo>
                    <a:pt x="396719" y="1243331"/>
                    <a:pt x="368968" y="1224456"/>
                    <a:pt x="337941" y="1203348"/>
                  </a:cubicBezTo>
                  <a:cubicBezTo>
                    <a:pt x="322072" y="1192556"/>
                    <a:pt x="305671" y="1181394"/>
                    <a:pt x="281575" y="1171358"/>
                  </a:cubicBezTo>
                  <a:cubicBezTo>
                    <a:pt x="247704" y="1157244"/>
                    <a:pt x="201014" y="1152266"/>
                    <a:pt x="155865" y="1147451"/>
                  </a:cubicBezTo>
                  <a:cubicBezTo>
                    <a:pt x="85799" y="1139980"/>
                    <a:pt x="19623" y="1132923"/>
                    <a:pt x="3439" y="1089771"/>
                  </a:cubicBezTo>
                  <a:cubicBezTo>
                    <a:pt x="-15256" y="1039923"/>
                    <a:pt x="44871" y="1016582"/>
                    <a:pt x="120985" y="987041"/>
                  </a:cubicBezTo>
                  <a:cubicBezTo>
                    <a:pt x="165127" y="969902"/>
                    <a:pt x="220043" y="948579"/>
                    <a:pt x="272520" y="918209"/>
                  </a:cubicBezTo>
                  <a:cubicBezTo>
                    <a:pt x="386214" y="852383"/>
                    <a:pt x="443668" y="752056"/>
                    <a:pt x="481690" y="685654"/>
                  </a:cubicBezTo>
                  <a:cubicBezTo>
                    <a:pt x="488648" y="673503"/>
                    <a:pt x="494867" y="662638"/>
                    <a:pt x="500565" y="653529"/>
                  </a:cubicBezTo>
                  <a:cubicBezTo>
                    <a:pt x="541377" y="588234"/>
                    <a:pt x="745019" y="471237"/>
                    <a:pt x="835634" y="442946"/>
                  </a:cubicBezTo>
                  <a:cubicBezTo>
                    <a:pt x="852502" y="437680"/>
                    <a:pt x="863223" y="430119"/>
                    <a:pt x="868407" y="419813"/>
                  </a:cubicBezTo>
                  <a:cubicBezTo>
                    <a:pt x="879524" y="397742"/>
                    <a:pt x="866949" y="361630"/>
                    <a:pt x="853636" y="323393"/>
                  </a:cubicBezTo>
                  <a:cubicBezTo>
                    <a:pt x="845922" y="301240"/>
                    <a:pt x="837938" y="278333"/>
                    <a:pt x="833879" y="255992"/>
                  </a:cubicBezTo>
                  <a:cubicBezTo>
                    <a:pt x="820116" y="180292"/>
                    <a:pt x="819990" y="98822"/>
                    <a:pt x="911532" y="16011"/>
                  </a:cubicBezTo>
                  <a:cubicBezTo>
                    <a:pt x="977637" y="-43802"/>
                    <a:pt x="1287943" y="76769"/>
                    <a:pt x="1468021" y="166808"/>
                  </a:cubicBezTo>
                  <a:cubicBezTo>
                    <a:pt x="1635650" y="250636"/>
                    <a:pt x="1770623" y="187214"/>
                    <a:pt x="1913544" y="120101"/>
                  </a:cubicBezTo>
                  <a:cubicBezTo>
                    <a:pt x="1937676" y="108768"/>
                    <a:pt x="1962627" y="97049"/>
                    <a:pt x="1987426" y="86266"/>
                  </a:cubicBezTo>
                  <a:cubicBezTo>
                    <a:pt x="2148978" y="16020"/>
                    <a:pt x="2258145" y="81216"/>
                    <a:pt x="2330379" y="124376"/>
                  </a:cubicBezTo>
                  <a:cubicBezTo>
                    <a:pt x="2336302" y="127923"/>
                    <a:pt x="2341973" y="131298"/>
                    <a:pt x="2347391" y="134440"/>
                  </a:cubicBezTo>
                  <a:cubicBezTo>
                    <a:pt x="2421480" y="177330"/>
                    <a:pt x="2481572" y="268044"/>
                    <a:pt x="2496929" y="360153"/>
                  </a:cubicBezTo>
                  <a:cubicBezTo>
                    <a:pt x="2498125" y="367336"/>
                    <a:pt x="2497747" y="378425"/>
                    <a:pt x="2489106" y="390469"/>
                  </a:cubicBezTo>
                  <a:cubicBezTo>
                    <a:pt x="2446639" y="449616"/>
                    <a:pt x="2224471" y="489707"/>
                    <a:pt x="1938432" y="535973"/>
                  </a:cubicBezTo>
                  <a:cubicBezTo>
                    <a:pt x="1869996" y="547045"/>
                    <a:pt x="1805341" y="557504"/>
                    <a:pt x="1755752" y="567100"/>
                  </a:cubicBezTo>
                  <a:cubicBezTo>
                    <a:pt x="1599403" y="597362"/>
                    <a:pt x="1565945" y="697221"/>
                    <a:pt x="1523585" y="823651"/>
                  </a:cubicBezTo>
                  <a:cubicBezTo>
                    <a:pt x="1507860" y="870592"/>
                    <a:pt x="1491595" y="919118"/>
                    <a:pt x="1467517" y="967292"/>
                  </a:cubicBezTo>
                  <a:cubicBezTo>
                    <a:pt x="1400953" y="1100438"/>
                    <a:pt x="1291589" y="1088106"/>
                    <a:pt x="1185825" y="1076188"/>
                  </a:cubicBezTo>
                  <a:cubicBezTo>
                    <a:pt x="1142511" y="1071319"/>
                    <a:pt x="1097748" y="1066269"/>
                    <a:pt x="1054390" y="1070391"/>
                  </a:cubicBezTo>
                  <a:cubicBezTo>
                    <a:pt x="979662" y="1077503"/>
                    <a:pt x="894250" y="1113237"/>
                    <a:pt x="803815" y="1151078"/>
                  </a:cubicBezTo>
                  <a:cubicBezTo>
                    <a:pt x="714721" y="1188343"/>
                    <a:pt x="622603" y="1226886"/>
                    <a:pt x="537254" y="1238021"/>
                  </a:cubicBezTo>
                  <a:cubicBezTo>
                    <a:pt x="508954" y="1241711"/>
                    <a:pt x="485299" y="1243349"/>
                    <a:pt x="465164" y="1243349"/>
                  </a:cubicBezTo>
                  <a:close/>
                  <a:moveTo>
                    <a:pt x="969544" y="29486"/>
                  </a:moveTo>
                  <a:cubicBezTo>
                    <a:pt x="951578" y="29486"/>
                    <a:pt x="938661" y="32384"/>
                    <a:pt x="931893" y="38496"/>
                  </a:cubicBezTo>
                  <a:lnTo>
                    <a:pt x="931893" y="38496"/>
                  </a:lnTo>
                  <a:cubicBezTo>
                    <a:pt x="855581" y="107535"/>
                    <a:pt x="849235" y="170823"/>
                    <a:pt x="863727" y="250555"/>
                  </a:cubicBezTo>
                  <a:cubicBezTo>
                    <a:pt x="867372" y="270583"/>
                    <a:pt x="874942" y="292357"/>
                    <a:pt x="882278" y="313410"/>
                  </a:cubicBezTo>
                  <a:cubicBezTo>
                    <a:pt x="897769" y="357885"/>
                    <a:pt x="912396" y="399893"/>
                    <a:pt x="895501" y="433450"/>
                  </a:cubicBezTo>
                  <a:cubicBezTo>
                    <a:pt x="886545" y="451227"/>
                    <a:pt x="869442" y="464162"/>
                    <a:pt x="844671" y="471894"/>
                  </a:cubicBezTo>
                  <a:cubicBezTo>
                    <a:pt x="752697" y="500608"/>
                    <a:pt x="559973" y="615697"/>
                    <a:pt x="526290" y="669596"/>
                  </a:cubicBezTo>
                  <a:cubicBezTo>
                    <a:pt x="520773" y="678417"/>
                    <a:pt x="514760" y="688939"/>
                    <a:pt x="508018" y="700713"/>
                  </a:cubicBezTo>
                  <a:cubicBezTo>
                    <a:pt x="470789" y="765729"/>
                    <a:pt x="408483" y="874535"/>
                    <a:pt x="287723" y="944447"/>
                  </a:cubicBezTo>
                  <a:cubicBezTo>
                    <a:pt x="233221" y="976005"/>
                    <a:pt x="177080" y="997788"/>
                    <a:pt x="131976" y="1015304"/>
                  </a:cubicBezTo>
                  <a:cubicBezTo>
                    <a:pt x="64836" y="1041363"/>
                    <a:pt x="24078" y="1058384"/>
                    <a:pt x="31856" y="1079105"/>
                  </a:cubicBezTo>
                  <a:cubicBezTo>
                    <a:pt x="41460" y="1104731"/>
                    <a:pt x="101264" y="1111113"/>
                    <a:pt x="159096" y="1117279"/>
                  </a:cubicBezTo>
                  <a:cubicBezTo>
                    <a:pt x="206398" y="1122320"/>
                    <a:pt x="255319" y="1127531"/>
                    <a:pt x="293259" y="1143337"/>
                  </a:cubicBezTo>
                  <a:cubicBezTo>
                    <a:pt x="320209" y="1154570"/>
                    <a:pt x="338706" y="1167154"/>
                    <a:pt x="355025" y="1178253"/>
                  </a:cubicBezTo>
                  <a:cubicBezTo>
                    <a:pt x="392920" y="1204032"/>
                    <a:pt x="420275" y="1222665"/>
                    <a:pt x="533348" y="1207912"/>
                  </a:cubicBezTo>
                  <a:cubicBezTo>
                    <a:pt x="614664" y="1197299"/>
                    <a:pt x="704883" y="1159566"/>
                    <a:pt x="792122" y="1123066"/>
                  </a:cubicBezTo>
                  <a:cubicBezTo>
                    <a:pt x="884736" y="1084326"/>
                    <a:pt x="972218" y="1047717"/>
                    <a:pt x="1051527" y="1040166"/>
                  </a:cubicBezTo>
                  <a:cubicBezTo>
                    <a:pt x="1098010" y="1035737"/>
                    <a:pt x="1144384" y="1040976"/>
                    <a:pt x="1189237" y="1046025"/>
                  </a:cubicBezTo>
                  <a:cubicBezTo>
                    <a:pt x="1293389" y="1057745"/>
                    <a:pt x="1383302" y="1067889"/>
                    <a:pt x="1440405" y="953700"/>
                  </a:cubicBezTo>
                  <a:cubicBezTo>
                    <a:pt x="1463538" y="907443"/>
                    <a:pt x="1479452" y="859935"/>
                    <a:pt x="1494845" y="813993"/>
                  </a:cubicBezTo>
                  <a:cubicBezTo>
                    <a:pt x="1536727" y="688994"/>
                    <a:pt x="1576287" y="570925"/>
                    <a:pt x="1750010" y="537296"/>
                  </a:cubicBezTo>
                  <a:cubicBezTo>
                    <a:pt x="1800057" y="527611"/>
                    <a:pt x="1864928" y="517116"/>
                    <a:pt x="1933607" y="506008"/>
                  </a:cubicBezTo>
                  <a:cubicBezTo>
                    <a:pt x="2141408" y="472398"/>
                    <a:pt x="2425990" y="426357"/>
                    <a:pt x="2464479" y="372755"/>
                  </a:cubicBezTo>
                  <a:cubicBezTo>
                    <a:pt x="2467575" y="368435"/>
                    <a:pt x="2467179" y="366031"/>
                    <a:pt x="2467026" y="365122"/>
                  </a:cubicBezTo>
                  <a:cubicBezTo>
                    <a:pt x="2453299" y="282743"/>
                    <a:pt x="2397861" y="198672"/>
                    <a:pt x="2332216" y="160669"/>
                  </a:cubicBezTo>
                  <a:cubicBezTo>
                    <a:pt x="2326680" y="157465"/>
                    <a:pt x="2320892" y="154008"/>
                    <a:pt x="2314834" y="150390"/>
                  </a:cubicBezTo>
                  <a:cubicBezTo>
                    <a:pt x="2243932" y="108039"/>
                    <a:pt x="2146827" y="50027"/>
                    <a:pt x="1999531" y="114061"/>
                  </a:cubicBezTo>
                  <a:cubicBezTo>
                    <a:pt x="1975139" y="124673"/>
                    <a:pt x="1950385" y="136294"/>
                    <a:pt x="1926443" y="147536"/>
                  </a:cubicBezTo>
                  <a:cubicBezTo>
                    <a:pt x="1783278" y="214775"/>
                    <a:pt x="1635227" y="284318"/>
                    <a:pt x="1454456" y="193919"/>
                  </a:cubicBezTo>
                  <a:cubicBezTo>
                    <a:pt x="1260544" y="96959"/>
                    <a:pt x="1056316" y="29477"/>
                    <a:pt x="969536" y="29477"/>
                  </a:cubicBezTo>
                  <a:close/>
                  <a:moveTo>
                    <a:pt x="921721" y="27254"/>
                  </a:moveTo>
                  <a:lnTo>
                    <a:pt x="921847" y="27254"/>
                  </a:lnTo>
                  <a:lnTo>
                    <a:pt x="921721" y="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7" name="Google Shape;10787;p28"/>
            <p:cNvSpPr/>
            <p:nvPr/>
          </p:nvSpPr>
          <p:spPr>
            <a:xfrm>
              <a:off x="8534357" y="4431455"/>
              <a:ext cx="1586435" cy="775736"/>
            </a:xfrm>
            <a:custGeom>
              <a:avLst/>
              <a:gdLst/>
              <a:ahLst/>
              <a:cxnLst/>
              <a:rect l="l" t="t" r="r" b="b"/>
              <a:pathLst>
                <a:path w="1995516" h="975768" extrusionOk="0">
                  <a:moveTo>
                    <a:pt x="149257" y="975768"/>
                  </a:moveTo>
                  <a:cubicBezTo>
                    <a:pt x="89210" y="975768"/>
                    <a:pt x="20027" y="955380"/>
                    <a:pt x="1124" y="911275"/>
                  </a:cubicBezTo>
                  <a:lnTo>
                    <a:pt x="1124" y="911275"/>
                  </a:lnTo>
                  <a:cubicBezTo>
                    <a:pt x="-9056" y="887503"/>
                    <a:pt x="51702" y="844108"/>
                    <a:pt x="110471" y="802135"/>
                  </a:cubicBezTo>
                  <a:cubicBezTo>
                    <a:pt x="138437" y="782162"/>
                    <a:pt x="164856" y="763295"/>
                    <a:pt x="178078" y="750073"/>
                  </a:cubicBezTo>
                  <a:cubicBezTo>
                    <a:pt x="186567" y="741584"/>
                    <a:pt x="196486" y="733141"/>
                    <a:pt x="206982" y="724212"/>
                  </a:cubicBezTo>
                  <a:cubicBezTo>
                    <a:pt x="246181" y="690872"/>
                    <a:pt x="290611" y="653076"/>
                    <a:pt x="297776" y="584973"/>
                  </a:cubicBezTo>
                  <a:cubicBezTo>
                    <a:pt x="304653" y="519598"/>
                    <a:pt x="359056" y="483656"/>
                    <a:pt x="402775" y="454762"/>
                  </a:cubicBezTo>
                  <a:cubicBezTo>
                    <a:pt x="419076" y="443996"/>
                    <a:pt x="433145" y="434698"/>
                    <a:pt x="442488" y="425355"/>
                  </a:cubicBezTo>
                  <a:cubicBezTo>
                    <a:pt x="463758" y="404076"/>
                    <a:pt x="524489" y="383202"/>
                    <a:pt x="578064" y="364786"/>
                  </a:cubicBezTo>
                  <a:cubicBezTo>
                    <a:pt x="613213" y="352707"/>
                    <a:pt x="646401" y="341302"/>
                    <a:pt x="661064" y="332130"/>
                  </a:cubicBezTo>
                  <a:cubicBezTo>
                    <a:pt x="687438" y="315649"/>
                    <a:pt x="678139" y="277079"/>
                    <a:pt x="668301" y="236249"/>
                  </a:cubicBezTo>
                  <a:cubicBezTo>
                    <a:pt x="665132" y="223090"/>
                    <a:pt x="661847" y="209489"/>
                    <a:pt x="659624" y="196158"/>
                  </a:cubicBezTo>
                  <a:cubicBezTo>
                    <a:pt x="649893" y="137785"/>
                    <a:pt x="679048" y="35694"/>
                    <a:pt x="706898" y="7853"/>
                  </a:cubicBezTo>
                  <a:cubicBezTo>
                    <a:pt x="729230" y="-14452"/>
                    <a:pt x="822329" y="14658"/>
                    <a:pt x="915815" y="46387"/>
                  </a:cubicBezTo>
                  <a:cubicBezTo>
                    <a:pt x="930353" y="51320"/>
                    <a:pt x="942909" y="55587"/>
                    <a:pt x="951253" y="58098"/>
                  </a:cubicBezTo>
                  <a:cubicBezTo>
                    <a:pt x="974584" y="65092"/>
                    <a:pt x="1046585" y="93418"/>
                    <a:pt x="1116209" y="120818"/>
                  </a:cubicBezTo>
                  <a:cubicBezTo>
                    <a:pt x="1185689" y="148155"/>
                    <a:pt x="1257536" y="176418"/>
                    <a:pt x="1280597" y="183349"/>
                  </a:cubicBezTo>
                  <a:cubicBezTo>
                    <a:pt x="1325882" y="196923"/>
                    <a:pt x="1472763" y="160495"/>
                    <a:pt x="1528976" y="137065"/>
                  </a:cubicBezTo>
                  <a:cubicBezTo>
                    <a:pt x="1560030" y="124131"/>
                    <a:pt x="1606593" y="98378"/>
                    <a:pt x="1651626" y="73472"/>
                  </a:cubicBezTo>
                  <a:cubicBezTo>
                    <a:pt x="1686658" y="54101"/>
                    <a:pt x="1719729" y="35811"/>
                    <a:pt x="1742250" y="25405"/>
                  </a:cubicBezTo>
                  <a:cubicBezTo>
                    <a:pt x="1781621" y="7250"/>
                    <a:pt x="1836636" y="24433"/>
                    <a:pt x="1880841" y="38268"/>
                  </a:cubicBezTo>
                  <a:cubicBezTo>
                    <a:pt x="1895351" y="42805"/>
                    <a:pt x="1909060" y="47090"/>
                    <a:pt x="1920519" y="49592"/>
                  </a:cubicBezTo>
                  <a:cubicBezTo>
                    <a:pt x="1940825" y="54020"/>
                    <a:pt x="1956838" y="76532"/>
                    <a:pt x="1966695" y="94634"/>
                  </a:cubicBezTo>
                  <a:cubicBezTo>
                    <a:pt x="1989629" y="136732"/>
                    <a:pt x="2001628" y="195294"/>
                    <a:pt x="1992384" y="219939"/>
                  </a:cubicBezTo>
                  <a:cubicBezTo>
                    <a:pt x="1976802" y="261507"/>
                    <a:pt x="1696542" y="282290"/>
                    <a:pt x="1632237" y="282290"/>
                  </a:cubicBezTo>
                  <a:cubicBezTo>
                    <a:pt x="1554701" y="282290"/>
                    <a:pt x="1331274" y="337927"/>
                    <a:pt x="1271344" y="356370"/>
                  </a:cubicBezTo>
                  <a:cubicBezTo>
                    <a:pt x="1213818" y="374066"/>
                    <a:pt x="1134752" y="519462"/>
                    <a:pt x="1120386" y="573344"/>
                  </a:cubicBezTo>
                  <a:cubicBezTo>
                    <a:pt x="1106019" y="627225"/>
                    <a:pt x="990606" y="799975"/>
                    <a:pt x="961847" y="828743"/>
                  </a:cubicBezTo>
                  <a:cubicBezTo>
                    <a:pt x="946663" y="843919"/>
                    <a:pt x="875814" y="840147"/>
                    <a:pt x="793804" y="835809"/>
                  </a:cubicBezTo>
                  <a:cubicBezTo>
                    <a:pt x="717817" y="831768"/>
                    <a:pt x="639227" y="827618"/>
                    <a:pt x="603366" y="838806"/>
                  </a:cubicBezTo>
                  <a:cubicBezTo>
                    <a:pt x="572033" y="848591"/>
                    <a:pt x="507306" y="870067"/>
                    <a:pt x="438771" y="892813"/>
                  </a:cubicBezTo>
                  <a:cubicBezTo>
                    <a:pt x="346698" y="923355"/>
                    <a:pt x="242347" y="957973"/>
                    <a:pt x="205343" y="968711"/>
                  </a:cubicBezTo>
                  <a:cubicBezTo>
                    <a:pt x="189312" y="973356"/>
                    <a:pt x="169806" y="975750"/>
                    <a:pt x="149248" y="975750"/>
                  </a:cubicBezTo>
                  <a:close/>
                  <a:moveTo>
                    <a:pt x="6930" y="908781"/>
                  </a:moveTo>
                  <a:cubicBezTo>
                    <a:pt x="30270" y="963248"/>
                    <a:pt x="142641" y="980368"/>
                    <a:pt x="203588" y="962653"/>
                  </a:cubicBezTo>
                  <a:cubicBezTo>
                    <a:pt x="240484" y="951951"/>
                    <a:pt x="344771" y="917350"/>
                    <a:pt x="436790" y="886828"/>
                  </a:cubicBezTo>
                  <a:cubicBezTo>
                    <a:pt x="505353" y="864082"/>
                    <a:pt x="570107" y="842596"/>
                    <a:pt x="601494" y="832785"/>
                  </a:cubicBezTo>
                  <a:cubicBezTo>
                    <a:pt x="638444" y="821254"/>
                    <a:pt x="717592" y="825449"/>
                    <a:pt x="794155" y="829517"/>
                  </a:cubicBezTo>
                  <a:cubicBezTo>
                    <a:pt x="867938" y="833442"/>
                    <a:pt x="944205" y="837492"/>
                    <a:pt x="957383" y="824296"/>
                  </a:cubicBezTo>
                  <a:cubicBezTo>
                    <a:pt x="985872" y="795808"/>
                    <a:pt x="1100628" y="622931"/>
                    <a:pt x="1114283" y="571732"/>
                  </a:cubicBezTo>
                  <a:cubicBezTo>
                    <a:pt x="1127253" y="523099"/>
                    <a:pt x="1205887" y="369917"/>
                    <a:pt x="1269481" y="350357"/>
                  </a:cubicBezTo>
                  <a:cubicBezTo>
                    <a:pt x="1331589" y="331248"/>
                    <a:pt x="1552784" y="275989"/>
                    <a:pt x="1632237" y="275989"/>
                  </a:cubicBezTo>
                  <a:cubicBezTo>
                    <a:pt x="1725930" y="275989"/>
                    <a:pt x="1974318" y="250156"/>
                    <a:pt x="1986470" y="217734"/>
                  </a:cubicBezTo>
                  <a:cubicBezTo>
                    <a:pt x="1995021" y="194934"/>
                    <a:pt x="1982950" y="137704"/>
                    <a:pt x="1961141" y="97667"/>
                  </a:cubicBezTo>
                  <a:cubicBezTo>
                    <a:pt x="1948098" y="73706"/>
                    <a:pt x="1933192" y="58836"/>
                    <a:pt x="1919168" y="55776"/>
                  </a:cubicBezTo>
                  <a:cubicBezTo>
                    <a:pt x="1907431" y="53219"/>
                    <a:pt x="1893596" y="48890"/>
                    <a:pt x="1878942" y="44308"/>
                  </a:cubicBezTo>
                  <a:cubicBezTo>
                    <a:pt x="1835763" y="30797"/>
                    <a:pt x="1782053" y="14010"/>
                    <a:pt x="1744896" y="31157"/>
                  </a:cubicBezTo>
                  <a:cubicBezTo>
                    <a:pt x="1722582" y="41455"/>
                    <a:pt x="1689602" y="59700"/>
                    <a:pt x="1654677" y="79008"/>
                  </a:cubicBezTo>
                  <a:cubicBezTo>
                    <a:pt x="1609501" y="103995"/>
                    <a:pt x="1562775" y="129828"/>
                    <a:pt x="1531397" y="142907"/>
                  </a:cubicBezTo>
                  <a:cubicBezTo>
                    <a:pt x="1474492" y="166616"/>
                    <a:pt x="1325360" y="203404"/>
                    <a:pt x="1278770" y="189398"/>
                  </a:cubicBezTo>
                  <a:cubicBezTo>
                    <a:pt x="1255457" y="182404"/>
                    <a:pt x="1183475" y="154086"/>
                    <a:pt x="1113877" y="126705"/>
                  </a:cubicBezTo>
                  <a:cubicBezTo>
                    <a:pt x="1044361" y="99350"/>
                    <a:pt x="972487" y="71078"/>
                    <a:pt x="949417" y="64156"/>
                  </a:cubicBezTo>
                  <a:cubicBezTo>
                    <a:pt x="940955" y="61617"/>
                    <a:pt x="928354" y="57342"/>
                    <a:pt x="913763" y="52391"/>
                  </a:cubicBezTo>
                  <a:cubicBezTo>
                    <a:pt x="850494" y="30914"/>
                    <a:pt x="732731" y="-9069"/>
                    <a:pt x="711344" y="12336"/>
                  </a:cubicBezTo>
                  <a:cubicBezTo>
                    <a:pt x="685043" y="38637"/>
                    <a:pt x="656554" y="139441"/>
                    <a:pt x="665835" y="195141"/>
                  </a:cubicBezTo>
                  <a:cubicBezTo>
                    <a:pt x="668022" y="208246"/>
                    <a:pt x="671271" y="221739"/>
                    <a:pt x="674421" y="234782"/>
                  </a:cubicBezTo>
                  <a:cubicBezTo>
                    <a:pt x="684818" y="277889"/>
                    <a:pt x="694629" y="318610"/>
                    <a:pt x="664394" y="337495"/>
                  </a:cubicBezTo>
                  <a:cubicBezTo>
                    <a:pt x="649119" y="347045"/>
                    <a:pt x="617138" y="358035"/>
                    <a:pt x="580099" y="370772"/>
                  </a:cubicBezTo>
                  <a:cubicBezTo>
                    <a:pt x="527163" y="388963"/>
                    <a:pt x="467179" y="409594"/>
                    <a:pt x="446935" y="429829"/>
                  </a:cubicBezTo>
                  <a:cubicBezTo>
                    <a:pt x="437141" y="439622"/>
                    <a:pt x="422820" y="449082"/>
                    <a:pt x="406232" y="460046"/>
                  </a:cubicBezTo>
                  <a:cubicBezTo>
                    <a:pt x="363629" y="488192"/>
                    <a:pt x="310603" y="523225"/>
                    <a:pt x="304032" y="585648"/>
                  </a:cubicBezTo>
                  <a:cubicBezTo>
                    <a:pt x="296606" y="656253"/>
                    <a:pt x="249161" y="696606"/>
                    <a:pt x="211050" y="729037"/>
                  </a:cubicBezTo>
                  <a:cubicBezTo>
                    <a:pt x="200653" y="737876"/>
                    <a:pt x="190833" y="746238"/>
                    <a:pt x="182516" y="754546"/>
                  </a:cubicBezTo>
                  <a:cubicBezTo>
                    <a:pt x="168924" y="768138"/>
                    <a:pt x="142299" y="787158"/>
                    <a:pt x="114116" y="807284"/>
                  </a:cubicBezTo>
                  <a:cubicBezTo>
                    <a:pt x="65429" y="842065"/>
                    <a:pt x="-1270" y="889699"/>
                    <a:pt x="6912" y="908791"/>
                  </a:cubicBezTo>
                  <a:lnTo>
                    <a:pt x="6912" y="90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8" name="Google Shape;10788;p28"/>
            <p:cNvSpPr/>
            <p:nvPr/>
          </p:nvSpPr>
          <p:spPr>
            <a:xfrm>
              <a:off x="8822964" y="4649420"/>
              <a:ext cx="600763" cy="384853"/>
            </a:xfrm>
            <a:custGeom>
              <a:avLst/>
              <a:gdLst/>
              <a:ahLst/>
              <a:cxnLst/>
              <a:rect l="l" t="t" r="r" b="b"/>
              <a:pathLst>
                <a:path w="755677" h="484092" extrusionOk="0">
                  <a:moveTo>
                    <a:pt x="28417" y="484065"/>
                  </a:moveTo>
                  <a:cubicBezTo>
                    <a:pt x="22206" y="484065"/>
                    <a:pt x="16913" y="482013"/>
                    <a:pt x="12629" y="477927"/>
                  </a:cubicBezTo>
                  <a:cubicBezTo>
                    <a:pt x="-9307" y="457008"/>
                    <a:pt x="2781" y="386916"/>
                    <a:pt x="8596" y="353224"/>
                  </a:cubicBezTo>
                  <a:lnTo>
                    <a:pt x="9749" y="346500"/>
                  </a:lnTo>
                  <a:cubicBezTo>
                    <a:pt x="15860" y="309820"/>
                    <a:pt x="129095" y="230520"/>
                    <a:pt x="177494" y="198125"/>
                  </a:cubicBezTo>
                  <a:lnTo>
                    <a:pt x="177494" y="198125"/>
                  </a:lnTo>
                  <a:cubicBezTo>
                    <a:pt x="227226" y="164821"/>
                    <a:pt x="274473" y="174092"/>
                    <a:pt x="316157" y="182283"/>
                  </a:cubicBezTo>
                  <a:cubicBezTo>
                    <a:pt x="332612" y="185514"/>
                    <a:pt x="348157" y="188566"/>
                    <a:pt x="362280" y="188566"/>
                  </a:cubicBezTo>
                  <a:cubicBezTo>
                    <a:pt x="398203" y="188566"/>
                    <a:pt x="419599" y="154595"/>
                    <a:pt x="446675" y="111597"/>
                  </a:cubicBezTo>
                  <a:cubicBezTo>
                    <a:pt x="455802" y="97114"/>
                    <a:pt x="465235" y="82136"/>
                    <a:pt x="476171" y="66834"/>
                  </a:cubicBezTo>
                  <a:cubicBezTo>
                    <a:pt x="523977" y="0"/>
                    <a:pt x="649687" y="0"/>
                    <a:pt x="717232" y="0"/>
                  </a:cubicBezTo>
                  <a:cubicBezTo>
                    <a:pt x="735063" y="0"/>
                    <a:pt x="746873" y="5284"/>
                    <a:pt x="752319" y="15698"/>
                  </a:cubicBezTo>
                  <a:cubicBezTo>
                    <a:pt x="769908" y="49290"/>
                    <a:pt x="714631" y="129032"/>
                    <a:pt x="674270" y="187251"/>
                  </a:cubicBezTo>
                  <a:lnTo>
                    <a:pt x="669913" y="193534"/>
                  </a:lnTo>
                  <a:cubicBezTo>
                    <a:pt x="635340" y="243473"/>
                    <a:pt x="619219" y="311009"/>
                    <a:pt x="607454" y="360317"/>
                  </a:cubicBezTo>
                  <a:cubicBezTo>
                    <a:pt x="602225" y="382235"/>
                    <a:pt x="597697" y="401174"/>
                    <a:pt x="592619" y="414702"/>
                  </a:cubicBezTo>
                  <a:cubicBezTo>
                    <a:pt x="578092" y="453489"/>
                    <a:pt x="466162" y="430823"/>
                    <a:pt x="384423" y="414270"/>
                  </a:cubicBezTo>
                  <a:cubicBezTo>
                    <a:pt x="366843" y="410706"/>
                    <a:pt x="351667" y="407637"/>
                    <a:pt x="339561" y="405620"/>
                  </a:cubicBezTo>
                  <a:cubicBezTo>
                    <a:pt x="293295" y="397915"/>
                    <a:pt x="186838" y="433884"/>
                    <a:pt x="109112" y="460149"/>
                  </a:cubicBezTo>
                  <a:cubicBezTo>
                    <a:pt x="77671" y="470771"/>
                    <a:pt x="50524" y="479943"/>
                    <a:pt x="35726" y="483237"/>
                  </a:cubicBezTo>
                  <a:cubicBezTo>
                    <a:pt x="33160" y="483804"/>
                    <a:pt x="30730" y="484093"/>
                    <a:pt x="28417" y="484093"/>
                  </a:cubicBezTo>
                  <a:close/>
                  <a:moveTo>
                    <a:pt x="255805" y="180915"/>
                  </a:moveTo>
                  <a:cubicBezTo>
                    <a:pt x="231745" y="180915"/>
                    <a:pt x="206622" y="186216"/>
                    <a:pt x="181005" y="203363"/>
                  </a:cubicBezTo>
                  <a:lnTo>
                    <a:pt x="181005" y="203363"/>
                  </a:lnTo>
                  <a:cubicBezTo>
                    <a:pt x="143776" y="228288"/>
                    <a:pt x="21837" y="312323"/>
                    <a:pt x="15968" y="347536"/>
                  </a:cubicBezTo>
                  <a:lnTo>
                    <a:pt x="14816" y="354295"/>
                  </a:lnTo>
                  <a:cubicBezTo>
                    <a:pt x="9631" y="384359"/>
                    <a:pt x="-2511" y="454767"/>
                    <a:pt x="16985" y="473354"/>
                  </a:cubicBezTo>
                  <a:cubicBezTo>
                    <a:pt x="21315" y="477477"/>
                    <a:pt x="27004" y="478683"/>
                    <a:pt x="34358" y="477045"/>
                  </a:cubicBezTo>
                  <a:cubicBezTo>
                    <a:pt x="48822" y="473831"/>
                    <a:pt x="75826" y="464704"/>
                    <a:pt x="107096" y="454146"/>
                  </a:cubicBezTo>
                  <a:cubicBezTo>
                    <a:pt x="185461" y="427655"/>
                    <a:pt x="292782" y="391362"/>
                    <a:pt x="340605" y="399373"/>
                  </a:cubicBezTo>
                  <a:cubicBezTo>
                    <a:pt x="352828" y="401407"/>
                    <a:pt x="368058" y="404495"/>
                    <a:pt x="385692" y="408059"/>
                  </a:cubicBezTo>
                  <a:cubicBezTo>
                    <a:pt x="456135" y="422335"/>
                    <a:pt x="574050" y="446216"/>
                    <a:pt x="586715" y="412470"/>
                  </a:cubicBezTo>
                  <a:cubicBezTo>
                    <a:pt x="591648" y="399311"/>
                    <a:pt x="596121" y="380561"/>
                    <a:pt x="601306" y="358841"/>
                  </a:cubicBezTo>
                  <a:cubicBezTo>
                    <a:pt x="613188" y="309046"/>
                    <a:pt x="629462" y="240844"/>
                    <a:pt x="664719" y="189934"/>
                  </a:cubicBezTo>
                  <a:lnTo>
                    <a:pt x="669076" y="183642"/>
                  </a:lnTo>
                  <a:cubicBezTo>
                    <a:pt x="706295" y="129959"/>
                    <a:pt x="762544" y="48831"/>
                    <a:pt x="746720" y="18623"/>
                  </a:cubicBezTo>
                  <a:cubicBezTo>
                    <a:pt x="742444" y="10459"/>
                    <a:pt x="732517" y="6319"/>
                    <a:pt x="717223" y="6319"/>
                  </a:cubicBezTo>
                  <a:cubicBezTo>
                    <a:pt x="650821" y="6319"/>
                    <a:pt x="527208" y="6319"/>
                    <a:pt x="481302" y="70515"/>
                  </a:cubicBezTo>
                  <a:cubicBezTo>
                    <a:pt x="470474" y="85664"/>
                    <a:pt x="461086" y="100570"/>
                    <a:pt x="452012" y="114972"/>
                  </a:cubicBezTo>
                  <a:cubicBezTo>
                    <a:pt x="423893" y="159618"/>
                    <a:pt x="401669" y="194894"/>
                    <a:pt x="362262" y="194894"/>
                  </a:cubicBezTo>
                  <a:cubicBezTo>
                    <a:pt x="347527" y="194894"/>
                    <a:pt x="331685" y="191779"/>
                    <a:pt x="314924" y="188493"/>
                  </a:cubicBezTo>
                  <a:cubicBezTo>
                    <a:pt x="296247" y="184830"/>
                    <a:pt x="276409" y="180933"/>
                    <a:pt x="255787" y="180933"/>
                  </a:cubicBezTo>
                  <a:close/>
                  <a:moveTo>
                    <a:pt x="179249" y="200735"/>
                  </a:moveTo>
                  <a:lnTo>
                    <a:pt x="179331" y="200735"/>
                  </a:lnTo>
                  <a:lnTo>
                    <a:pt x="179249" y="2007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9" name="Google Shape;10789;p28"/>
            <p:cNvSpPr/>
            <p:nvPr/>
          </p:nvSpPr>
          <p:spPr>
            <a:xfrm>
              <a:off x="3516133" y="4066933"/>
              <a:ext cx="7361894" cy="2196154"/>
            </a:xfrm>
            <a:custGeom>
              <a:avLst/>
              <a:gdLst/>
              <a:ahLst/>
              <a:cxnLst/>
              <a:rect l="l" t="t" r="r" b="b"/>
              <a:pathLst>
                <a:path w="9260244" h="2762458" extrusionOk="0">
                  <a:moveTo>
                    <a:pt x="9069167" y="2762459"/>
                  </a:moveTo>
                  <a:cubicBezTo>
                    <a:pt x="9068987" y="2762459"/>
                    <a:pt x="9068897" y="2762450"/>
                    <a:pt x="9068717" y="2762432"/>
                  </a:cubicBezTo>
                  <a:cubicBezTo>
                    <a:pt x="9067006" y="2762225"/>
                    <a:pt x="9065836" y="2760640"/>
                    <a:pt x="9066017" y="2758912"/>
                  </a:cubicBezTo>
                  <a:cubicBezTo>
                    <a:pt x="9066197" y="2757256"/>
                    <a:pt x="9086450" y="2592525"/>
                    <a:pt x="9099771" y="2514998"/>
                  </a:cubicBezTo>
                  <a:cubicBezTo>
                    <a:pt x="9110662" y="2451747"/>
                    <a:pt x="9168000" y="2373950"/>
                    <a:pt x="9205895" y="2322463"/>
                  </a:cubicBezTo>
                  <a:cubicBezTo>
                    <a:pt x="9215166" y="2309933"/>
                    <a:pt x="9223177" y="2299096"/>
                    <a:pt x="9228578" y="2290968"/>
                  </a:cubicBezTo>
                  <a:cubicBezTo>
                    <a:pt x="9247660" y="2262389"/>
                    <a:pt x="9263593" y="2187607"/>
                    <a:pt x="9246580" y="2142835"/>
                  </a:cubicBezTo>
                  <a:cubicBezTo>
                    <a:pt x="9239920" y="2125121"/>
                    <a:pt x="9228758" y="2114104"/>
                    <a:pt x="9213546" y="2110098"/>
                  </a:cubicBezTo>
                  <a:cubicBezTo>
                    <a:pt x="9149188" y="2093185"/>
                    <a:pt x="9033073" y="1964693"/>
                    <a:pt x="9012190" y="1908976"/>
                  </a:cubicBezTo>
                  <a:cubicBezTo>
                    <a:pt x="8993107" y="1858227"/>
                    <a:pt x="8863490" y="1797253"/>
                    <a:pt x="8778870" y="1775884"/>
                  </a:cubicBezTo>
                  <a:cubicBezTo>
                    <a:pt x="8698301" y="1755542"/>
                    <a:pt x="8359271" y="1693613"/>
                    <a:pt x="8292123" y="1681408"/>
                  </a:cubicBezTo>
                  <a:cubicBezTo>
                    <a:pt x="8217656" y="1667870"/>
                    <a:pt x="8108138" y="1599596"/>
                    <a:pt x="8080748" y="1558515"/>
                  </a:cubicBezTo>
                  <a:cubicBezTo>
                    <a:pt x="8052592" y="1516281"/>
                    <a:pt x="8080370" y="1461086"/>
                    <a:pt x="8107715" y="1417700"/>
                  </a:cubicBezTo>
                  <a:cubicBezTo>
                    <a:pt x="8123432" y="1392758"/>
                    <a:pt x="8184792" y="1348751"/>
                    <a:pt x="8244128" y="1306184"/>
                  </a:cubicBezTo>
                  <a:cubicBezTo>
                    <a:pt x="8288837" y="1274122"/>
                    <a:pt x="8331070" y="1243824"/>
                    <a:pt x="8351215" y="1223680"/>
                  </a:cubicBezTo>
                  <a:cubicBezTo>
                    <a:pt x="8399758" y="1175145"/>
                    <a:pt x="8598342" y="1114405"/>
                    <a:pt x="8683241" y="1101255"/>
                  </a:cubicBezTo>
                  <a:cubicBezTo>
                    <a:pt x="8702081" y="1098338"/>
                    <a:pt x="8725421" y="1094477"/>
                    <a:pt x="8751192" y="1090210"/>
                  </a:cubicBezTo>
                  <a:cubicBezTo>
                    <a:pt x="8843607" y="1074908"/>
                    <a:pt x="8970154" y="1053953"/>
                    <a:pt x="9028662" y="1053953"/>
                  </a:cubicBezTo>
                  <a:cubicBezTo>
                    <a:pt x="9079518" y="1053953"/>
                    <a:pt x="9090500" y="1003826"/>
                    <a:pt x="9100221" y="959594"/>
                  </a:cubicBezTo>
                  <a:cubicBezTo>
                    <a:pt x="9104092" y="942132"/>
                    <a:pt x="9107692" y="925641"/>
                    <a:pt x="9113633" y="913913"/>
                  </a:cubicBezTo>
                  <a:cubicBezTo>
                    <a:pt x="9133345" y="874407"/>
                    <a:pt x="9151798" y="747067"/>
                    <a:pt x="9151798" y="706013"/>
                  </a:cubicBezTo>
                  <a:cubicBezTo>
                    <a:pt x="9151798" y="678172"/>
                    <a:pt x="9098331" y="633193"/>
                    <a:pt x="9055395" y="597062"/>
                  </a:cubicBezTo>
                  <a:cubicBezTo>
                    <a:pt x="9038833" y="583182"/>
                    <a:pt x="9023261" y="570068"/>
                    <a:pt x="9012910" y="559707"/>
                  </a:cubicBezTo>
                  <a:cubicBezTo>
                    <a:pt x="8975465" y="522272"/>
                    <a:pt x="8924248" y="471010"/>
                    <a:pt x="8924248" y="395427"/>
                  </a:cubicBezTo>
                  <a:cubicBezTo>
                    <a:pt x="8924248" y="319844"/>
                    <a:pt x="8904535" y="181235"/>
                    <a:pt x="8877442" y="135977"/>
                  </a:cubicBezTo>
                  <a:cubicBezTo>
                    <a:pt x="8852149" y="93923"/>
                    <a:pt x="8608360" y="34642"/>
                    <a:pt x="8548881" y="27207"/>
                  </a:cubicBezTo>
                  <a:cubicBezTo>
                    <a:pt x="8495684" y="20546"/>
                    <a:pt x="8315499" y="66956"/>
                    <a:pt x="8288180" y="94283"/>
                  </a:cubicBezTo>
                  <a:cubicBezTo>
                    <a:pt x="8254308" y="128155"/>
                    <a:pt x="7999008" y="185222"/>
                    <a:pt x="7849840" y="216213"/>
                  </a:cubicBezTo>
                  <a:cubicBezTo>
                    <a:pt x="7642858" y="259221"/>
                    <a:pt x="7403895" y="214674"/>
                    <a:pt x="7239885" y="169722"/>
                  </a:cubicBezTo>
                  <a:cubicBezTo>
                    <a:pt x="7180422" y="153421"/>
                    <a:pt x="7080185" y="117263"/>
                    <a:pt x="6983242" y="82285"/>
                  </a:cubicBezTo>
                  <a:cubicBezTo>
                    <a:pt x="6885598" y="47054"/>
                    <a:pt x="6793354" y="13768"/>
                    <a:pt x="6759401" y="7035"/>
                  </a:cubicBezTo>
                  <a:cubicBezTo>
                    <a:pt x="6693468" y="-6017"/>
                    <a:pt x="6464018" y="156508"/>
                    <a:pt x="6431830" y="206411"/>
                  </a:cubicBezTo>
                  <a:cubicBezTo>
                    <a:pt x="6398598" y="257943"/>
                    <a:pt x="6409660" y="363455"/>
                    <a:pt x="6478672" y="432467"/>
                  </a:cubicBezTo>
                  <a:cubicBezTo>
                    <a:pt x="6550493" y="504296"/>
                    <a:pt x="6479077" y="694293"/>
                    <a:pt x="6445503" y="761442"/>
                  </a:cubicBezTo>
                  <a:cubicBezTo>
                    <a:pt x="6410695" y="831057"/>
                    <a:pt x="6290260" y="914786"/>
                    <a:pt x="6221554" y="958496"/>
                  </a:cubicBezTo>
                  <a:cubicBezTo>
                    <a:pt x="6174964" y="988146"/>
                    <a:pt x="6097049" y="1022899"/>
                    <a:pt x="6021691" y="1056510"/>
                  </a:cubicBezTo>
                  <a:cubicBezTo>
                    <a:pt x="5975875" y="1076943"/>
                    <a:pt x="5932598" y="1096241"/>
                    <a:pt x="5897187" y="1113955"/>
                  </a:cubicBezTo>
                  <a:cubicBezTo>
                    <a:pt x="5828148" y="1148475"/>
                    <a:pt x="5713563" y="1133290"/>
                    <a:pt x="5629897" y="1122210"/>
                  </a:cubicBezTo>
                  <a:cubicBezTo>
                    <a:pt x="5597781" y="1117961"/>
                    <a:pt x="5570048" y="1114288"/>
                    <a:pt x="5551425" y="1114288"/>
                  </a:cubicBezTo>
                  <a:cubicBezTo>
                    <a:pt x="5520731" y="1114288"/>
                    <a:pt x="5463411" y="1098401"/>
                    <a:pt x="5384075" y="1076429"/>
                  </a:cubicBezTo>
                  <a:cubicBezTo>
                    <a:pt x="5286466" y="1049381"/>
                    <a:pt x="5164986" y="1015725"/>
                    <a:pt x="5031030" y="994231"/>
                  </a:cubicBezTo>
                  <a:cubicBezTo>
                    <a:pt x="4822932" y="960863"/>
                    <a:pt x="4457943" y="1016635"/>
                    <a:pt x="4258909" y="1052873"/>
                  </a:cubicBezTo>
                  <a:lnTo>
                    <a:pt x="4255633" y="1053476"/>
                  </a:lnTo>
                  <a:cubicBezTo>
                    <a:pt x="4181211" y="1067005"/>
                    <a:pt x="3976902" y="1125288"/>
                    <a:pt x="3912949" y="1189241"/>
                  </a:cubicBezTo>
                  <a:cubicBezTo>
                    <a:pt x="3842235" y="1259954"/>
                    <a:pt x="3776680" y="1305338"/>
                    <a:pt x="3614586" y="1357221"/>
                  </a:cubicBezTo>
                  <a:cubicBezTo>
                    <a:pt x="3562560" y="1373864"/>
                    <a:pt x="3505276" y="1389913"/>
                    <a:pt x="3449883" y="1405422"/>
                  </a:cubicBezTo>
                  <a:cubicBezTo>
                    <a:pt x="3326063" y="1440095"/>
                    <a:pt x="3209110" y="1472859"/>
                    <a:pt x="3176985" y="1504976"/>
                  </a:cubicBezTo>
                  <a:cubicBezTo>
                    <a:pt x="3137938" y="1544023"/>
                    <a:pt x="3181629" y="1698906"/>
                    <a:pt x="3200298" y="1765047"/>
                  </a:cubicBezTo>
                  <a:cubicBezTo>
                    <a:pt x="3203655" y="1776955"/>
                    <a:pt x="3206311" y="1786353"/>
                    <a:pt x="3207733" y="1792338"/>
                  </a:cubicBezTo>
                  <a:cubicBezTo>
                    <a:pt x="3218318" y="1836750"/>
                    <a:pt x="3038232" y="1966268"/>
                    <a:pt x="2991497" y="1991652"/>
                  </a:cubicBezTo>
                  <a:cubicBezTo>
                    <a:pt x="2943368" y="2017791"/>
                    <a:pt x="2836038" y="2122745"/>
                    <a:pt x="2792130" y="2166661"/>
                  </a:cubicBezTo>
                  <a:cubicBezTo>
                    <a:pt x="2763759" y="2195033"/>
                    <a:pt x="2669219" y="2210236"/>
                    <a:pt x="2600198" y="2221335"/>
                  </a:cubicBezTo>
                  <a:cubicBezTo>
                    <a:pt x="2568856" y="2226375"/>
                    <a:pt x="2541790" y="2230732"/>
                    <a:pt x="2529926" y="2234927"/>
                  </a:cubicBezTo>
                  <a:cubicBezTo>
                    <a:pt x="2489691" y="2249094"/>
                    <a:pt x="2294770" y="2187103"/>
                    <a:pt x="2241582" y="2160505"/>
                  </a:cubicBezTo>
                  <a:cubicBezTo>
                    <a:pt x="2213390" y="2146409"/>
                    <a:pt x="2162363" y="2149433"/>
                    <a:pt x="2117294" y="2152098"/>
                  </a:cubicBezTo>
                  <a:cubicBezTo>
                    <a:pt x="2076698" y="2154510"/>
                    <a:pt x="2038335" y="2156778"/>
                    <a:pt x="2018776" y="2146994"/>
                  </a:cubicBezTo>
                  <a:cubicBezTo>
                    <a:pt x="1977343" y="2126282"/>
                    <a:pt x="2036940" y="1953198"/>
                    <a:pt x="2064493" y="1879740"/>
                  </a:cubicBezTo>
                  <a:cubicBezTo>
                    <a:pt x="2085312" y="1824220"/>
                    <a:pt x="2167565" y="1763129"/>
                    <a:pt x="2235074" y="1736126"/>
                  </a:cubicBezTo>
                  <a:cubicBezTo>
                    <a:pt x="2304095" y="1708519"/>
                    <a:pt x="2401002" y="1600874"/>
                    <a:pt x="2395223" y="1577777"/>
                  </a:cubicBezTo>
                  <a:cubicBezTo>
                    <a:pt x="2390867" y="1560360"/>
                    <a:pt x="2257757" y="1571422"/>
                    <a:pt x="2200933" y="1576139"/>
                  </a:cubicBezTo>
                  <a:cubicBezTo>
                    <a:pt x="2173785" y="1578389"/>
                    <a:pt x="2152335" y="1580171"/>
                    <a:pt x="2141723" y="1580171"/>
                  </a:cubicBezTo>
                  <a:cubicBezTo>
                    <a:pt x="2102784" y="1580171"/>
                    <a:pt x="1954174" y="1620308"/>
                    <a:pt x="1904065" y="1647311"/>
                  </a:cubicBezTo>
                  <a:cubicBezTo>
                    <a:pt x="1875846" y="1662523"/>
                    <a:pt x="1851687" y="1701165"/>
                    <a:pt x="1828320" y="1738538"/>
                  </a:cubicBezTo>
                  <a:cubicBezTo>
                    <a:pt x="1810858" y="1766478"/>
                    <a:pt x="1792801" y="1795354"/>
                    <a:pt x="1772602" y="1815561"/>
                  </a:cubicBezTo>
                  <a:cubicBezTo>
                    <a:pt x="1725094" y="1863060"/>
                    <a:pt x="1463979" y="2004307"/>
                    <a:pt x="1400017" y="2025631"/>
                  </a:cubicBezTo>
                  <a:cubicBezTo>
                    <a:pt x="1333957" y="2047648"/>
                    <a:pt x="1087487" y="2049421"/>
                    <a:pt x="1085047" y="2049421"/>
                  </a:cubicBezTo>
                  <a:cubicBezTo>
                    <a:pt x="1064246" y="2049421"/>
                    <a:pt x="951362" y="2173115"/>
                    <a:pt x="883916" y="2247024"/>
                  </a:cubicBezTo>
                  <a:cubicBezTo>
                    <a:pt x="856795" y="2276746"/>
                    <a:pt x="833374" y="2302408"/>
                    <a:pt x="820583" y="2315199"/>
                  </a:cubicBezTo>
                  <a:cubicBezTo>
                    <a:pt x="771311" y="2364480"/>
                    <a:pt x="587561" y="2464763"/>
                    <a:pt x="447205" y="2474223"/>
                  </a:cubicBezTo>
                  <a:cubicBezTo>
                    <a:pt x="306553" y="2483638"/>
                    <a:pt x="5409" y="2407668"/>
                    <a:pt x="2385" y="2406885"/>
                  </a:cubicBezTo>
                  <a:cubicBezTo>
                    <a:pt x="693" y="2406462"/>
                    <a:pt x="-333" y="2404734"/>
                    <a:pt x="99" y="2403050"/>
                  </a:cubicBezTo>
                  <a:cubicBezTo>
                    <a:pt x="522" y="2401367"/>
                    <a:pt x="2214" y="2400305"/>
                    <a:pt x="3933" y="2400764"/>
                  </a:cubicBezTo>
                  <a:cubicBezTo>
                    <a:pt x="6949" y="2401529"/>
                    <a:pt x="307255" y="2477346"/>
                    <a:pt x="446773" y="2467913"/>
                  </a:cubicBezTo>
                  <a:cubicBezTo>
                    <a:pt x="585680" y="2458552"/>
                    <a:pt x="767413" y="2359431"/>
                    <a:pt x="816110" y="2310725"/>
                  </a:cubicBezTo>
                  <a:cubicBezTo>
                    <a:pt x="828802" y="2298034"/>
                    <a:pt x="852178" y="2272416"/>
                    <a:pt x="879253" y="2242757"/>
                  </a:cubicBezTo>
                  <a:cubicBezTo>
                    <a:pt x="978941" y="2133519"/>
                    <a:pt x="1063237" y="2043093"/>
                    <a:pt x="1085047" y="2043093"/>
                  </a:cubicBezTo>
                  <a:cubicBezTo>
                    <a:pt x="1124940" y="2043093"/>
                    <a:pt x="1339844" y="2039015"/>
                    <a:pt x="1398009" y="2019627"/>
                  </a:cubicBezTo>
                  <a:cubicBezTo>
                    <a:pt x="1459919" y="1998987"/>
                    <a:pt x="1722475" y="1856733"/>
                    <a:pt x="1768129" y="1811088"/>
                  </a:cubicBezTo>
                  <a:cubicBezTo>
                    <a:pt x="1787823" y="1791393"/>
                    <a:pt x="1805682" y="1762815"/>
                    <a:pt x="1822964" y="1735181"/>
                  </a:cubicBezTo>
                  <a:cubicBezTo>
                    <a:pt x="1846763" y="1697106"/>
                    <a:pt x="1871363" y="1657753"/>
                    <a:pt x="1901058" y="1641739"/>
                  </a:cubicBezTo>
                  <a:cubicBezTo>
                    <a:pt x="1952968" y="1613755"/>
                    <a:pt x="2101209" y="1573844"/>
                    <a:pt x="2141714" y="1573844"/>
                  </a:cubicBezTo>
                  <a:cubicBezTo>
                    <a:pt x="2152065" y="1573844"/>
                    <a:pt x="2173398" y="1572070"/>
                    <a:pt x="2200402" y="1569829"/>
                  </a:cubicBezTo>
                  <a:cubicBezTo>
                    <a:pt x="2307246" y="1560945"/>
                    <a:pt x="2396123" y="1555319"/>
                    <a:pt x="2401353" y="1576238"/>
                  </a:cubicBezTo>
                  <a:cubicBezTo>
                    <a:pt x="2408599" y="1605231"/>
                    <a:pt x="2306904" y="1714190"/>
                    <a:pt x="2237414" y="1741986"/>
                  </a:cubicBezTo>
                  <a:cubicBezTo>
                    <a:pt x="2171184" y="1768476"/>
                    <a:pt x="2090605" y="1828073"/>
                    <a:pt x="2070398" y="1881954"/>
                  </a:cubicBezTo>
                  <a:cubicBezTo>
                    <a:pt x="2027075" y="1997484"/>
                    <a:pt x="1991502" y="2126291"/>
                    <a:pt x="2021593" y="2141332"/>
                  </a:cubicBezTo>
                  <a:cubicBezTo>
                    <a:pt x="2039631" y="2150351"/>
                    <a:pt x="2077166" y="2148137"/>
                    <a:pt x="2116916" y="2145779"/>
                  </a:cubicBezTo>
                  <a:cubicBezTo>
                    <a:pt x="2164973" y="2142926"/>
                    <a:pt x="2214704" y="2139982"/>
                    <a:pt x="2244399" y="2154834"/>
                  </a:cubicBezTo>
                  <a:cubicBezTo>
                    <a:pt x="2302088" y="2183683"/>
                    <a:pt x="2491815" y="2241686"/>
                    <a:pt x="2527802" y="2228950"/>
                  </a:cubicBezTo>
                  <a:cubicBezTo>
                    <a:pt x="2540205" y="2224566"/>
                    <a:pt x="2566228" y="2220381"/>
                    <a:pt x="2599181" y="2215079"/>
                  </a:cubicBezTo>
                  <a:cubicBezTo>
                    <a:pt x="2667365" y="2204116"/>
                    <a:pt x="2760725" y="2189101"/>
                    <a:pt x="2787657" y="2162179"/>
                  </a:cubicBezTo>
                  <a:cubicBezTo>
                    <a:pt x="2842438" y="2107398"/>
                    <a:pt x="2941379" y="2011670"/>
                    <a:pt x="2988482" y="1986089"/>
                  </a:cubicBezTo>
                  <a:cubicBezTo>
                    <a:pt x="3042984" y="1956484"/>
                    <a:pt x="3210289" y="1830314"/>
                    <a:pt x="3201585" y="1793797"/>
                  </a:cubicBezTo>
                  <a:cubicBezTo>
                    <a:pt x="3200190" y="1787937"/>
                    <a:pt x="3197553" y="1778585"/>
                    <a:pt x="3194213" y="1766748"/>
                  </a:cubicBezTo>
                  <a:cubicBezTo>
                    <a:pt x="3173654" y="1693847"/>
                    <a:pt x="3130854" y="1542150"/>
                    <a:pt x="3172520" y="1500493"/>
                  </a:cubicBezTo>
                  <a:cubicBezTo>
                    <a:pt x="3205816" y="1467197"/>
                    <a:pt x="3323542" y="1434226"/>
                    <a:pt x="3448181" y="1399320"/>
                  </a:cubicBezTo>
                  <a:cubicBezTo>
                    <a:pt x="3503521" y="1383820"/>
                    <a:pt x="3560741" y="1367788"/>
                    <a:pt x="3612660" y="1351181"/>
                  </a:cubicBezTo>
                  <a:cubicBezTo>
                    <a:pt x="3773511" y="1299704"/>
                    <a:pt x="3838482" y="1254752"/>
                    <a:pt x="3908475" y="1184759"/>
                  </a:cubicBezTo>
                  <a:cubicBezTo>
                    <a:pt x="3973418" y="1119815"/>
                    <a:pt x="4179492" y="1060884"/>
                    <a:pt x="4254489" y="1047239"/>
                  </a:cubicBezTo>
                  <a:lnTo>
                    <a:pt x="4257766" y="1046644"/>
                  </a:lnTo>
                  <a:cubicBezTo>
                    <a:pt x="4457196" y="1010334"/>
                    <a:pt x="4822968" y="954409"/>
                    <a:pt x="5032021" y="987984"/>
                  </a:cubicBezTo>
                  <a:cubicBezTo>
                    <a:pt x="5166318" y="1009523"/>
                    <a:pt x="5287987" y="1043233"/>
                    <a:pt x="5385758" y="1070317"/>
                  </a:cubicBezTo>
                  <a:cubicBezTo>
                    <a:pt x="5461647" y="1091344"/>
                    <a:pt x="5521586" y="1107951"/>
                    <a:pt x="5551425" y="1107951"/>
                  </a:cubicBezTo>
                  <a:cubicBezTo>
                    <a:pt x="5570462" y="1107951"/>
                    <a:pt x="5598393" y="1111651"/>
                    <a:pt x="5630716" y="1115926"/>
                  </a:cubicBezTo>
                  <a:cubicBezTo>
                    <a:pt x="5713590" y="1126899"/>
                    <a:pt x="5827059" y="1141931"/>
                    <a:pt x="5894352" y="1108285"/>
                  </a:cubicBezTo>
                  <a:cubicBezTo>
                    <a:pt x="5929897" y="1090507"/>
                    <a:pt x="5973229" y="1071181"/>
                    <a:pt x="6019108" y="1050722"/>
                  </a:cubicBezTo>
                  <a:cubicBezTo>
                    <a:pt x="6094250" y="1017202"/>
                    <a:pt x="6171957" y="982547"/>
                    <a:pt x="6218151" y="953149"/>
                  </a:cubicBezTo>
                  <a:cubicBezTo>
                    <a:pt x="6286299" y="909790"/>
                    <a:pt x="6405718" y="826853"/>
                    <a:pt x="6439841" y="758597"/>
                  </a:cubicBezTo>
                  <a:cubicBezTo>
                    <a:pt x="6472849" y="692583"/>
                    <a:pt x="6543382" y="506105"/>
                    <a:pt x="6474199" y="436913"/>
                  </a:cubicBezTo>
                  <a:cubicBezTo>
                    <a:pt x="6403053" y="365777"/>
                    <a:pt x="6391964" y="256521"/>
                    <a:pt x="6426511" y="202964"/>
                  </a:cubicBezTo>
                  <a:cubicBezTo>
                    <a:pt x="6461435" y="148813"/>
                    <a:pt x="6691973" y="-12839"/>
                    <a:pt x="6760616" y="815"/>
                  </a:cubicBezTo>
                  <a:cubicBezTo>
                    <a:pt x="6795037" y="7638"/>
                    <a:pt x="6887497" y="40996"/>
                    <a:pt x="6985376" y="76317"/>
                  </a:cubicBezTo>
                  <a:cubicBezTo>
                    <a:pt x="7082201" y="111251"/>
                    <a:pt x="7182313" y="147372"/>
                    <a:pt x="7241531" y="163601"/>
                  </a:cubicBezTo>
                  <a:cubicBezTo>
                    <a:pt x="7404876" y="208365"/>
                    <a:pt x="7642768" y="252767"/>
                    <a:pt x="7848535" y="210011"/>
                  </a:cubicBezTo>
                  <a:cubicBezTo>
                    <a:pt x="8101198" y="157499"/>
                    <a:pt x="8259808" y="113681"/>
                    <a:pt x="8283697" y="89792"/>
                  </a:cubicBezTo>
                  <a:cubicBezTo>
                    <a:pt x="8311691" y="61798"/>
                    <a:pt x="8495567" y="14137"/>
                    <a:pt x="8549646" y="20915"/>
                  </a:cubicBezTo>
                  <a:cubicBezTo>
                    <a:pt x="8594769" y="26558"/>
                    <a:pt x="8853678" y="84202"/>
                    <a:pt x="8882843" y="132709"/>
                  </a:cubicBezTo>
                  <a:cubicBezTo>
                    <a:pt x="8910476" y="178832"/>
                    <a:pt x="8930549" y="321635"/>
                    <a:pt x="8930549" y="395400"/>
                  </a:cubicBezTo>
                  <a:cubicBezTo>
                    <a:pt x="8930549" y="469165"/>
                    <a:pt x="8980686" y="518563"/>
                    <a:pt x="9017410" y="555216"/>
                  </a:cubicBezTo>
                  <a:cubicBezTo>
                    <a:pt x="9027492" y="565378"/>
                    <a:pt x="9043064" y="578412"/>
                    <a:pt x="9059446" y="592202"/>
                  </a:cubicBezTo>
                  <a:cubicBezTo>
                    <a:pt x="9105712" y="631114"/>
                    <a:pt x="9158099" y="675202"/>
                    <a:pt x="9158099" y="705986"/>
                  </a:cubicBezTo>
                  <a:cubicBezTo>
                    <a:pt x="9158099" y="747499"/>
                    <a:pt x="9139376" y="876522"/>
                    <a:pt x="9119213" y="916712"/>
                  </a:cubicBezTo>
                  <a:cubicBezTo>
                    <a:pt x="9113723" y="927748"/>
                    <a:pt x="9110212" y="943860"/>
                    <a:pt x="9106432" y="960926"/>
                  </a:cubicBezTo>
                  <a:cubicBezTo>
                    <a:pt x="9096710" y="1005185"/>
                    <a:pt x="9084559" y="1060245"/>
                    <a:pt x="9028662" y="1060245"/>
                  </a:cubicBezTo>
                  <a:cubicBezTo>
                    <a:pt x="8972674" y="1060245"/>
                    <a:pt x="8844416" y="1081155"/>
                    <a:pt x="8752217" y="1096412"/>
                  </a:cubicBezTo>
                  <a:cubicBezTo>
                    <a:pt x="8726438" y="1100678"/>
                    <a:pt x="8703071" y="1104549"/>
                    <a:pt x="8684205" y="1107474"/>
                  </a:cubicBezTo>
                  <a:cubicBezTo>
                    <a:pt x="8600017" y="1120517"/>
                    <a:pt x="8403394" y="1180429"/>
                    <a:pt x="8355688" y="1228117"/>
                  </a:cubicBezTo>
                  <a:cubicBezTo>
                    <a:pt x="8335184" y="1248631"/>
                    <a:pt x="8292743" y="1279064"/>
                    <a:pt x="8247818" y="1311288"/>
                  </a:cubicBezTo>
                  <a:cubicBezTo>
                    <a:pt x="8188978" y="1353504"/>
                    <a:pt x="8128130" y="1397142"/>
                    <a:pt x="8113062" y="1421040"/>
                  </a:cubicBezTo>
                  <a:cubicBezTo>
                    <a:pt x="8086733" y="1462805"/>
                    <a:pt x="8059865" y="1515759"/>
                    <a:pt x="8086005" y="1554977"/>
                  </a:cubicBezTo>
                  <a:cubicBezTo>
                    <a:pt x="8112756" y="1595104"/>
                    <a:pt x="8220122" y="1661857"/>
                    <a:pt x="8293257" y="1675152"/>
                  </a:cubicBezTo>
                  <a:cubicBezTo>
                    <a:pt x="8360441" y="1687366"/>
                    <a:pt x="8699660" y="1749331"/>
                    <a:pt x="8780418" y="1769727"/>
                  </a:cubicBezTo>
                  <a:cubicBezTo>
                    <a:pt x="8864570" y="1790979"/>
                    <a:pt x="8997608" y="1851989"/>
                    <a:pt x="9018130" y="1906716"/>
                  </a:cubicBezTo>
                  <a:cubicBezTo>
                    <a:pt x="9038563" y="1961407"/>
                    <a:pt x="9152338" y="2087415"/>
                    <a:pt x="9215166" y="2103950"/>
                  </a:cubicBezTo>
                  <a:cubicBezTo>
                    <a:pt x="9232449" y="2108505"/>
                    <a:pt x="9245051" y="2120819"/>
                    <a:pt x="9252521" y="2140558"/>
                  </a:cubicBezTo>
                  <a:cubicBezTo>
                    <a:pt x="9270794" y="2188777"/>
                    <a:pt x="9253421" y="2265107"/>
                    <a:pt x="9233799" y="2294433"/>
                  </a:cubicBezTo>
                  <a:cubicBezTo>
                    <a:pt x="9228308" y="2302687"/>
                    <a:pt x="9220297" y="2313570"/>
                    <a:pt x="9211025" y="2326162"/>
                  </a:cubicBezTo>
                  <a:cubicBezTo>
                    <a:pt x="9173491" y="2377172"/>
                    <a:pt x="9116693" y="2454249"/>
                    <a:pt x="9106072" y="2516033"/>
                  </a:cubicBezTo>
                  <a:cubicBezTo>
                    <a:pt x="9092660" y="2593407"/>
                    <a:pt x="9072498" y="2757985"/>
                    <a:pt x="9072318" y="2759641"/>
                  </a:cubicBezTo>
                  <a:cubicBezTo>
                    <a:pt x="9072137" y="2761243"/>
                    <a:pt x="9070697" y="2762423"/>
                    <a:pt x="9069167" y="27624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0" name="Google Shape;10790;p28"/>
            <p:cNvSpPr/>
            <p:nvPr/>
          </p:nvSpPr>
          <p:spPr>
            <a:xfrm>
              <a:off x="3665832" y="5472021"/>
              <a:ext cx="1922383" cy="877076"/>
            </a:xfrm>
            <a:custGeom>
              <a:avLst/>
              <a:gdLst/>
              <a:ahLst/>
              <a:cxnLst/>
              <a:rect l="l" t="t" r="r" b="b"/>
              <a:pathLst>
                <a:path w="2418092" h="1103240" extrusionOk="0">
                  <a:moveTo>
                    <a:pt x="2137452" y="1103241"/>
                  </a:moveTo>
                  <a:cubicBezTo>
                    <a:pt x="2137047" y="1103241"/>
                    <a:pt x="2136633" y="1103169"/>
                    <a:pt x="2136246" y="1102998"/>
                  </a:cubicBezTo>
                  <a:cubicBezTo>
                    <a:pt x="2134635" y="1102331"/>
                    <a:pt x="2133870" y="1100495"/>
                    <a:pt x="2134536" y="1098875"/>
                  </a:cubicBezTo>
                  <a:cubicBezTo>
                    <a:pt x="2138883" y="1088379"/>
                    <a:pt x="2241398" y="841441"/>
                    <a:pt x="2274918" y="787830"/>
                  </a:cubicBezTo>
                  <a:cubicBezTo>
                    <a:pt x="2286017" y="770071"/>
                    <a:pt x="2306413" y="746632"/>
                    <a:pt x="2328007" y="721806"/>
                  </a:cubicBezTo>
                  <a:cubicBezTo>
                    <a:pt x="2370142" y="673389"/>
                    <a:pt x="2422574" y="613126"/>
                    <a:pt x="2409783" y="586276"/>
                  </a:cubicBezTo>
                  <a:cubicBezTo>
                    <a:pt x="2396290" y="557940"/>
                    <a:pt x="2295567" y="544402"/>
                    <a:pt x="2222018" y="534510"/>
                  </a:cubicBezTo>
                  <a:cubicBezTo>
                    <a:pt x="2190208" y="530234"/>
                    <a:pt x="2162728" y="526543"/>
                    <a:pt x="2148443" y="522457"/>
                  </a:cubicBezTo>
                  <a:cubicBezTo>
                    <a:pt x="2101609" y="509091"/>
                    <a:pt x="2027989" y="509099"/>
                    <a:pt x="1960876" y="522520"/>
                  </a:cubicBezTo>
                  <a:cubicBezTo>
                    <a:pt x="1913035" y="532088"/>
                    <a:pt x="1847497" y="496489"/>
                    <a:pt x="1794858" y="467874"/>
                  </a:cubicBezTo>
                  <a:cubicBezTo>
                    <a:pt x="1772355" y="455632"/>
                    <a:pt x="1752922" y="445074"/>
                    <a:pt x="1739645" y="440834"/>
                  </a:cubicBezTo>
                  <a:cubicBezTo>
                    <a:pt x="1725054" y="436172"/>
                    <a:pt x="1712101" y="419799"/>
                    <a:pt x="1703163" y="394730"/>
                  </a:cubicBezTo>
                  <a:cubicBezTo>
                    <a:pt x="1686790" y="348824"/>
                    <a:pt x="1685503" y="277247"/>
                    <a:pt x="1711705" y="236940"/>
                  </a:cubicBezTo>
                  <a:cubicBezTo>
                    <a:pt x="1752841" y="173661"/>
                    <a:pt x="1813392" y="39436"/>
                    <a:pt x="1782482" y="8517"/>
                  </a:cubicBezTo>
                  <a:cubicBezTo>
                    <a:pt x="1780852" y="6887"/>
                    <a:pt x="1778737" y="6131"/>
                    <a:pt x="1776037" y="6347"/>
                  </a:cubicBezTo>
                  <a:cubicBezTo>
                    <a:pt x="1744929" y="8300"/>
                    <a:pt x="1663801" y="112768"/>
                    <a:pt x="1604573" y="189053"/>
                  </a:cubicBezTo>
                  <a:cubicBezTo>
                    <a:pt x="1575958" y="225904"/>
                    <a:pt x="1551250" y="257723"/>
                    <a:pt x="1537136" y="271837"/>
                  </a:cubicBezTo>
                  <a:cubicBezTo>
                    <a:pt x="1506145" y="302837"/>
                    <a:pt x="1429113" y="327339"/>
                    <a:pt x="1361145" y="348959"/>
                  </a:cubicBezTo>
                  <a:cubicBezTo>
                    <a:pt x="1325573" y="360274"/>
                    <a:pt x="1291980" y="370958"/>
                    <a:pt x="1272988" y="380454"/>
                  </a:cubicBezTo>
                  <a:cubicBezTo>
                    <a:pt x="1218189" y="407863"/>
                    <a:pt x="1031405" y="401463"/>
                    <a:pt x="976723" y="394271"/>
                  </a:cubicBezTo>
                  <a:cubicBezTo>
                    <a:pt x="934570" y="388664"/>
                    <a:pt x="870752" y="470934"/>
                    <a:pt x="819490" y="536967"/>
                  </a:cubicBezTo>
                  <a:cubicBezTo>
                    <a:pt x="810786" y="548174"/>
                    <a:pt x="802460" y="558903"/>
                    <a:pt x="794665" y="568660"/>
                  </a:cubicBezTo>
                  <a:cubicBezTo>
                    <a:pt x="766536" y="603810"/>
                    <a:pt x="717552" y="629544"/>
                    <a:pt x="665696" y="656773"/>
                  </a:cubicBezTo>
                  <a:cubicBezTo>
                    <a:pt x="617144" y="682273"/>
                    <a:pt x="566926" y="708646"/>
                    <a:pt x="531101" y="744471"/>
                  </a:cubicBezTo>
                  <a:cubicBezTo>
                    <a:pt x="456986" y="818587"/>
                    <a:pt x="22192" y="897321"/>
                    <a:pt x="3713" y="900633"/>
                  </a:cubicBezTo>
                  <a:cubicBezTo>
                    <a:pt x="2021" y="900975"/>
                    <a:pt x="356" y="899796"/>
                    <a:pt x="50" y="898076"/>
                  </a:cubicBezTo>
                  <a:cubicBezTo>
                    <a:pt x="-256" y="896357"/>
                    <a:pt x="887" y="894719"/>
                    <a:pt x="2606" y="894413"/>
                  </a:cubicBezTo>
                  <a:cubicBezTo>
                    <a:pt x="7106" y="893612"/>
                    <a:pt x="453907" y="812727"/>
                    <a:pt x="526637" y="739998"/>
                  </a:cubicBezTo>
                  <a:cubicBezTo>
                    <a:pt x="563146" y="703489"/>
                    <a:pt x="613786" y="676899"/>
                    <a:pt x="662762" y="651174"/>
                  </a:cubicBezTo>
                  <a:cubicBezTo>
                    <a:pt x="714023" y="624252"/>
                    <a:pt x="762432" y="598832"/>
                    <a:pt x="789732" y="564709"/>
                  </a:cubicBezTo>
                  <a:cubicBezTo>
                    <a:pt x="797518" y="554979"/>
                    <a:pt x="805826" y="544276"/>
                    <a:pt x="814503" y="533097"/>
                  </a:cubicBezTo>
                  <a:cubicBezTo>
                    <a:pt x="866764" y="465786"/>
                    <a:pt x="931663" y="382120"/>
                    <a:pt x="977560" y="388007"/>
                  </a:cubicBezTo>
                  <a:cubicBezTo>
                    <a:pt x="1030037" y="394919"/>
                    <a:pt x="1217387" y="401220"/>
                    <a:pt x="1270170" y="374802"/>
                  </a:cubicBezTo>
                  <a:cubicBezTo>
                    <a:pt x="1289604" y="365090"/>
                    <a:pt x="1321873" y="354819"/>
                    <a:pt x="1359237" y="342929"/>
                  </a:cubicBezTo>
                  <a:cubicBezTo>
                    <a:pt x="1423181" y="322586"/>
                    <a:pt x="1502770" y="297274"/>
                    <a:pt x="1532672" y="267364"/>
                  </a:cubicBezTo>
                  <a:cubicBezTo>
                    <a:pt x="1546507" y="253529"/>
                    <a:pt x="1571107" y="221853"/>
                    <a:pt x="1599586" y="185165"/>
                  </a:cubicBezTo>
                  <a:cubicBezTo>
                    <a:pt x="1662901" y="103632"/>
                    <a:pt x="1741688" y="2144"/>
                    <a:pt x="1775650" y="28"/>
                  </a:cubicBezTo>
                  <a:cubicBezTo>
                    <a:pt x="1780303" y="-215"/>
                    <a:pt x="1784021" y="1100"/>
                    <a:pt x="1786964" y="4043"/>
                  </a:cubicBezTo>
                  <a:cubicBezTo>
                    <a:pt x="1823077" y="40165"/>
                    <a:pt x="1752526" y="185750"/>
                    <a:pt x="1717016" y="240378"/>
                  </a:cubicBezTo>
                  <a:cubicBezTo>
                    <a:pt x="1691885" y="279038"/>
                    <a:pt x="1693271" y="348131"/>
                    <a:pt x="1709131" y="392597"/>
                  </a:cubicBezTo>
                  <a:cubicBezTo>
                    <a:pt x="1717394" y="415766"/>
                    <a:pt x="1728916" y="430753"/>
                    <a:pt x="1741589" y="434804"/>
                  </a:cubicBezTo>
                  <a:cubicBezTo>
                    <a:pt x="1755433" y="439232"/>
                    <a:pt x="1775110" y="449926"/>
                    <a:pt x="1797901" y="462311"/>
                  </a:cubicBezTo>
                  <a:cubicBezTo>
                    <a:pt x="1846903" y="488955"/>
                    <a:pt x="1914016" y="525418"/>
                    <a:pt x="1959661" y="516318"/>
                  </a:cubicBezTo>
                  <a:cubicBezTo>
                    <a:pt x="2027665" y="502726"/>
                    <a:pt x="2102465" y="502744"/>
                    <a:pt x="2150198" y="516381"/>
                  </a:cubicBezTo>
                  <a:cubicBezTo>
                    <a:pt x="2164042" y="520333"/>
                    <a:pt x="2191306" y="524005"/>
                    <a:pt x="2222874" y="528245"/>
                  </a:cubicBezTo>
                  <a:cubicBezTo>
                    <a:pt x="2302030" y="538893"/>
                    <a:pt x="2400539" y="552134"/>
                    <a:pt x="2415499" y="583557"/>
                  </a:cubicBezTo>
                  <a:cubicBezTo>
                    <a:pt x="2430072" y="614152"/>
                    <a:pt x="2380610" y="670986"/>
                    <a:pt x="2332787" y="725947"/>
                  </a:cubicBezTo>
                  <a:cubicBezTo>
                    <a:pt x="2311364" y="750574"/>
                    <a:pt x="2291120" y="773833"/>
                    <a:pt x="2280283" y="791169"/>
                  </a:cubicBezTo>
                  <a:cubicBezTo>
                    <a:pt x="2247042" y="844357"/>
                    <a:pt x="2141449" y="1098722"/>
                    <a:pt x="2140387" y="1101287"/>
                  </a:cubicBezTo>
                  <a:cubicBezTo>
                    <a:pt x="2139882" y="1102511"/>
                    <a:pt x="2138712" y="1103241"/>
                    <a:pt x="2137470" y="11032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1" name="Google Shape;10791;p28"/>
            <p:cNvSpPr/>
            <p:nvPr/>
          </p:nvSpPr>
          <p:spPr>
            <a:xfrm>
              <a:off x="4175244" y="5795306"/>
              <a:ext cx="1219537" cy="407838"/>
            </a:xfrm>
            <a:custGeom>
              <a:avLst/>
              <a:gdLst/>
              <a:ahLst/>
              <a:cxnLst/>
              <a:rect l="l" t="t" r="r" b="b"/>
              <a:pathLst>
                <a:path w="1534009" h="513004" extrusionOk="0">
                  <a:moveTo>
                    <a:pt x="3162" y="512986"/>
                  </a:moveTo>
                  <a:cubicBezTo>
                    <a:pt x="2064" y="512986"/>
                    <a:pt x="993" y="512410"/>
                    <a:pt x="408" y="511384"/>
                  </a:cubicBezTo>
                  <a:cubicBezTo>
                    <a:pt x="-447" y="509863"/>
                    <a:pt x="84" y="507937"/>
                    <a:pt x="1605" y="507073"/>
                  </a:cubicBezTo>
                  <a:cubicBezTo>
                    <a:pt x="4090" y="505669"/>
                    <a:pt x="250947" y="365340"/>
                    <a:pt x="283891" y="296715"/>
                  </a:cubicBezTo>
                  <a:cubicBezTo>
                    <a:pt x="295251" y="273060"/>
                    <a:pt x="302686" y="246867"/>
                    <a:pt x="309869" y="221528"/>
                  </a:cubicBezTo>
                  <a:cubicBezTo>
                    <a:pt x="324100" y="171374"/>
                    <a:pt x="336386" y="128060"/>
                    <a:pt x="374128" y="123343"/>
                  </a:cubicBezTo>
                  <a:cubicBezTo>
                    <a:pt x="392329" y="121066"/>
                    <a:pt x="425309" y="121066"/>
                    <a:pt x="463501" y="121066"/>
                  </a:cubicBezTo>
                  <a:cubicBezTo>
                    <a:pt x="539768" y="121066"/>
                    <a:pt x="634694" y="121066"/>
                    <a:pt x="670096" y="103397"/>
                  </a:cubicBezTo>
                  <a:cubicBezTo>
                    <a:pt x="684705" y="96106"/>
                    <a:pt x="704706" y="84971"/>
                    <a:pt x="725885" y="73180"/>
                  </a:cubicBezTo>
                  <a:cubicBezTo>
                    <a:pt x="784438" y="40577"/>
                    <a:pt x="857312" y="0"/>
                    <a:pt x="887664" y="0"/>
                  </a:cubicBezTo>
                  <a:cubicBezTo>
                    <a:pt x="930383" y="0"/>
                    <a:pt x="1037920" y="65799"/>
                    <a:pt x="1076112" y="103991"/>
                  </a:cubicBezTo>
                  <a:cubicBezTo>
                    <a:pt x="1114304" y="142183"/>
                    <a:pt x="1310440" y="217847"/>
                    <a:pt x="1347696" y="217847"/>
                  </a:cubicBezTo>
                  <a:cubicBezTo>
                    <a:pt x="1353826" y="217847"/>
                    <a:pt x="1363187" y="217424"/>
                    <a:pt x="1374016" y="216946"/>
                  </a:cubicBezTo>
                  <a:cubicBezTo>
                    <a:pt x="1425538" y="214651"/>
                    <a:pt x="1511796" y="210781"/>
                    <a:pt x="1530276" y="236506"/>
                  </a:cubicBezTo>
                  <a:cubicBezTo>
                    <a:pt x="1534569" y="242483"/>
                    <a:pt x="1535164" y="249585"/>
                    <a:pt x="1532040" y="257641"/>
                  </a:cubicBezTo>
                  <a:cubicBezTo>
                    <a:pt x="1520762" y="286760"/>
                    <a:pt x="1495387" y="334250"/>
                    <a:pt x="1470841" y="380192"/>
                  </a:cubicBezTo>
                  <a:cubicBezTo>
                    <a:pt x="1451363" y="416656"/>
                    <a:pt x="1432955" y="451094"/>
                    <a:pt x="1423972" y="472076"/>
                  </a:cubicBezTo>
                  <a:cubicBezTo>
                    <a:pt x="1423270" y="473678"/>
                    <a:pt x="1421389" y="474398"/>
                    <a:pt x="1419822" y="473732"/>
                  </a:cubicBezTo>
                  <a:cubicBezTo>
                    <a:pt x="1418220" y="473057"/>
                    <a:pt x="1417473" y="471194"/>
                    <a:pt x="1418166" y="469583"/>
                  </a:cubicBezTo>
                  <a:cubicBezTo>
                    <a:pt x="1427266" y="448349"/>
                    <a:pt x="1445728" y="413803"/>
                    <a:pt x="1465278" y="377213"/>
                  </a:cubicBezTo>
                  <a:cubicBezTo>
                    <a:pt x="1489726" y="331442"/>
                    <a:pt x="1515010" y="284122"/>
                    <a:pt x="1526163" y="255364"/>
                  </a:cubicBezTo>
                  <a:cubicBezTo>
                    <a:pt x="1528485" y="249351"/>
                    <a:pt x="1528161" y="244382"/>
                    <a:pt x="1525154" y="240197"/>
                  </a:cubicBezTo>
                  <a:cubicBezTo>
                    <a:pt x="1508673" y="217262"/>
                    <a:pt x="1421263" y="221159"/>
                    <a:pt x="1374312" y="223265"/>
                  </a:cubicBezTo>
                  <a:cubicBezTo>
                    <a:pt x="1363403" y="223751"/>
                    <a:pt x="1353988" y="224175"/>
                    <a:pt x="1347705" y="224175"/>
                  </a:cubicBezTo>
                  <a:cubicBezTo>
                    <a:pt x="1308775" y="224175"/>
                    <a:pt x="1112216" y="149033"/>
                    <a:pt x="1071657" y="108464"/>
                  </a:cubicBezTo>
                  <a:cubicBezTo>
                    <a:pt x="1031332" y="68139"/>
                    <a:pt x="925622" y="6319"/>
                    <a:pt x="887682" y="6319"/>
                  </a:cubicBezTo>
                  <a:cubicBezTo>
                    <a:pt x="858977" y="6319"/>
                    <a:pt x="786895" y="46455"/>
                    <a:pt x="728982" y="78706"/>
                  </a:cubicBezTo>
                  <a:cubicBezTo>
                    <a:pt x="707739" y="90534"/>
                    <a:pt x="687675" y="101705"/>
                    <a:pt x="672949" y="109058"/>
                  </a:cubicBezTo>
                  <a:cubicBezTo>
                    <a:pt x="636207" y="127394"/>
                    <a:pt x="540461" y="127394"/>
                    <a:pt x="463528" y="127394"/>
                  </a:cubicBezTo>
                  <a:cubicBezTo>
                    <a:pt x="425543" y="127394"/>
                    <a:pt x="392752" y="127394"/>
                    <a:pt x="374938" y="129626"/>
                  </a:cubicBezTo>
                  <a:cubicBezTo>
                    <a:pt x="341355" y="133820"/>
                    <a:pt x="329599" y="175271"/>
                    <a:pt x="315981" y="223265"/>
                  </a:cubicBezTo>
                  <a:cubicBezTo>
                    <a:pt x="308726" y="248856"/>
                    <a:pt x="301210" y="275319"/>
                    <a:pt x="289625" y="299469"/>
                  </a:cubicBezTo>
                  <a:cubicBezTo>
                    <a:pt x="255826" y="369868"/>
                    <a:pt x="14990" y="506794"/>
                    <a:pt x="4747" y="512599"/>
                  </a:cubicBezTo>
                  <a:cubicBezTo>
                    <a:pt x="4261" y="512870"/>
                    <a:pt x="3721" y="513004"/>
                    <a:pt x="3189" y="513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2" name="Google Shape;10792;p28"/>
            <p:cNvSpPr/>
            <p:nvPr/>
          </p:nvSpPr>
          <p:spPr>
            <a:xfrm>
              <a:off x="4440494" y="5950089"/>
              <a:ext cx="762340" cy="270425"/>
            </a:xfrm>
            <a:custGeom>
              <a:avLst/>
              <a:gdLst/>
              <a:ahLst/>
              <a:cxnLst/>
              <a:rect l="l" t="t" r="r" b="b"/>
              <a:pathLst>
                <a:path w="958918" h="340157" extrusionOk="0">
                  <a:moveTo>
                    <a:pt x="3159" y="340140"/>
                  </a:moveTo>
                  <a:cubicBezTo>
                    <a:pt x="2493" y="340140"/>
                    <a:pt x="1827" y="339933"/>
                    <a:pt x="1251" y="339501"/>
                  </a:cubicBezTo>
                  <a:cubicBezTo>
                    <a:pt x="-135" y="338448"/>
                    <a:pt x="-414" y="336467"/>
                    <a:pt x="639" y="335081"/>
                  </a:cubicBezTo>
                  <a:cubicBezTo>
                    <a:pt x="1548" y="333857"/>
                    <a:pt x="92361" y="213502"/>
                    <a:pt x="105548" y="173942"/>
                  </a:cubicBezTo>
                  <a:cubicBezTo>
                    <a:pt x="109535" y="161979"/>
                    <a:pt x="110688" y="144526"/>
                    <a:pt x="111921" y="126056"/>
                  </a:cubicBezTo>
                  <a:cubicBezTo>
                    <a:pt x="114801" y="82472"/>
                    <a:pt x="118077" y="33083"/>
                    <a:pt x="160221" y="33083"/>
                  </a:cubicBezTo>
                  <a:cubicBezTo>
                    <a:pt x="176162" y="33083"/>
                    <a:pt x="201338" y="34928"/>
                    <a:pt x="230484" y="37061"/>
                  </a:cubicBezTo>
                  <a:cubicBezTo>
                    <a:pt x="304042" y="42453"/>
                    <a:pt x="404747" y="49807"/>
                    <a:pt x="440869" y="33370"/>
                  </a:cubicBezTo>
                  <a:cubicBezTo>
                    <a:pt x="490456" y="10777"/>
                    <a:pt x="627895" y="-14669"/>
                    <a:pt x="664008" y="10309"/>
                  </a:cubicBezTo>
                  <a:cubicBezTo>
                    <a:pt x="698294" y="34010"/>
                    <a:pt x="906500" y="144787"/>
                    <a:pt x="945790" y="144787"/>
                  </a:cubicBezTo>
                  <a:cubicBezTo>
                    <a:pt x="952181" y="144787"/>
                    <a:pt x="955358" y="148037"/>
                    <a:pt x="956889" y="150764"/>
                  </a:cubicBezTo>
                  <a:cubicBezTo>
                    <a:pt x="971533" y="176831"/>
                    <a:pt x="902404" y="291849"/>
                    <a:pt x="894474" y="304873"/>
                  </a:cubicBezTo>
                  <a:cubicBezTo>
                    <a:pt x="893565" y="306367"/>
                    <a:pt x="891621" y="306835"/>
                    <a:pt x="890136" y="305935"/>
                  </a:cubicBezTo>
                  <a:cubicBezTo>
                    <a:pt x="888642" y="305026"/>
                    <a:pt x="888174" y="303082"/>
                    <a:pt x="889083" y="301588"/>
                  </a:cubicBezTo>
                  <a:cubicBezTo>
                    <a:pt x="919453" y="251685"/>
                    <a:pt x="961110" y="171170"/>
                    <a:pt x="951380" y="153860"/>
                  </a:cubicBezTo>
                  <a:cubicBezTo>
                    <a:pt x="950660" y="152573"/>
                    <a:pt x="949364" y="151106"/>
                    <a:pt x="945790" y="151106"/>
                  </a:cubicBezTo>
                  <a:cubicBezTo>
                    <a:pt x="903503" y="151106"/>
                    <a:pt x="692812" y="37898"/>
                    <a:pt x="660417" y="15503"/>
                  </a:cubicBezTo>
                  <a:cubicBezTo>
                    <a:pt x="628543" y="-6532"/>
                    <a:pt x="496415" y="15008"/>
                    <a:pt x="443488" y="39122"/>
                  </a:cubicBezTo>
                  <a:cubicBezTo>
                    <a:pt x="405908" y="56233"/>
                    <a:pt x="304249" y="48807"/>
                    <a:pt x="230025" y="43371"/>
                  </a:cubicBezTo>
                  <a:cubicBezTo>
                    <a:pt x="201005" y="41238"/>
                    <a:pt x="175937" y="39410"/>
                    <a:pt x="160230" y="39410"/>
                  </a:cubicBezTo>
                  <a:cubicBezTo>
                    <a:pt x="124000" y="39410"/>
                    <a:pt x="121066" y="83678"/>
                    <a:pt x="118230" y="126479"/>
                  </a:cubicBezTo>
                  <a:cubicBezTo>
                    <a:pt x="116988" y="145372"/>
                    <a:pt x="115800" y="163222"/>
                    <a:pt x="111561" y="175958"/>
                  </a:cubicBezTo>
                  <a:cubicBezTo>
                    <a:pt x="98050" y="216490"/>
                    <a:pt x="9460" y="333929"/>
                    <a:pt x="5689" y="338898"/>
                  </a:cubicBezTo>
                  <a:cubicBezTo>
                    <a:pt x="5068" y="339726"/>
                    <a:pt x="4132" y="340158"/>
                    <a:pt x="3168" y="3401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3" name="Google Shape;10793;p28"/>
            <p:cNvSpPr/>
            <p:nvPr/>
          </p:nvSpPr>
          <p:spPr>
            <a:xfrm>
              <a:off x="6122677" y="4136992"/>
              <a:ext cx="4517266" cy="2137078"/>
            </a:xfrm>
            <a:custGeom>
              <a:avLst/>
              <a:gdLst/>
              <a:ahLst/>
              <a:cxnLst/>
              <a:rect l="l" t="t" r="r" b="b"/>
              <a:pathLst>
                <a:path w="5682096" h="2688148" extrusionOk="0">
                  <a:moveTo>
                    <a:pt x="4667697" y="2688140"/>
                  </a:moveTo>
                  <a:cubicBezTo>
                    <a:pt x="4666212" y="2688140"/>
                    <a:pt x="4664880" y="2687087"/>
                    <a:pt x="4664592" y="2685575"/>
                  </a:cubicBezTo>
                  <a:cubicBezTo>
                    <a:pt x="4664303" y="2684080"/>
                    <a:pt x="4635635" y="2534724"/>
                    <a:pt x="4624239" y="2450050"/>
                  </a:cubicBezTo>
                  <a:cubicBezTo>
                    <a:pt x="4612330" y="2361649"/>
                    <a:pt x="4618911" y="2273662"/>
                    <a:pt x="4630063" y="2229314"/>
                  </a:cubicBezTo>
                  <a:cubicBezTo>
                    <a:pt x="4641927" y="2182148"/>
                    <a:pt x="4716663" y="1992232"/>
                    <a:pt x="4748969" y="1945714"/>
                  </a:cubicBezTo>
                  <a:cubicBezTo>
                    <a:pt x="4782093" y="1898034"/>
                    <a:pt x="4960136" y="1846413"/>
                    <a:pt x="5007618" y="1846413"/>
                  </a:cubicBezTo>
                  <a:cubicBezTo>
                    <a:pt x="5026997" y="1846413"/>
                    <a:pt x="5068951" y="1844360"/>
                    <a:pt x="5117540" y="1841993"/>
                  </a:cubicBezTo>
                  <a:cubicBezTo>
                    <a:pt x="5185706" y="1838662"/>
                    <a:pt x="5262954" y="1834891"/>
                    <a:pt x="5312974" y="1834891"/>
                  </a:cubicBezTo>
                  <a:cubicBezTo>
                    <a:pt x="5342642" y="1834891"/>
                    <a:pt x="5380455" y="1839616"/>
                    <a:pt x="5417018" y="1844189"/>
                  </a:cubicBezTo>
                  <a:cubicBezTo>
                    <a:pt x="5474239" y="1851345"/>
                    <a:pt x="5533403" y="1858735"/>
                    <a:pt x="5548444" y="1845467"/>
                  </a:cubicBezTo>
                  <a:cubicBezTo>
                    <a:pt x="5550703" y="1843478"/>
                    <a:pt x="5551802" y="1841048"/>
                    <a:pt x="5551802" y="1838051"/>
                  </a:cubicBezTo>
                  <a:cubicBezTo>
                    <a:pt x="5551802" y="1802973"/>
                    <a:pt x="5260272" y="1737507"/>
                    <a:pt x="5186228" y="1737507"/>
                  </a:cubicBezTo>
                  <a:cubicBezTo>
                    <a:pt x="5146739" y="1737507"/>
                    <a:pt x="5096459" y="1717768"/>
                    <a:pt x="5047844" y="1698676"/>
                  </a:cubicBezTo>
                  <a:cubicBezTo>
                    <a:pt x="5016700" y="1686453"/>
                    <a:pt x="4987275" y="1674904"/>
                    <a:pt x="4960767" y="1668279"/>
                  </a:cubicBezTo>
                  <a:cubicBezTo>
                    <a:pt x="4893699" y="1651510"/>
                    <a:pt x="4707509" y="1559698"/>
                    <a:pt x="4653943" y="1506123"/>
                  </a:cubicBezTo>
                  <a:cubicBezTo>
                    <a:pt x="4630045" y="1482225"/>
                    <a:pt x="4625607" y="1452845"/>
                    <a:pt x="4640739" y="1418793"/>
                  </a:cubicBezTo>
                  <a:cubicBezTo>
                    <a:pt x="4654276" y="1388315"/>
                    <a:pt x="4681064" y="1359574"/>
                    <a:pt x="4700038" y="1340600"/>
                  </a:cubicBezTo>
                  <a:cubicBezTo>
                    <a:pt x="4718283" y="1322355"/>
                    <a:pt x="4748672" y="1288195"/>
                    <a:pt x="4783849" y="1248626"/>
                  </a:cubicBezTo>
                  <a:cubicBezTo>
                    <a:pt x="4832347" y="1194088"/>
                    <a:pt x="4887326" y="1132277"/>
                    <a:pt x="4932772" y="1086830"/>
                  </a:cubicBezTo>
                  <a:cubicBezTo>
                    <a:pt x="5003270" y="1016342"/>
                    <a:pt x="5154067" y="960696"/>
                    <a:pt x="5226535" y="933963"/>
                  </a:cubicBezTo>
                  <a:cubicBezTo>
                    <a:pt x="5236023" y="930461"/>
                    <a:pt x="5244331" y="927401"/>
                    <a:pt x="5251127" y="924799"/>
                  </a:cubicBezTo>
                  <a:cubicBezTo>
                    <a:pt x="5284566" y="912009"/>
                    <a:pt x="5359258" y="902971"/>
                    <a:pt x="5431492" y="894223"/>
                  </a:cubicBezTo>
                  <a:cubicBezTo>
                    <a:pt x="5489388" y="887211"/>
                    <a:pt x="5544079" y="880586"/>
                    <a:pt x="5568563" y="872881"/>
                  </a:cubicBezTo>
                  <a:cubicBezTo>
                    <a:pt x="5620688" y="856472"/>
                    <a:pt x="5660923" y="790133"/>
                    <a:pt x="5672895" y="748269"/>
                  </a:cubicBezTo>
                  <a:cubicBezTo>
                    <a:pt x="5684237" y="708627"/>
                    <a:pt x="5660833" y="565625"/>
                    <a:pt x="5633380" y="538199"/>
                  </a:cubicBezTo>
                  <a:cubicBezTo>
                    <a:pt x="5606286" y="511123"/>
                    <a:pt x="5521360" y="383289"/>
                    <a:pt x="5521360" y="322792"/>
                  </a:cubicBezTo>
                  <a:cubicBezTo>
                    <a:pt x="5521360" y="266309"/>
                    <a:pt x="5450070" y="106889"/>
                    <a:pt x="5364406" y="95233"/>
                  </a:cubicBezTo>
                  <a:cubicBezTo>
                    <a:pt x="5275339" y="83126"/>
                    <a:pt x="5139098" y="96619"/>
                    <a:pt x="5065315" y="140211"/>
                  </a:cubicBezTo>
                  <a:cubicBezTo>
                    <a:pt x="5014018" y="170518"/>
                    <a:pt x="4893095" y="186316"/>
                    <a:pt x="4795928" y="198998"/>
                  </a:cubicBezTo>
                  <a:cubicBezTo>
                    <a:pt x="4748158" y="205236"/>
                    <a:pt x="4706897" y="210628"/>
                    <a:pt x="4685817" y="216380"/>
                  </a:cubicBezTo>
                  <a:cubicBezTo>
                    <a:pt x="4646598" y="227082"/>
                    <a:pt x="4572869" y="224768"/>
                    <a:pt x="4461246" y="221276"/>
                  </a:cubicBezTo>
                  <a:cubicBezTo>
                    <a:pt x="4393278" y="219143"/>
                    <a:pt x="4308676" y="216496"/>
                    <a:pt x="4212543" y="216496"/>
                  </a:cubicBezTo>
                  <a:cubicBezTo>
                    <a:pt x="3999846" y="216496"/>
                    <a:pt x="3638934" y="70812"/>
                    <a:pt x="3520343" y="22935"/>
                  </a:cubicBezTo>
                  <a:cubicBezTo>
                    <a:pt x="3500145" y="14780"/>
                    <a:pt x="3485554" y="8894"/>
                    <a:pt x="3479838" y="6985"/>
                  </a:cubicBezTo>
                  <a:cubicBezTo>
                    <a:pt x="3446282" y="-4294"/>
                    <a:pt x="3342561" y="102326"/>
                    <a:pt x="3298320" y="147844"/>
                  </a:cubicBezTo>
                  <a:cubicBezTo>
                    <a:pt x="3292064" y="154289"/>
                    <a:pt x="3286790" y="159717"/>
                    <a:pt x="3282793" y="163714"/>
                  </a:cubicBezTo>
                  <a:cubicBezTo>
                    <a:pt x="3257121" y="189376"/>
                    <a:pt x="3272109" y="223536"/>
                    <a:pt x="3287978" y="259693"/>
                  </a:cubicBezTo>
                  <a:cubicBezTo>
                    <a:pt x="3291911" y="268658"/>
                    <a:pt x="3295989" y="277939"/>
                    <a:pt x="3299427" y="287111"/>
                  </a:cubicBezTo>
                  <a:cubicBezTo>
                    <a:pt x="3310625" y="316968"/>
                    <a:pt x="3303208" y="400319"/>
                    <a:pt x="3296025" y="480924"/>
                  </a:cubicBezTo>
                  <a:cubicBezTo>
                    <a:pt x="3291947" y="526668"/>
                    <a:pt x="3288104" y="569892"/>
                    <a:pt x="3288104" y="599344"/>
                  </a:cubicBezTo>
                  <a:cubicBezTo>
                    <a:pt x="3288104" y="665295"/>
                    <a:pt x="3169252" y="771149"/>
                    <a:pt x="3098233" y="834392"/>
                  </a:cubicBezTo>
                  <a:cubicBezTo>
                    <a:pt x="3080870" y="849856"/>
                    <a:pt x="3065874" y="863213"/>
                    <a:pt x="3056719" y="872367"/>
                  </a:cubicBezTo>
                  <a:cubicBezTo>
                    <a:pt x="3034153" y="894934"/>
                    <a:pt x="3002640" y="916977"/>
                    <a:pt x="2969273" y="940326"/>
                  </a:cubicBezTo>
                  <a:cubicBezTo>
                    <a:pt x="2934654" y="964540"/>
                    <a:pt x="2898848" y="989590"/>
                    <a:pt x="2872357" y="1016090"/>
                  </a:cubicBezTo>
                  <a:cubicBezTo>
                    <a:pt x="2819898" y="1068548"/>
                    <a:pt x="2728158" y="1103383"/>
                    <a:pt x="2679300" y="1113996"/>
                  </a:cubicBezTo>
                  <a:cubicBezTo>
                    <a:pt x="2647552" y="1120899"/>
                    <a:pt x="2588244" y="1118730"/>
                    <a:pt x="2525479" y="1116417"/>
                  </a:cubicBezTo>
                  <a:cubicBezTo>
                    <a:pt x="2494019" y="1115264"/>
                    <a:pt x="2461498" y="1114067"/>
                    <a:pt x="2432244" y="1114067"/>
                  </a:cubicBezTo>
                  <a:cubicBezTo>
                    <a:pt x="2344312" y="1114067"/>
                    <a:pt x="2147987" y="1097604"/>
                    <a:pt x="2056985" y="1074858"/>
                  </a:cubicBezTo>
                  <a:cubicBezTo>
                    <a:pt x="1965713" y="1052040"/>
                    <a:pt x="1826663" y="1028799"/>
                    <a:pt x="1751899" y="1016981"/>
                  </a:cubicBezTo>
                  <a:cubicBezTo>
                    <a:pt x="1680655" y="1005711"/>
                    <a:pt x="1428352" y="1005774"/>
                    <a:pt x="1333146" y="1005819"/>
                  </a:cubicBezTo>
                  <a:lnTo>
                    <a:pt x="1320283" y="1005819"/>
                  </a:lnTo>
                  <a:cubicBezTo>
                    <a:pt x="1237545" y="1005819"/>
                    <a:pt x="1041283" y="1064840"/>
                    <a:pt x="976789" y="1084228"/>
                  </a:cubicBezTo>
                  <a:lnTo>
                    <a:pt x="969741" y="1086344"/>
                  </a:lnTo>
                  <a:cubicBezTo>
                    <a:pt x="909397" y="1104454"/>
                    <a:pt x="740103" y="1184853"/>
                    <a:pt x="706898" y="1218067"/>
                  </a:cubicBezTo>
                  <a:cubicBezTo>
                    <a:pt x="671793" y="1253172"/>
                    <a:pt x="496423" y="1322823"/>
                    <a:pt x="456953" y="1334362"/>
                  </a:cubicBezTo>
                  <a:cubicBezTo>
                    <a:pt x="446638" y="1337378"/>
                    <a:pt x="425719" y="1344507"/>
                    <a:pt x="399237" y="1353535"/>
                  </a:cubicBezTo>
                  <a:cubicBezTo>
                    <a:pt x="320828" y="1380259"/>
                    <a:pt x="202337" y="1420648"/>
                    <a:pt x="166422" y="1420648"/>
                  </a:cubicBezTo>
                  <a:cubicBezTo>
                    <a:pt x="119931" y="1420648"/>
                    <a:pt x="49037" y="1484142"/>
                    <a:pt x="32628" y="1522433"/>
                  </a:cubicBezTo>
                  <a:cubicBezTo>
                    <a:pt x="15958" y="1561327"/>
                    <a:pt x="38056" y="1697893"/>
                    <a:pt x="49244" y="1709081"/>
                  </a:cubicBezTo>
                  <a:cubicBezTo>
                    <a:pt x="55419" y="1715256"/>
                    <a:pt x="47696" y="1735167"/>
                    <a:pt x="32349" y="1772774"/>
                  </a:cubicBezTo>
                  <a:cubicBezTo>
                    <a:pt x="18307" y="1807212"/>
                    <a:pt x="-946" y="1854378"/>
                    <a:pt x="8919" y="1864235"/>
                  </a:cubicBezTo>
                  <a:cubicBezTo>
                    <a:pt x="27345" y="1882660"/>
                    <a:pt x="182624" y="1869690"/>
                    <a:pt x="248936" y="1864154"/>
                  </a:cubicBezTo>
                  <a:lnTo>
                    <a:pt x="254165" y="1863722"/>
                  </a:lnTo>
                  <a:cubicBezTo>
                    <a:pt x="306480" y="1859311"/>
                    <a:pt x="372036" y="1890816"/>
                    <a:pt x="424711" y="1916090"/>
                  </a:cubicBezTo>
                  <a:cubicBezTo>
                    <a:pt x="442803" y="1924777"/>
                    <a:pt x="459897" y="1932986"/>
                    <a:pt x="474541" y="1938836"/>
                  </a:cubicBezTo>
                  <a:cubicBezTo>
                    <a:pt x="532293" y="1961934"/>
                    <a:pt x="567109" y="2057733"/>
                    <a:pt x="590143" y="2121128"/>
                  </a:cubicBezTo>
                  <a:lnTo>
                    <a:pt x="591566" y="2125044"/>
                  </a:lnTo>
                  <a:cubicBezTo>
                    <a:pt x="605950" y="2164613"/>
                    <a:pt x="662747" y="2173731"/>
                    <a:pt x="722875" y="2183390"/>
                  </a:cubicBezTo>
                  <a:cubicBezTo>
                    <a:pt x="754451" y="2188458"/>
                    <a:pt x="787089" y="2193696"/>
                    <a:pt x="812968" y="2203849"/>
                  </a:cubicBezTo>
                  <a:cubicBezTo>
                    <a:pt x="868649" y="2225695"/>
                    <a:pt x="963053" y="2220772"/>
                    <a:pt x="1031966" y="2217171"/>
                  </a:cubicBezTo>
                  <a:cubicBezTo>
                    <a:pt x="1052687" y="2216082"/>
                    <a:pt x="1070573" y="2215155"/>
                    <a:pt x="1084074" y="2215155"/>
                  </a:cubicBezTo>
                  <a:cubicBezTo>
                    <a:pt x="1128936" y="2215155"/>
                    <a:pt x="1236114" y="2146323"/>
                    <a:pt x="1307033" y="2100768"/>
                  </a:cubicBezTo>
                  <a:cubicBezTo>
                    <a:pt x="1325477" y="2088922"/>
                    <a:pt x="1341418" y="2078679"/>
                    <a:pt x="1353291" y="2071568"/>
                  </a:cubicBezTo>
                  <a:cubicBezTo>
                    <a:pt x="1420377" y="2031351"/>
                    <a:pt x="1548796" y="1997821"/>
                    <a:pt x="1672284" y="2019316"/>
                  </a:cubicBezTo>
                  <a:cubicBezTo>
                    <a:pt x="1775860" y="2037327"/>
                    <a:pt x="1887043" y="2035482"/>
                    <a:pt x="1985093" y="2033835"/>
                  </a:cubicBezTo>
                  <a:cubicBezTo>
                    <a:pt x="2012600" y="2033376"/>
                    <a:pt x="2038578" y="2032944"/>
                    <a:pt x="2063520" y="2032944"/>
                  </a:cubicBezTo>
                  <a:cubicBezTo>
                    <a:pt x="2153271" y="2032944"/>
                    <a:pt x="2233075" y="2087257"/>
                    <a:pt x="2303482" y="2135180"/>
                  </a:cubicBezTo>
                  <a:cubicBezTo>
                    <a:pt x="2324824" y="2149707"/>
                    <a:pt x="2344978" y="2163416"/>
                    <a:pt x="2364736" y="2175280"/>
                  </a:cubicBezTo>
                  <a:cubicBezTo>
                    <a:pt x="2448905" y="2225776"/>
                    <a:pt x="2515793" y="2280117"/>
                    <a:pt x="2538197" y="2302502"/>
                  </a:cubicBezTo>
                  <a:cubicBezTo>
                    <a:pt x="2560817" y="2325123"/>
                    <a:pt x="2537693" y="2400525"/>
                    <a:pt x="2527261" y="2421381"/>
                  </a:cubicBezTo>
                  <a:cubicBezTo>
                    <a:pt x="2516000" y="2443902"/>
                    <a:pt x="2476017" y="2580792"/>
                    <a:pt x="2475612" y="2582178"/>
                  </a:cubicBezTo>
                  <a:cubicBezTo>
                    <a:pt x="2475126" y="2583834"/>
                    <a:pt x="2473344" y="2584807"/>
                    <a:pt x="2471697" y="2584329"/>
                  </a:cubicBezTo>
                  <a:cubicBezTo>
                    <a:pt x="2470022" y="2583834"/>
                    <a:pt x="2469059" y="2582079"/>
                    <a:pt x="2469545" y="2580405"/>
                  </a:cubicBezTo>
                  <a:cubicBezTo>
                    <a:pt x="2471201" y="2574752"/>
                    <a:pt x="2510087" y="2441598"/>
                    <a:pt x="2521608" y="2418563"/>
                  </a:cubicBezTo>
                  <a:cubicBezTo>
                    <a:pt x="2534210" y="2393378"/>
                    <a:pt x="2551852" y="2325105"/>
                    <a:pt x="2533733" y="2306976"/>
                  </a:cubicBezTo>
                  <a:cubicBezTo>
                    <a:pt x="2511554" y="2284806"/>
                    <a:pt x="2445170" y="2230907"/>
                    <a:pt x="2361495" y="2180707"/>
                  </a:cubicBezTo>
                  <a:cubicBezTo>
                    <a:pt x="2341576" y="2168754"/>
                    <a:pt x="2321341" y="2154991"/>
                    <a:pt x="2299927" y="2140418"/>
                  </a:cubicBezTo>
                  <a:cubicBezTo>
                    <a:pt x="2230276" y="2093009"/>
                    <a:pt x="2151326" y="2039272"/>
                    <a:pt x="2063520" y="2039272"/>
                  </a:cubicBezTo>
                  <a:cubicBezTo>
                    <a:pt x="2038632" y="2039272"/>
                    <a:pt x="2012681" y="2039704"/>
                    <a:pt x="1985201" y="2040163"/>
                  </a:cubicBezTo>
                  <a:cubicBezTo>
                    <a:pt x="1886827" y="2041801"/>
                    <a:pt x="1775356" y="2043664"/>
                    <a:pt x="1671195" y="2025545"/>
                  </a:cubicBezTo>
                  <a:cubicBezTo>
                    <a:pt x="1530875" y="2001170"/>
                    <a:pt x="1404021" y="2048534"/>
                    <a:pt x="1356531" y="2076996"/>
                  </a:cubicBezTo>
                  <a:cubicBezTo>
                    <a:pt x="1344740" y="2084071"/>
                    <a:pt x="1328843" y="2094278"/>
                    <a:pt x="1310445" y="2106097"/>
                  </a:cubicBezTo>
                  <a:cubicBezTo>
                    <a:pt x="1238904" y="2152048"/>
                    <a:pt x="1130800" y="2221492"/>
                    <a:pt x="1084074" y="2221492"/>
                  </a:cubicBezTo>
                  <a:cubicBezTo>
                    <a:pt x="1070734" y="2221492"/>
                    <a:pt x="1052921" y="2222428"/>
                    <a:pt x="1032290" y="2223499"/>
                  </a:cubicBezTo>
                  <a:cubicBezTo>
                    <a:pt x="962810" y="2227145"/>
                    <a:pt x="867623" y="2232104"/>
                    <a:pt x="810654" y="2209754"/>
                  </a:cubicBezTo>
                  <a:cubicBezTo>
                    <a:pt x="785415" y="2199853"/>
                    <a:pt x="753110" y="2194659"/>
                    <a:pt x="721867" y="2189646"/>
                  </a:cubicBezTo>
                  <a:cubicBezTo>
                    <a:pt x="662576" y="2180122"/>
                    <a:pt x="601278" y="2170284"/>
                    <a:pt x="585625" y="2127222"/>
                  </a:cubicBezTo>
                  <a:lnTo>
                    <a:pt x="584203" y="2123298"/>
                  </a:lnTo>
                  <a:cubicBezTo>
                    <a:pt x="561547" y="2060965"/>
                    <a:pt x="527324" y="1966758"/>
                    <a:pt x="472192" y="1944715"/>
                  </a:cubicBezTo>
                  <a:cubicBezTo>
                    <a:pt x="457358" y="1938782"/>
                    <a:pt x="440166" y="1930528"/>
                    <a:pt x="421974" y="1921798"/>
                  </a:cubicBezTo>
                  <a:cubicBezTo>
                    <a:pt x="369992" y="1896855"/>
                    <a:pt x="305301" y="1865927"/>
                    <a:pt x="254696" y="1870023"/>
                  </a:cubicBezTo>
                  <a:lnTo>
                    <a:pt x="249467" y="1870464"/>
                  </a:lnTo>
                  <a:cubicBezTo>
                    <a:pt x="132857" y="1880194"/>
                    <a:pt x="22475" y="1886738"/>
                    <a:pt x="4455" y="1868709"/>
                  </a:cubicBezTo>
                  <a:cubicBezTo>
                    <a:pt x="-7454" y="1856800"/>
                    <a:pt x="6084" y="1820453"/>
                    <a:pt x="26507" y="1770389"/>
                  </a:cubicBezTo>
                  <a:cubicBezTo>
                    <a:pt x="35590" y="1748147"/>
                    <a:pt x="48011" y="1717678"/>
                    <a:pt x="44771" y="1713537"/>
                  </a:cubicBezTo>
                  <a:cubicBezTo>
                    <a:pt x="31908" y="1700674"/>
                    <a:pt x="9396" y="1560616"/>
                    <a:pt x="26823" y="1519940"/>
                  </a:cubicBezTo>
                  <a:cubicBezTo>
                    <a:pt x="43880" y="1480154"/>
                    <a:pt x="116186" y="1414320"/>
                    <a:pt x="166431" y="1414320"/>
                  </a:cubicBezTo>
                  <a:cubicBezTo>
                    <a:pt x="201302" y="1414320"/>
                    <a:pt x="323943" y="1372518"/>
                    <a:pt x="397212" y="1347549"/>
                  </a:cubicBezTo>
                  <a:cubicBezTo>
                    <a:pt x="423766" y="1338494"/>
                    <a:pt x="444738" y="1331347"/>
                    <a:pt x="455189" y="1328295"/>
                  </a:cubicBezTo>
                  <a:cubicBezTo>
                    <a:pt x="493093" y="1317215"/>
                    <a:pt x="668706" y="1247330"/>
                    <a:pt x="702442" y="1213594"/>
                  </a:cubicBezTo>
                  <a:cubicBezTo>
                    <a:pt x="738177" y="1177859"/>
                    <a:pt x="913142" y="1096731"/>
                    <a:pt x="967941" y="1080295"/>
                  </a:cubicBezTo>
                  <a:lnTo>
                    <a:pt x="974980" y="1078180"/>
                  </a:lnTo>
                  <a:cubicBezTo>
                    <a:pt x="1039698" y="1058719"/>
                    <a:pt x="1236626" y="999500"/>
                    <a:pt x="1320292" y="999500"/>
                  </a:cubicBezTo>
                  <a:lnTo>
                    <a:pt x="1333155" y="999500"/>
                  </a:lnTo>
                  <a:cubicBezTo>
                    <a:pt x="1428316" y="999410"/>
                    <a:pt x="1681150" y="999392"/>
                    <a:pt x="1752889" y="1010743"/>
                  </a:cubicBezTo>
                  <a:cubicBezTo>
                    <a:pt x="1827761" y="1022580"/>
                    <a:pt x="1967018" y="1045856"/>
                    <a:pt x="2058515" y="1068737"/>
                  </a:cubicBezTo>
                  <a:cubicBezTo>
                    <a:pt x="2149085" y="1091385"/>
                    <a:pt x="2344618" y="1107766"/>
                    <a:pt x="2432244" y="1107766"/>
                  </a:cubicBezTo>
                  <a:cubicBezTo>
                    <a:pt x="2461597" y="1107766"/>
                    <a:pt x="2494190" y="1108964"/>
                    <a:pt x="2525713" y="1110116"/>
                  </a:cubicBezTo>
                  <a:cubicBezTo>
                    <a:pt x="2588064" y="1112402"/>
                    <a:pt x="2646986" y="1114581"/>
                    <a:pt x="2677949" y="1107838"/>
                  </a:cubicBezTo>
                  <a:cubicBezTo>
                    <a:pt x="2724243" y="1097775"/>
                    <a:pt x="2816748" y="1062760"/>
                    <a:pt x="2867884" y="1011634"/>
                  </a:cubicBezTo>
                  <a:cubicBezTo>
                    <a:pt x="2894770" y="984747"/>
                    <a:pt x="2930802" y="959535"/>
                    <a:pt x="2965645" y="935169"/>
                  </a:cubicBezTo>
                  <a:cubicBezTo>
                    <a:pt x="2998779" y="911982"/>
                    <a:pt x="3030076" y="890091"/>
                    <a:pt x="3052246" y="867921"/>
                  </a:cubicBezTo>
                  <a:cubicBezTo>
                    <a:pt x="3061526" y="858641"/>
                    <a:pt x="3076585" y="845229"/>
                    <a:pt x="3094029" y="829693"/>
                  </a:cubicBezTo>
                  <a:cubicBezTo>
                    <a:pt x="3164256" y="767153"/>
                    <a:pt x="3281776" y="662478"/>
                    <a:pt x="3281776" y="599371"/>
                  </a:cubicBezTo>
                  <a:cubicBezTo>
                    <a:pt x="3281776" y="569640"/>
                    <a:pt x="3285637" y="526290"/>
                    <a:pt x="3289715" y="480393"/>
                  </a:cubicBezTo>
                  <a:cubicBezTo>
                    <a:pt x="3296493" y="404216"/>
                    <a:pt x="3304189" y="317868"/>
                    <a:pt x="3293495" y="289361"/>
                  </a:cubicBezTo>
                  <a:cubicBezTo>
                    <a:pt x="3290111" y="280342"/>
                    <a:pt x="3286079" y="271152"/>
                    <a:pt x="3282181" y="262259"/>
                  </a:cubicBezTo>
                  <a:cubicBezTo>
                    <a:pt x="3266150" y="225750"/>
                    <a:pt x="3249588" y="187990"/>
                    <a:pt x="3278310" y="159267"/>
                  </a:cubicBezTo>
                  <a:cubicBezTo>
                    <a:pt x="3282289" y="155288"/>
                    <a:pt x="3287546" y="149888"/>
                    <a:pt x="3293774" y="143470"/>
                  </a:cubicBezTo>
                  <a:cubicBezTo>
                    <a:pt x="3342660" y="93171"/>
                    <a:pt x="3444337" y="-11359"/>
                    <a:pt x="3481818" y="1008"/>
                  </a:cubicBezTo>
                  <a:cubicBezTo>
                    <a:pt x="3487714" y="2979"/>
                    <a:pt x="3501630" y="8596"/>
                    <a:pt x="3522684" y="17093"/>
                  </a:cubicBezTo>
                  <a:cubicBezTo>
                    <a:pt x="3641004" y="64845"/>
                    <a:pt x="4001052" y="210187"/>
                    <a:pt x="4212516" y="210187"/>
                  </a:cubicBezTo>
                  <a:cubicBezTo>
                    <a:pt x="4308748" y="210187"/>
                    <a:pt x="4393404" y="212842"/>
                    <a:pt x="4461417" y="214967"/>
                  </a:cubicBezTo>
                  <a:cubicBezTo>
                    <a:pt x="4568459" y="218333"/>
                    <a:pt x="4645806" y="220745"/>
                    <a:pt x="4684124" y="210295"/>
                  </a:cubicBezTo>
                  <a:cubicBezTo>
                    <a:pt x="4705628" y="204435"/>
                    <a:pt x="4747087" y="199016"/>
                    <a:pt x="4795082" y="192751"/>
                  </a:cubicBezTo>
                  <a:cubicBezTo>
                    <a:pt x="4891674" y="180132"/>
                    <a:pt x="5011884" y="164434"/>
                    <a:pt x="5062075" y="134784"/>
                  </a:cubicBezTo>
                  <a:cubicBezTo>
                    <a:pt x="5137027" y="90498"/>
                    <a:pt x="5275052" y="76699"/>
                    <a:pt x="5365226" y="88995"/>
                  </a:cubicBezTo>
                  <a:cubicBezTo>
                    <a:pt x="5453869" y="101056"/>
                    <a:pt x="5527643" y="264815"/>
                    <a:pt x="5527643" y="322810"/>
                  </a:cubicBezTo>
                  <a:cubicBezTo>
                    <a:pt x="5527643" y="377816"/>
                    <a:pt x="5607636" y="503571"/>
                    <a:pt x="5637790" y="533743"/>
                  </a:cubicBezTo>
                  <a:cubicBezTo>
                    <a:pt x="5666774" y="562727"/>
                    <a:pt x="5690987" y="707808"/>
                    <a:pt x="5678925" y="750023"/>
                  </a:cubicBezTo>
                  <a:cubicBezTo>
                    <a:pt x="5666594" y="793238"/>
                    <a:pt x="5624738" y="861809"/>
                    <a:pt x="5570461" y="878921"/>
                  </a:cubicBezTo>
                  <a:cubicBezTo>
                    <a:pt x="5545385" y="886805"/>
                    <a:pt x="5490414" y="893467"/>
                    <a:pt x="5432212" y="900505"/>
                  </a:cubicBezTo>
                  <a:cubicBezTo>
                    <a:pt x="5360356" y="909209"/>
                    <a:pt x="5286051" y="918202"/>
                    <a:pt x="5253341" y="930704"/>
                  </a:cubicBezTo>
                  <a:cubicBezTo>
                    <a:pt x="5246518" y="933315"/>
                    <a:pt x="5238201" y="936384"/>
                    <a:pt x="5228677" y="939904"/>
                  </a:cubicBezTo>
                  <a:cubicBezTo>
                    <a:pt x="5156632" y="966484"/>
                    <a:pt x="5006717" y="1021805"/>
                    <a:pt x="4937201" y="1091312"/>
                  </a:cubicBezTo>
                  <a:cubicBezTo>
                    <a:pt x="4891889" y="1136633"/>
                    <a:pt x="4836982" y="1198372"/>
                    <a:pt x="4788538" y="1252839"/>
                  </a:cubicBezTo>
                  <a:cubicBezTo>
                    <a:pt x="4753289" y="1292480"/>
                    <a:pt x="4722847" y="1326711"/>
                    <a:pt x="4704476" y="1345083"/>
                  </a:cubicBezTo>
                  <a:cubicBezTo>
                    <a:pt x="4686104" y="1363454"/>
                    <a:pt x="4659596" y="1391853"/>
                    <a:pt x="4646481" y="1421368"/>
                  </a:cubicBezTo>
                  <a:cubicBezTo>
                    <a:pt x="4632322" y="1453241"/>
                    <a:pt x="4636211" y="1479497"/>
                    <a:pt x="4658381" y="1501667"/>
                  </a:cubicBezTo>
                  <a:cubicBezTo>
                    <a:pt x="4711371" y="1554657"/>
                    <a:pt x="4895795" y="1645542"/>
                    <a:pt x="4962270" y="1662158"/>
                  </a:cubicBezTo>
                  <a:cubicBezTo>
                    <a:pt x="4989183" y="1668882"/>
                    <a:pt x="5018779" y="1680503"/>
                    <a:pt x="5050121" y="1692807"/>
                  </a:cubicBezTo>
                  <a:cubicBezTo>
                    <a:pt x="5098196" y="1711683"/>
                    <a:pt x="5147910" y="1731198"/>
                    <a:pt x="5186201" y="1731198"/>
                  </a:cubicBezTo>
                  <a:cubicBezTo>
                    <a:pt x="5242162" y="1731198"/>
                    <a:pt x="5558093" y="1793296"/>
                    <a:pt x="5558093" y="1838059"/>
                  </a:cubicBezTo>
                  <a:cubicBezTo>
                    <a:pt x="5558093" y="1842902"/>
                    <a:pt x="5556240" y="1846998"/>
                    <a:pt x="5552603" y="1850211"/>
                  </a:cubicBezTo>
                  <a:cubicBezTo>
                    <a:pt x="5535429" y="1865369"/>
                    <a:pt x="5477515" y="1858132"/>
                    <a:pt x="5416208" y="1850472"/>
                  </a:cubicBezTo>
                  <a:cubicBezTo>
                    <a:pt x="5379834" y="1845927"/>
                    <a:pt x="5342236" y="1841219"/>
                    <a:pt x="5312947" y="1841219"/>
                  </a:cubicBezTo>
                  <a:cubicBezTo>
                    <a:pt x="5263080" y="1841219"/>
                    <a:pt x="5185913" y="1844990"/>
                    <a:pt x="5117819" y="1848312"/>
                  </a:cubicBezTo>
                  <a:cubicBezTo>
                    <a:pt x="5069150" y="1850688"/>
                    <a:pt x="5027123" y="1852740"/>
                    <a:pt x="5007590" y="1852740"/>
                  </a:cubicBezTo>
                  <a:cubicBezTo>
                    <a:pt x="4962215" y="1852740"/>
                    <a:pt x="4785577" y="1904074"/>
                    <a:pt x="4754145" y="1949332"/>
                  </a:cubicBezTo>
                  <a:cubicBezTo>
                    <a:pt x="4722955" y="1994221"/>
                    <a:pt x="4647642" y="2185217"/>
                    <a:pt x="4636175" y="2230871"/>
                  </a:cubicBezTo>
                  <a:cubicBezTo>
                    <a:pt x="4625157" y="2274653"/>
                    <a:pt x="4618686" y="2361649"/>
                    <a:pt x="4630468" y="2449222"/>
                  </a:cubicBezTo>
                  <a:cubicBezTo>
                    <a:pt x="4641845" y="2533716"/>
                    <a:pt x="4670487" y="2682892"/>
                    <a:pt x="4670776" y="2684395"/>
                  </a:cubicBezTo>
                  <a:cubicBezTo>
                    <a:pt x="4671099" y="2686097"/>
                    <a:pt x="4669984" y="2687762"/>
                    <a:pt x="4668273" y="2688086"/>
                  </a:cubicBezTo>
                  <a:cubicBezTo>
                    <a:pt x="4668066" y="2688131"/>
                    <a:pt x="4667868" y="2688149"/>
                    <a:pt x="4667670" y="2688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4" name="Google Shape;10794;p28"/>
            <p:cNvSpPr/>
            <p:nvPr/>
          </p:nvSpPr>
          <p:spPr>
            <a:xfrm>
              <a:off x="6207953" y="4271381"/>
              <a:ext cx="4315165" cy="2030234"/>
            </a:xfrm>
            <a:custGeom>
              <a:avLst/>
              <a:gdLst/>
              <a:ahLst/>
              <a:cxnLst/>
              <a:rect l="l" t="t" r="r" b="b"/>
              <a:pathLst>
                <a:path w="5427881" h="2553753" extrusionOk="0">
                  <a:moveTo>
                    <a:pt x="2480616" y="2553754"/>
                  </a:moveTo>
                  <a:cubicBezTo>
                    <a:pt x="2480373" y="2553754"/>
                    <a:pt x="2480138" y="2553726"/>
                    <a:pt x="2479895" y="2553663"/>
                  </a:cubicBezTo>
                  <a:cubicBezTo>
                    <a:pt x="2478194" y="2553267"/>
                    <a:pt x="2477141" y="2551575"/>
                    <a:pt x="2477528" y="2549874"/>
                  </a:cubicBezTo>
                  <a:cubicBezTo>
                    <a:pt x="2478446" y="2545914"/>
                    <a:pt x="2569511" y="2152463"/>
                    <a:pt x="2563903" y="2113164"/>
                  </a:cubicBezTo>
                  <a:cubicBezTo>
                    <a:pt x="2558170" y="2073063"/>
                    <a:pt x="2429894" y="1963735"/>
                    <a:pt x="2323365" y="1896460"/>
                  </a:cubicBezTo>
                  <a:cubicBezTo>
                    <a:pt x="2220616" y="1831570"/>
                    <a:pt x="2123575" y="1770282"/>
                    <a:pt x="2059450" y="1758625"/>
                  </a:cubicBezTo>
                  <a:cubicBezTo>
                    <a:pt x="2021078" y="1751604"/>
                    <a:pt x="1919851" y="1768715"/>
                    <a:pt x="1838534" y="1782442"/>
                  </a:cubicBezTo>
                  <a:cubicBezTo>
                    <a:pt x="1785850" y="1791326"/>
                    <a:pt x="1740358" y="1799004"/>
                    <a:pt x="1720097" y="1799004"/>
                  </a:cubicBezTo>
                  <a:cubicBezTo>
                    <a:pt x="1667233" y="1799004"/>
                    <a:pt x="1445723" y="1746131"/>
                    <a:pt x="1396450" y="1729704"/>
                  </a:cubicBezTo>
                  <a:cubicBezTo>
                    <a:pt x="1347070" y="1713241"/>
                    <a:pt x="1156722" y="1835108"/>
                    <a:pt x="1093912" y="1879088"/>
                  </a:cubicBezTo>
                  <a:cubicBezTo>
                    <a:pt x="1058807" y="1903670"/>
                    <a:pt x="1010281" y="1924283"/>
                    <a:pt x="967463" y="1942483"/>
                  </a:cubicBezTo>
                  <a:cubicBezTo>
                    <a:pt x="939118" y="1954527"/>
                    <a:pt x="912339" y="1965904"/>
                    <a:pt x="891988" y="1977219"/>
                  </a:cubicBezTo>
                  <a:cubicBezTo>
                    <a:pt x="837846" y="2007264"/>
                    <a:pt x="672971" y="1934967"/>
                    <a:pt x="617848" y="1896379"/>
                  </a:cubicBezTo>
                  <a:cubicBezTo>
                    <a:pt x="566415" y="1860383"/>
                    <a:pt x="555479" y="1806430"/>
                    <a:pt x="545838" y="1758823"/>
                  </a:cubicBezTo>
                  <a:cubicBezTo>
                    <a:pt x="544470" y="1752054"/>
                    <a:pt x="543120" y="1745393"/>
                    <a:pt x="541680" y="1738922"/>
                  </a:cubicBezTo>
                  <a:cubicBezTo>
                    <a:pt x="533426" y="1701774"/>
                    <a:pt x="454927" y="1669838"/>
                    <a:pt x="391855" y="1644175"/>
                  </a:cubicBezTo>
                  <a:cubicBezTo>
                    <a:pt x="370631" y="1635552"/>
                    <a:pt x="350585" y="1627397"/>
                    <a:pt x="335940" y="1620070"/>
                  </a:cubicBezTo>
                  <a:cubicBezTo>
                    <a:pt x="278989" y="1591599"/>
                    <a:pt x="209491" y="1591599"/>
                    <a:pt x="158752" y="1591599"/>
                  </a:cubicBezTo>
                  <a:lnTo>
                    <a:pt x="20476" y="1591599"/>
                  </a:lnTo>
                  <a:cubicBezTo>
                    <a:pt x="16056" y="1591599"/>
                    <a:pt x="12284" y="1589934"/>
                    <a:pt x="9260" y="1586639"/>
                  </a:cubicBezTo>
                  <a:cubicBezTo>
                    <a:pt x="-3972" y="1572264"/>
                    <a:pt x="-200" y="1527079"/>
                    <a:pt x="3445" y="1483387"/>
                  </a:cubicBezTo>
                  <a:cubicBezTo>
                    <a:pt x="5669" y="1456743"/>
                    <a:pt x="7775" y="1431576"/>
                    <a:pt x="5822" y="1415995"/>
                  </a:cubicBezTo>
                  <a:cubicBezTo>
                    <a:pt x="1627" y="1382457"/>
                    <a:pt x="28487" y="1363734"/>
                    <a:pt x="56921" y="1343905"/>
                  </a:cubicBezTo>
                  <a:cubicBezTo>
                    <a:pt x="69496" y="1335137"/>
                    <a:pt x="82503" y="1326064"/>
                    <a:pt x="93151" y="1315425"/>
                  </a:cubicBezTo>
                  <a:cubicBezTo>
                    <a:pt x="114853" y="1293714"/>
                    <a:pt x="166367" y="1287701"/>
                    <a:pt x="226017" y="1280734"/>
                  </a:cubicBezTo>
                  <a:cubicBezTo>
                    <a:pt x="263705" y="1276332"/>
                    <a:pt x="302680" y="1271778"/>
                    <a:pt x="336552" y="1262741"/>
                  </a:cubicBezTo>
                  <a:cubicBezTo>
                    <a:pt x="375842" y="1252272"/>
                    <a:pt x="452577" y="1219589"/>
                    <a:pt x="533813" y="1184998"/>
                  </a:cubicBezTo>
                  <a:cubicBezTo>
                    <a:pt x="630441" y="1143844"/>
                    <a:pt x="739958" y="1097209"/>
                    <a:pt x="808970" y="1078388"/>
                  </a:cubicBezTo>
                  <a:cubicBezTo>
                    <a:pt x="902780" y="1052797"/>
                    <a:pt x="989885" y="1008404"/>
                    <a:pt x="1059878" y="972732"/>
                  </a:cubicBezTo>
                  <a:cubicBezTo>
                    <a:pt x="1083605" y="960634"/>
                    <a:pt x="1106018" y="949212"/>
                    <a:pt x="1125362" y="940292"/>
                  </a:cubicBezTo>
                  <a:cubicBezTo>
                    <a:pt x="1169710" y="919832"/>
                    <a:pt x="1301056" y="932677"/>
                    <a:pt x="1428071" y="945089"/>
                  </a:cubicBezTo>
                  <a:cubicBezTo>
                    <a:pt x="1517408" y="953838"/>
                    <a:pt x="1601830" y="962092"/>
                    <a:pt x="1644856" y="957304"/>
                  </a:cubicBezTo>
                  <a:cubicBezTo>
                    <a:pt x="1748181" y="945872"/>
                    <a:pt x="2111333" y="1030384"/>
                    <a:pt x="2204882" y="1055327"/>
                  </a:cubicBezTo>
                  <a:cubicBezTo>
                    <a:pt x="2286910" y="1077209"/>
                    <a:pt x="2468644" y="1062986"/>
                    <a:pt x="2571753" y="1026595"/>
                  </a:cubicBezTo>
                  <a:cubicBezTo>
                    <a:pt x="2672620" y="990995"/>
                    <a:pt x="2826099" y="904503"/>
                    <a:pt x="2887559" y="848623"/>
                  </a:cubicBezTo>
                  <a:cubicBezTo>
                    <a:pt x="2915850" y="822907"/>
                    <a:pt x="2935751" y="810000"/>
                    <a:pt x="2955005" y="797506"/>
                  </a:cubicBezTo>
                  <a:cubicBezTo>
                    <a:pt x="2978921" y="781988"/>
                    <a:pt x="2999587" y="768585"/>
                    <a:pt x="3031380" y="733615"/>
                  </a:cubicBezTo>
                  <a:cubicBezTo>
                    <a:pt x="3060850" y="701193"/>
                    <a:pt x="3091003" y="657187"/>
                    <a:pt x="3117602" y="618346"/>
                  </a:cubicBezTo>
                  <a:cubicBezTo>
                    <a:pt x="3143121" y="581091"/>
                    <a:pt x="3167234" y="545905"/>
                    <a:pt x="3187037" y="526093"/>
                  </a:cubicBezTo>
                  <a:cubicBezTo>
                    <a:pt x="3201574" y="511556"/>
                    <a:pt x="3221854" y="493491"/>
                    <a:pt x="3243322" y="474363"/>
                  </a:cubicBezTo>
                  <a:cubicBezTo>
                    <a:pt x="3280154" y="441554"/>
                    <a:pt x="3321893" y="404370"/>
                    <a:pt x="3336448" y="382533"/>
                  </a:cubicBezTo>
                  <a:cubicBezTo>
                    <a:pt x="3348941" y="363784"/>
                    <a:pt x="3337564" y="317878"/>
                    <a:pt x="3325512" y="269280"/>
                  </a:cubicBezTo>
                  <a:cubicBezTo>
                    <a:pt x="3316465" y="232790"/>
                    <a:pt x="3307113" y="195066"/>
                    <a:pt x="3307113" y="165353"/>
                  </a:cubicBezTo>
                  <a:cubicBezTo>
                    <a:pt x="3307113" y="94541"/>
                    <a:pt x="3319372" y="59283"/>
                    <a:pt x="3395370" y="24205"/>
                  </a:cubicBezTo>
                  <a:cubicBezTo>
                    <a:pt x="3464516" y="-7722"/>
                    <a:pt x="3560289" y="-953"/>
                    <a:pt x="3644792" y="5051"/>
                  </a:cubicBezTo>
                  <a:cubicBezTo>
                    <a:pt x="3652570" y="5600"/>
                    <a:pt x="3660211" y="6140"/>
                    <a:pt x="3667691" y="6635"/>
                  </a:cubicBezTo>
                  <a:cubicBezTo>
                    <a:pt x="3743553" y="11694"/>
                    <a:pt x="3916727" y="85539"/>
                    <a:pt x="4009754" y="125217"/>
                  </a:cubicBezTo>
                  <a:cubicBezTo>
                    <a:pt x="4022977" y="130851"/>
                    <a:pt x="4034318" y="135685"/>
                    <a:pt x="4043194" y="139384"/>
                  </a:cubicBezTo>
                  <a:cubicBezTo>
                    <a:pt x="4112341" y="168197"/>
                    <a:pt x="4245621" y="173193"/>
                    <a:pt x="4346650" y="150744"/>
                  </a:cubicBezTo>
                  <a:cubicBezTo>
                    <a:pt x="4394240" y="140176"/>
                    <a:pt x="4458742" y="127422"/>
                    <a:pt x="4521120" y="115090"/>
                  </a:cubicBezTo>
                  <a:cubicBezTo>
                    <a:pt x="4591987" y="101085"/>
                    <a:pt x="4658911" y="87853"/>
                    <a:pt x="4680621" y="81651"/>
                  </a:cubicBezTo>
                  <a:cubicBezTo>
                    <a:pt x="4721027" y="70111"/>
                    <a:pt x="4830627" y="52577"/>
                    <a:pt x="4900943" y="64288"/>
                  </a:cubicBezTo>
                  <a:cubicBezTo>
                    <a:pt x="4945472" y="71705"/>
                    <a:pt x="4997886" y="67024"/>
                    <a:pt x="5044125" y="62884"/>
                  </a:cubicBezTo>
                  <a:cubicBezTo>
                    <a:pt x="5069400" y="60624"/>
                    <a:pt x="5093271" y="58491"/>
                    <a:pt x="5113606" y="58491"/>
                  </a:cubicBezTo>
                  <a:cubicBezTo>
                    <a:pt x="5121427" y="58491"/>
                    <a:pt x="5128403" y="58383"/>
                    <a:pt x="5134758" y="58284"/>
                  </a:cubicBezTo>
                  <a:cubicBezTo>
                    <a:pt x="5174831" y="57636"/>
                    <a:pt x="5191439" y="57411"/>
                    <a:pt x="5241981" y="87744"/>
                  </a:cubicBezTo>
                  <a:cubicBezTo>
                    <a:pt x="5292099" y="117809"/>
                    <a:pt x="5308139" y="186227"/>
                    <a:pt x="5322289" y="246589"/>
                  </a:cubicBezTo>
                  <a:cubicBezTo>
                    <a:pt x="5324791" y="257264"/>
                    <a:pt x="5327257" y="267750"/>
                    <a:pt x="5329840" y="277805"/>
                  </a:cubicBezTo>
                  <a:cubicBezTo>
                    <a:pt x="5333288" y="291216"/>
                    <a:pt x="5346934" y="310983"/>
                    <a:pt x="5362731" y="333864"/>
                  </a:cubicBezTo>
                  <a:cubicBezTo>
                    <a:pt x="5391751" y="375918"/>
                    <a:pt x="5427881" y="428250"/>
                    <a:pt x="5427881" y="478423"/>
                  </a:cubicBezTo>
                  <a:cubicBezTo>
                    <a:pt x="5427881" y="556094"/>
                    <a:pt x="5353316" y="620353"/>
                    <a:pt x="5315258" y="620353"/>
                  </a:cubicBezTo>
                  <a:cubicBezTo>
                    <a:pt x="5281801" y="620353"/>
                    <a:pt x="5065827" y="685522"/>
                    <a:pt x="5011181" y="709807"/>
                  </a:cubicBezTo>
                  <a:cubicBezTo>
                    <a:pt x="4960648" y="732265"/>
                    <a:pt x="4851005" y="801151"/>
                    <a:pt x="4812417" y="858480"/>
                  </a:cubicBezTo>
                  <a:cubicBezTo>
                    <a:pt x="4779220" y="907797"/>
                    <a:pt x="4584192" y="1100431"/>
                    <a:pt x="4500913" y="1182693"/>
                  </a:cubicBezTo>
                  <a:cubicBezTo>
                    <a:pt x="4485944" y="1197473"/>
                    <a:pt x="4474215" y="1209067"/>
                    <a:pt x="4467122" y="1216160"/>
                  </a:cubicBezTo>
                  <a:cubicBezTo>
                    <a:pt x="4421532" y="1261751"/>
                    <a:pt x="4421640" y="1358801"/>
                    <a:pt x="4421685" y="1395328"/>
                  </a:cubicBezTo>
                  <a:lnTo>
                    <a:pt x="4421685" y="1398290"/>
                  </a:lnTo>
                  <a:cubicBezTo>
                    <a:pt x="4421685" y="1431171"/>
                    <a:pt x="4515567" y="1504747"/>
                    <a:pt x="4584075" y="1516160"/>
                  </a:cubicBezTo>
                  <a:cubicBezTo>
                    <a:pt x="4650818" y="1527276"/>
                    <a:pt x="4684663" y="1555576"/>
                    <a:pt x="4684663" y="1600249"/>
                  </a:cubicBezTo>
                  <a:cubicBezTo>
                    <a:pt x="4684663" y="1628072"/>
                    <a:pt x="4627910" y="1665337"/>
                    <a:pt x="4573021" y="1701378"/>
                  </a:cubicBezTo>
                  <a:cubicBezTo>
                    <a:pt x="4544731" y="1719956"/>
                    <a:pt x="4518006" y="1737508"/>
                    <a:pt x="4505134" y="1750380"/>
                  </a:cubicBezTo>
                  <a:cubicBezTo>
                    <a:pt x="4470047" y="1785475"/>
                    <a:pt x="4442963" y="1885479"/>
                    <a:pt x="4436906" y="1944175"/>
                  </a:cubicBezTo>
                  <a:cubicBezTo>
                    <a:pt x="4434151" y="1970882"/>
                    <a:pt x="4423548" y="2013215"/>
                    <a:pt x="4413286" y="2054152"/>
                  </a:cubicBezTo>
                  <a:cubicBezTo>
                    <a:pt x="4402241" y="2098204"/>
                    <a:pt x="4390837" y="2143750"/>
                    <a:pt x="4390837" y="2164560"/>
                  </a:cubicBezTo>
                  <a:cubicBezTo>
                    <a:pt x="4390837" y="2204283"/>
                    <a:pt x="4413637" y="2438826"/>
                    <a:pt x="4413872" y="2441185"/>
                  </a:cubicBezTo>
                  <a:cubicBezTo>
                    <a:pt x="4414042" y="2442922"/>
                    <a:pt x="4412764" y="2444470"/>
                    <a:pt x="4411036" y="2444641"/>
                  </a:cubicBezTo>
                  <a:cubicBezTo>
                    <a:pt x="4409317" y="2444830"/>
                    <a:pt x="4407750" y="2443543"/>
                    <a:pt x="4407580" y="2441806"/>
                  </a:cubicBezTo>
                  <a:cubicBezTo>
                    <a:pt x="4406644" y="2432138"/>
                    <a:pt x="4384527" y="2204589"/>
                    <a:pt x="4384527" y="2164569"/>
                  </a:cubicBezTo>
                  <a:cubicBezTo>
                    <a:pt x="4384527" y="2142985"/>
                    <a:pt x="4395527" y="2099095"/>
                    <a:pt x="4407175" y="2052622"/>
                  </a:cubicBezTo>
                  <a:cubicBezTo>
                    <a:pt x="4417373" y="2011900"/>
                    <a:pt x="4427931" y="1969802"/>
                    <a:pt x="4430641" y="1943527"/>
                  </a:cubicBezTo>
                  <a:cubicBezTo>
                    <a:pt x="4436798" y="1883903"/>
                    <a:pt x="4464557" y="1782046"/>
                    <a:pt x="4500688" y="1745924"/>
                  </a:cubicBezTo>
                  <a:cubicBezTo>
                    <a:pt x="4514028" y="1732585"/>
                    <a:pt x="4541014" y="1714870"/>
                    <a:pt x="4569574" y="1696112"/>
                  </a:cubicBezTo>
                  <a:cubicBezTo>
                    <a:pt x="4618045" y="1664283"/>
                    <a:pt x="4678362" y="1624678"/>
                    <a:pt x="4678362" y="1600267"/>
                  </a:cubicBezTo>
                  <a:cubicBezTo>
                    <a:pt x="4678362" y="1558565"/>
                    <a:pt x="4647191" y="1533100"/>
                    <a:pt x="4583058" y="1522407"/>
                  </a:cubicBezTo>
                  <a:cubicBezTo>
                    <a:pt x="4515675" y="1511174"/>
                    <a:pt x="4415393" y="1436950"/>
                    <a:pt x="4415393" y="1398299"/>
                  </a:cubicBezTo>
                  <a:lnTo>
                    <a:pt x="4415393" y="1395346"/>
                  </a:lnTo>
                  <a:cubicBezTo>
                    <a:pt x="4415348" y="1358100"/>
                    <a:pt x="4415248" y="1259141"/>
                    <a:pt x="4462685" y="1211704"/>
                  </a:cubicBezTo>
                  <a:cubicBezTo>
                    <a:pt x="4469786" y="1204602"/>
                    <a:pt x="4481534" y="1193009"/>
                    <a:pt x="4496511" y="1178202"/>
                  </a:cubicBezTo>
                  <a:cubicBezTo>
                    <a:pt x="4579655" y="1096084"/>
                    <a:pt x="4774369" y="903765"/>
                    <a:pt x="4807205" y="854960"/>
                  </a:cubicBezTo>
                  <a:cubicBezTo>
                    <a:pt x="4846477" y="796633"/>
                    <a:pt x="4957516" y="726766"/>
                    <a:pt x="5008651" y="704038"/>
                  </a:cubicBezTo>
                  <a:cubicBezTo>
                    <a:pt x="5057807" y="682192"/>
                    <a:pt x="5278786" y="614044"/>
                    <a:pt x="5315294" y="614044"/>
                  </a:cubicBezTo>
                  <a:cubicBezTo>
                    <a:pt x="5346123" y="614044"/>
                    <a:pt x="5421599" y="555347"/>
                    <a:pt x="5421599" y="478432"/>
                  </a:cubicBezTo>
                  <a:cubicBezTo>
                    <a:pt x="5421599" y="430231"/>
                    <a:pt x="5386098" y="378789"/>
                    <a:pt x="5357564" y="337464"/>
                  </a:cubicBezTo>
                  <a:cubicBezTo>
                    <a:pt x="5341425" y="314079"/>
                    <a:pt x="5327482" y="293890"/>
                    <a:pt x="5323756" y="279389"/>
                  </a:cubicBezTo>
                  <a:cubicBezTo>
                    <a:pt x="5321155" y="269290"/>
                    <a:pt x="5318688" y="258758"/>
                    <a:pt x="5316168" y="248029"/>
                  </a:cubicBezTo>
                  <a:cubicBezTo>
                    <a:pt x="5302306" y="188891"/>
                    <a:pt x="5286590" y="121859"/>
                    <a:pt x="5238767" y="93163"/>
                  </a:cubicBezTo>
                  <a:cubicBezTo>
                    <a:pt x="5189755" y="63766"/>
                    <a:pt x="5174742" y="63999"/>
                    <a:pt x="5134893" y="64602"/>
                  </a:cubicBezTo>
                  <a:cubicBezTo>
                    <a:pt x="5128502" y="64702"/>
                    <a:pt x="5121499" y="64809"/>
                    <a:pt x="5113642" y="64809"/>
                  </a:cubicBezTo>
                  <a:cubicBezTo>
                    <a:pt x="5093587" y="64809"/>
                    <a:pt x="5069859" y="66934"/>
                    <a:pt x="5044728" y="69175"/>
                  </a:cubicBezTo>
                  <a:cubicBezTo>
                    <a:pt x="4998102" y="73361"/>
                    <a:pt x="4945256" y="78077"/>
                    <a:pt x="4899953" y="70517"/>
                  </a:cubicBezTo>
                  <a:cubicBezTo>
                    <a:pt x="4830590" y="58968"/>
                    <a:pt x="4722333" y="76313"/>
                    <a:pt x="4682403" y="87718"/>
                  </a:cubicBezTo>
                  <a:cubicBezTo>
                    <a:pt x="4660441" y="93992"/>
                    <a:pt x="4593382" y="107250"/>
                    <a:pt x="4522390" y="121274"/>
                  </a:cubicBezTo>
                  <a:cubicBezTo>
                    <a:pt x="4460048" y="133597"/>
                    <a:pt x="4395581" y="146342"/>
                    <a:pt x="4348064" y="156901"/>
                  </a:cubicBezTo>
                  <a:cubicBezTo>
                    <a:pt x="4245964" y="179593"/>
                    <a:pt x="4111000" y="174462"/>
                    <a:pt x="4040808" y="145208"/>
                  </a:cubicBezTo>
                  <a:cubicBezTo>
                    <a:pt x="4031924" y="141509"/>
                    <a:pt x="4020565" y="136657"/>
                    <a:pt x="4007324" y="131013"/>
                  </a:cubicBezTo>
                  <a:cubicBezTo>
                    <a:pt x="3921236" y="94298"/>
                    <a:pt x="3742104" y="17914"/>
                    <a:pt x="3667322" y="12927"/>
                  </a:cubicBezTo>
                  <a:cubicBezTo>
                    <a:pt x="3659842" y="12423"/>
                    <a:pt x="3652182" y="11883"/>
                    <a:pt x="3644396" y="11334"/>
                  </a:cubicBezTo>
                  <a:cubicBezTo>
                    <a:pt x="3560667" y="5402"/>
                    <a:pt x="3465750" y="-1313"/>
                    <a:pt x="3398070" y="29930"/>
                  </a:cubicBezTo>
                  <a:cubicBezTo>
                    <a:pt x="3326259" y="63073"/>
                    <a:pt x="3313477" y="94225"/>
                    <a:pt x="3313477" y="165335"/>
                  </a:cubicBezTo>
                  <a:cubicBezTo>
                    <a:pt x="3313477" y="194274"/>
                    <a:pt x="3322739" y="231620"/>
                    <a:pt x="3331695" y="267732"/>
                  </a:cubicBezTo>
                  <a:cubicBezTo>
                    <a:pt x="3344090" y="317725"/>
                    <a:pt x="3355800" y="364945"/>
                    <a:pt x="3341758" y="386017"/>
                  </a:cubicBezTo>
                  <a:cubicBezTo>
                    <a:pt x="3326754" y="408520"/>
                    <a:pt x="3286509" y="444380"/>
                    <a:pt x="3247588" y="479053"/>
                  </a:cubicBezTo>
                  <a:cubicBezTo>
                    <a:pt x="3226183" y="498127"/>
                    <a:pt x="3205967" y="516129"/>
                    <a:pt x="3191565" y="530531"/>
                  </a:cubicBezTo>
                  <a:cubicBezTo>
                    <a:pt x="3172176" y="549928"/>
                    <a:pt x="3148233" y="584880"/>
                    <a:pt x="3122868" y="621893"/>
                  </a:cubicBezTo>
                  <a:cubicBezTo>
                    <a:pt x="3096152" y="660895"/>
                    <a:pt x="3065872" y="705100"/>
                    <a:pt x="3036114" y="737837"/>
                  </a:cubicBezTo>
                  <a:cubicBezTo>
                    <a:pt x="3003773" y="773419"/>
                    <a:pt x="2981774" y="787686"/>
                    <a:pt x="2958497" y="802781"/>
                  </a:cubicBezTo>
                  <a:cubicBezTo>
                    <a:pt x="2939460" y="815139"/>
                    <a:pt x="2919774" y="827903"/>
                    <a:pt x="2891862" y="853277"/>
                  </a:cubicBezTo>
                  <a:cubicBezTo>
                    <a:pt x="2829924" y="909588"/>
                    <a:pt x="2675401" y="996702"/>
                    <a:pt x="2573913" y="1032527"/>
                  </a:cubicBezTo>
                  <a:cubicBezTo>
                    <a:pt x="2480562" y="1065489"/>
                    <a:pt x="2294444" y="1085706"/>
                    <a:pt x="2203316" y="1061402"/>
                  </a:cubicBezTo>
                  <a:cubicBezTo>
                    <a:pt x="2110010" y="1036523"/>
                    <a:pt x="1747856" y="952074"/>
                    <a:pt x="1645621" y="963551"/>
                  </a:cubicBezTo>
                  <a:cubicBezTo>
                    <a:pt x="1601911" y="968420"/>
                    <a:pt x="1517210" y="960121"/>
                    <a:pt x="1427513" y="951345"/>
                  </a:cubicBezTo>
                  <a:cubicBezTo>
                    <a:pt x="1307212" y="939589"/>
                    <a:pt x="1170854" y="926250"/>
                    <a:pt x="1128071" y="945998"/>
                  </a:cubicBezTo>
                  <a:cubicBezTo>
                    <a:pt x="1108844" y="954873"/>
                    <a:pt x="1086486" y="966269"/>
                    <a:pt x="1062812" y="978331"/>
                  </a:cubicBezTo>
                  <a:cubicBezTo>
                    <a:pt x="992567" y="1014137"/>
                    <a:pt x="905139" y="1058693"/>
                    <a:pt x="810698" y="1084454"/>
                  </a:cubicBezTo>
                  <a:cubicBezTo>
                    <a:pt x="742091" y="1103168"/>
                    <a:pt x="632781" y="1149713"/>
                    <a:pt x="536342" y="1190776"/>
                  </a:cubicBezTo>
                  <a:cubicBezTo>
                    <a:pt x="454890" y="1225467"/>
                    <a:pt x="377958" y="1258231"/>
                    <a:pt x="338235" y="1268817"/>
                  </a:cubicBezTo>
                  <a:cubicBezTo>
                    <a:pt x="303923" y="1277971"/>
                    <a:pt x="264714" y="1282544"/>
                    <a:pt x="226809" y="1286972"/>
                  </a:cubicBezTo>
                  <a:cubicBezTo>
                    <a:pt x="170768" y="1293516"/>
                    <a:pt x="117832" y="1299700"/>
                    <a:pt x="97679" y="1319853"/>
                  </a:cubicBezTo>
                  <a:cubicBezTo>
                    <a:pt x="86634" y="1330889"/>
                    <a:pt x="73403" y="1340124"/>
                    <a:pt x="60594" y="1349053"/>
                  </a:cubicBezTo>
                  <a:cubicBezTo>
                    <a:pt x="32609" y="1368577"/>
                    <a:pt x="8432" y="1385427"/>
                    <a:pt x="12158" y="1415176"/>
                  </a:cubicBezTo>
                  <a:cubicBezTo>
                    <a:pt x="14193" y="1431423"/>
                    <a:pt x="12059" y="1456896"/>
                    <a:pt x="9809" y="1483882"/>
                  </a:cubicBezTo>
                  <a:cubicBezTo>
                    <a:pt x="6443" y="1524243"/>
                    <a:pt x="2617" y="1569987"/>
                    <a:pt x="13977" y="1582337"/>
                  </a:cubicBezTo>
                  <a:cubicBezTo>
                    <a:pt x="15804" y="1584326"/>
                    <a:pt x="17892" y="1585253"/>
                    <a:pt x="20538" y="1585253"/>
                  </a:cubicBezTo>
                  <a:lnTo>
                    <a:pt x="158814" y="1585253"/>
                  </a:lnTo>
                  <a:cubicBezTo>
                    <a:pt x="210193" y="1585253"/>
                    <a:pt x="280547" y="1585253"/>
                    <a:pt x="338829" y="1614390"/>
                  </a:cubicBezTo>
                  <a:cubicBezTo>
                    <a:pt x="353258" y="1621600"/>
                    <a:pt x="373187" y="1629710"/>
                    <a:pt x="394295" y="1638297"/>
                  </a:cubicBezTo>
                  <a:cubicBezTo>
                    <a:pt x="458743" y="1664508"/>
                    <a:pt x="538943" y="1697138"/>
                    <a:pt x="547918" y="1737517"/>
                  </a:cubicBezTo>
                  <a:cubicBezTo>
                    <a:pt x="549358" y="1744025"/>
                    <a:pt x="550717" y="1750722"/>
                    <a:pt x="552103" y="1757536"/>
                  </a:cubicBezTo>
                  <a:cubicBezTo>
                    <a:pt x="561518" y="1803973"/>
                    <a:pt x="572185" y="1856621"/>
                    <a:pt x="621547" y="1891176"/>
                  </a:cubicBezTo>
                  <a:cubicBezTo>
                    <a:pt x="682387" y="1933770"/>
                    <a:pt x="840753" y="1998461"/>
                    <a:pt x="888982" y="1971656"/>
                  </a:cubicBezTo>
                  <a:cubicBezTo>
                    <a:pt x="909630" y="1960188"/>
                    <a:pt x="936553" y="1948748"/>
                    <a:pt x="965060" y="1936632"/>
                  </a:cubicBezTo>
                  <a:cubicBezTo>
                    <a:pt x="1007590" y="1918567"/>
                    <a:pt x="1055791" y="1898080"/>
                    <a:pt x="1090347" y="1873885"/>
                  </a:cubicBezTo>
                  <a:cubicBezTo>
                    <a:pt x="1092795" y="1872175"/>
                    <a:pt x="1336889" y="1703187"/>
                    <a:pt x="1398520" y="1723673"/>
                  </a:cubicBezTo>
                  <a:cubicBezTo>
                    <a:pt x="1447550" y="1740019"/>
                    <a:pt x="1667773" y="1792650"/>
                    <a:pt x="1720160" y="1792650"/>
                  </a:cubicBezTo>
                  <a:cubicBezTo>
                    <a:pt x="1739890" y="1792650"/>
                    <a:pt x="1785148" y="1785017"/>
                    <a:pt x="1837553" y="1776168"/>
                  </a:cubicBezTo>
                  <a:cubicBezTo>
                    <a:pt x="1923622" y="1761650"/>
                    <a:pt x="2021177" y="1745195"/>
                    <a:pt x="2060656" y="1752369"/>
                  </a:cubicBezTo>
                  <a:cubicBezTo>
                    <a:pt x="2125978" y="1764251"/>
                    <a:pt x="2223533" y="1825855"/>
                    <a:pt x="2326803" y="1891086"/>
                  </a:cubicBezTo>
                  <a:cubicBezTo>
                    <a:pt x="2436717" y="1960504"/>
                    <a:pt x="2564173" y="2069832"/>
                    <a:pt x="2570231" y="2112246"/>
                  </a:cubicBezTo>
                  <a:cubicBezTo>
                    <a:pt x="2576010" y="2152697"/>
                    <a:pt x="2487528" y="2535022"/>
                    <a:pt x="2483757" y="2551269"/>
                  </a:cubicBezTo>
                  <a:cubicBezTo>
                    <a:pt x="2483415" y="2552727"/>
                    <a:pt x="2482119" y="2553718"/>
                    <a:pt x="2480687" y="25537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5" name="Google Shape;10795;p28"/>
            <p:cNvSpPr/>
            <p:nvPr/>
          </p:nvSpPr>
          <p:spPr>
            <a:xfrm>
              <a:off x="6294458" y="4770163"/>
              <a:ext cx="3805008" cy="1470832"/>
            </a:xfrm>
            <a:custGeom>
              <a:avLst/>
              <a:gdLst/>
              <a:ahLst/>
              <a:cxnLst/>
              <a:rect l="l" t="t" r="r" b="b"/>
              <a:pathLst>
                <a:path w="4786173" h="1850103" extrusionOk="0">
                  <a:moveTo>
                    <a:pt x="2556174" y="1850068"/>
                  </a:moveTo>
                  <a:cubicBezTo>
                    <a:pt x="2555913" y="1850068"/>
                    <a:pt x="2555634" y="1850032"/>
                    <a:pt x="2555363" y="1849960"/>
                  </a:cubicBezTo>
                  <a:cubicBezTo>
                    <a:pt x="2553681" y="1849519"/>
                    <a:pt x="2552672" y="1847791"/>
                    <a:pt x="2553113" y="1846107"/>
                  </a:cubicBezTo>
                  <a:cubicBezTo>
                    <a:pt x="2581161" y="1740136"/>
                    <a:pt x="2646213" y="1460280"/>
                    <a:pt x="2610856" y="1438174"/>
                  </a:cubicBezTo>
                  <a:cubicBezTo>
                    <a:pt x="2599541" y="1431108"/>
                    <a:pt x="2568361" y="1404752"/>
                    <a:pt x="2525201" y="1368279"/>
                  </a:cubicBezTo>
                  <a:cubicBezTo>
                    <a:pt x="2396358" y="1259401"/>
                    <a:pt x="2156548" y="1056740"/>
                    <a:pt x="2059812" y="1044120"/>
                  </a:cubicBezTo>
                  <a:cubicBezTo>
                    <a:pt x="1991224" y="1035182"/>
                    <a:pt x="1877170" y="1048566"/>
                    <a:pt x="1776545" y="1060376"/>
                  </a:cubicBezTo>
                  <a:cubicBezTo>
                    <a:pt x="1685570" y="1071061"/>
                    <a:pt x="1606981" y="1080269"/>
                    <a:pt x="1574784" y="1072231"/>
                  </a:cubicBezTo>
                  <a:cubicBezTo>
                    <a:pt x="1553892" y="1067001"/>
                    <a:pt x="1518427" y="1053913"/>
                    <a:pt x="1477373" y="1038764"/>
                  </a:cubicBezTo>
                  <a:cubicBezTo>
                    <a:pt x="1388612" y="1006000"/>
                    <a:pt x="1267069" y="961129"/>
                    <a:pt x="1233054" y="976242"/>
                  </a:cubicBezTo>
                  <a:cubicBezTo>
                    <a:pt x="1195753" y="992822"/>
                    <a:pt x="867516" y="1139181"/>
                    <a:pt x="828046" y="1173008"/>
                  </a:cubicBezTo>
                  <a:cubicBezTo>
                    <a:pt x="817506" y="1182045"/>
                    <a:pt x="811177" y="1191388"/>
                    <a:pt x="805066" y="1200425"/>
                  </a:cubicBezTo>
                  <a:cubicBezTo>
                    <a:pt x="788549" y="1224828"/>
                    <a:pt x="775470" y="1244126"/>
                    <a:pt x="696034" y="1235746"/>
                  </a:cubicBezTo>
                  <a:cubicBezTo>
                    <a:pt x="603907" y="1226043"/>
                    <a:pt x="549927" y="1136400"/>
                    <a:pt x="523986" y="1093321"/>
                  </a:cubicBezTo>
                  <a:cubicBezTo>
                    <a:pt x="519521" y="1085903"/>
                    <a:pt x="515993" y="1080044"/>
                    <a:pt x="513481" y="1076695"/>
                  </a:cubicBezTo>
                  <a:cubicBezTo>
                    <a:pt x="493742" y="1050367"/>
                    <a:pt x="400661" y="948338"/>
                    <a:pt x="363846" y="948338"/>
                  </a:cubicBezTo>
                  <a:cubicBezTo>
                    <a:pt x="346555" y="948338"/>
                    <a:pt x="303538" y="936898"/>
                    <a:pt x="257983" y="924782"/>
                  </a:cubicBezTo>
                  <a:cubicBezTo>
                    <a:pt x="201950" y="909885"/>
                    <a:pt x="132245" y="891334"/>
                    <a:pt x="117043" y="897392"/>
                  </a:cubicBezTo>
                  <a:cubicBezTo>
                    <a:pt x="93747" y="906717"/>
                    <a:pt x="38777" y="898130"/>
                    <a:pt x="13871" y="881253"/>
                  </a:cubicBezTo>
                  <a:cubicBezTo>
                    <a:pt x="4663" y="875024"/>
                    <a:pt x="0" y="868093"/>
                    <a:pt x="0" y="860649"/>
                  </a:cubicBezTo>
                  <a:cubicBezTo>
                    <a:pt x="0" y="835914"/>
                    <a:pt x="15536" y="739133"/>
                    <a:pt x="59516" y="739133"/>
                  </a:cubicBezTo>
                  <a:cubicBezTo>
                    <a:pt x="100201" y="739133"/>
                    <a:pt x="239801" y="733489"/>
                    <a:pt x="290234" y="727881"/>
                  </a:cubicBezTo>
                  <a:cubicBezTo>
                    <a:pt x="338742" y="722490"/>
                    <a:pt x="512104" y="628382"/>
                    <a:pt x="564986" y="593134"/>
                  </a:cubicBezTo>
                  <a:cubicBezTo>
                    <a:pt x="596301" y="572260"/>
                    <a:pt x="673495" y="553664"/>
                    <a:pt x="741598" y="537255"/>
                  </a:cubicBezTo>
                  <a:cubicBezTo>
                    <a:pt x="784741" y="526858"/>
                    <a:pt x="825490" y="517047"/>
                    <a:pt x="847362" y="508298"/>
                  </a:cubicBezTo>
                  <a:cubicBezTo>
                    <a:pt x="865122" y="501196"/>
                    <a:pt x="888624" y="488072"/>
                    <a:pt x="913521" y="474165"/>
                  </a:cubicBezTo>
                  <a:cubicBezTo>
                    <a:pt x="967411" y="444074"/>
                    <a:pt x="1034470" y="406629"/>
                    <a:pt x="1085237" y="406629"/>
                  </a:cubicBezTo>
                  <a:cubicBezTo>
                    <a:pt x="1095741" y="406629"/>
                    <a:pt x="1108784" y="406512"/>
                    <a:pt x="1123654" y="406386"/>
                  </a:cubicBezTo>
                  <a:cubicBezTo>
                    <a:pt x="1214548" y="405549"/>
                    <a:pt x="1366721" y="404217"/>
                    <a:pt x="1429955" y="423687"/>
                  </a:cubicBezTo>
                  <a:cubicBezTo>
                    <a:pt x="1500479" y="445388"/>
                    <a:pt x="1834504" y="530657"/>
                    <a:pt x="1936073" y="524986"/>
                  </a:cubicBezTo>
                  <a:cubicBezTo>
                    <a:pt x="1976075" y="522763"/>
                    <a:pt x="2025887" y="517893"/>
                    <a:pt x="2074070" y="513176"/>
                  </a:cubicBezTo>
                  <a:cubicBezTo>
                    <a:pt x="2148591" y="505885"/>
                    <a:pt x="2218962" y="499008"/>
                    <a:pt x="2246614" y="502465"/>
                  </a:cubicBezTo>
                  <a:cubicBezTo>
                    <a:pt x="2253536" y="503329"/>
                    <a:pt x="2261916" y="504193"/>
                    <a:pt x="2271295" y="505165"/>
                  </a:cubicBezTo>
                  <a:cubicBezTo>
                    <a:pt x="2324844" y="510692"/>
                    <a:pt x="2405773" y="519036"/>
                    <a:pt x="2439887" y="548281"/>
                  </a:cubicBezTo>
                  <a:cubicBezTo>
                    <a:pt x="2478682" y="581531"/>
                    <a:pt x="2580369" y="638077"/>
                    <a:pt x="2664269" y="666034"/>
                  </a:cubicBezTo>
                  <a:cubicBezTo>
                    <a:pt x="2699986" y="677943"/>
                    <a:pt x="2740995" y="698997"/>
                    <a:pt x="2780654" y="719358"/>
                  </a:cubicBezTo>
                  <a:cubicBezTo>
                    <a:pt x="2834310" y="746901"/>
                    <a:pt x="2889803" y="775390"/>
                    <a:pt x="2928418" y="778612"/>
                  </a:cubicBezTo>
                  <a:cubicBezTo>
                    <a:pt x="2996592" y="784175"/>
                    <a:pt x="3230947" y="709267"/>
                    <a:pt x="3287763" y="688618"/>
                  </a:cubicBezTo>
                  <a:cubicBezTo>
                    <a:pt x="3353147" y="664837"/>
                    <a:pt x="3553757" y="598238"/>
                    <a:pt x="3616000" y="603908"/>
                  </a:cubicBezTo>
                  <a:cubicBezTo>
                    <a:pt x="3625793" y="604799"/>
                    <a:pt x="3638251" y="606249"/>
                    <a:pt x="3652482" y="607905"/>
                  </a:cubicBezTo>
                  <a:cubicBezTo>
                    <a:pt x="3727794" y="616681"/>
                    <a:pt x="3853856" y="631371"/>
                    <a:pt x="3895568" y="598921"/>
                  </a:cubicBezTo>
                  <a:cubicBezTo>
                    <a:pt x="3944561" y="560811"/>
                    <a:pt x="4023510" y="438260"/>
                    <a:pt x="4063718" y="352100"/>
                  </a:cubicBezTo>
                  <a:cubicBezTo>
                    <a:pt x="4068903" y="341002"/>
                    <a:pt x="4074277" y="329111"/>
                    <a:pt x="4079867" y="316762"/>
                  </a:cubicBezTo>
                  <a:cubicBezTo>
                    <a:pt x="4117014" y="234680"/>
                    <a:pt x="4163236" y="132507"/>
                    <a:pt x="4222977" y="102641"/>
                  </a:cubicBezTo>
                  <a:cubicBezTo>
                    <a:pt x="4293195" y="67537"/>
                    <a:pt x="4457592" y="29390"/>
                    <a:pt x="4518017" y="40362"/>
                  </a:cubicBezTo>
                  <a:cubicBezTo>
                    <a:pt x="4545795" y="45457"/>
                    <a:pt x="4592223" y="32720"/>
                    <a:pt x="4637112" y="20434"/>
                  </a:cubicBezTo>
                  <a:cubicBezTo>
                    <a:pt x="4692451" y="5294"/>
                    <a:pt x="4744712" y="-9009"/>
                    <a:pt x="4767269" y="7085"/>
                  </a:cubicBezTo>
                  <a:cubicBezTo>
                    <a:pt x="4780384" y="16455"/>
                    <a:pt x="4786730" y="27175"/>
                    <a:pt x="4786135" y="38931"/>
                  </a:cubicBezTo>
                  <a:cubicBezTo>
                    <a:pt x="4784876" y="63792"/>
                    <a:pt x="4752417" y="85944"/>
                    <a:pt x="4733181" y="96944"/>
                  </a:cubicBezTo>
                  <a:cubicBezTo>
                    <a:pt x="4694035" y="119311"/>
                    <a:pt x="4660119" y="147557"/>
                    <a:pt x="4587128" y="209332"/>
                  </a:cubicBezTo>
                  <a:cubicBezTo>
                    <a:pt x="4578478" y="216642"/>
                    <a:pt x="4570854" y="223023"/>
                    <a:pt x="4564040" y="228721"/>
                  </a:cubicBezTo>
                  <a:cubicBezTo>
                    <a:pt x="4513553" y="270918"/>
                    <a:pt x="4508269" y="275329"/>
                    <a:pt x="4463803" y="349436"/>
                  </a:cubicBezTo>
                  <a:cubicBezTo>
                    <a:pt x="4437331" y="393551"/>
                    <a:pt x="4405557" y="421787"/>
                    <a:pt x="4371911" y="451671"/>
                  </a:cubicBezTo>
                  <a:cubicBezTo>
                    <a:pt x="4341657" y="478540"/>
                    <a:pt x="4310378" y="506326"/>
                    <a:pt x="4283383" y="546823"/>
                  </a:cubicBezTo>
                  <a:cubicBezTo>
                    <a:pt x="4266011" y="572881"/>
                    <a:pt x="4246704" y="598678"/>
                    <a:pt x="4228026" y="623621"/>
                  </a:cubicBezTo>
                  <a:cubicBezTo>
                    <a:pt x="4188178" y="676845"/>
                    <a:pt x="4150535" y="727125"/>
                    <a:pt x="4154261" y="753157"/>
                  </a:cubicBezTo>
                  <a:cubicBezTo>
                    <a:pt x="4155216" y="759872"/>
                    <a:pt x="4155864" y="767766"/>
                    <a:pt x="4156539" y="776119"/>
                  </a:cubicBezTo>
                  <a:cubicBezTo>
                    <a:pt x="4159914" y="817668"/>
                    <a:pt x="4164540" y="874574"/>
                    <a:pt x="4214435" y="897248"/>
                  </a:cubicBezTo>
                  <a:cubicBezTo>
                    <a:pt x="4235272" y="906717"/>
                    <a:pt x="4263005" y="910957"/>
                    <a:pt x="4289828" y="915070"/>
                  </a:cubicBezTo>
                  <a:cubicBezTo>
                    <a:pt x="4326455" y="920678"/>
                    <a:pt x="4358084" y="925521"/>
                    <a:pt x="4365339" y="942920"/>
                  </a:cubicBezTo>
                  <a:cubicBezTo>
                    <a:pt x="4368958" y="951597"/>
                    <a:pt x="4366086" y="962164"/>
                    <a:pt x="4356573" y="975243"/>
                  </a:cubicBezTo>
                  <a:cubicBezTo>
                    <a:pt x="4316238" y="1030708"/>
                    <a:pt x="4271070" y="1113879"/>
                    <a:pt x="4238089" y="1174610"/>
                  </a:cubicBezTo>
                  <a:lnTo>
                    <a:pt x="4227162" y="1194692"/>
                  </a:lnTo>
                  <a:cubicBezTo>
                    <a:pt x="4222842" y="1202622"/>
                    <a:pt x="4218611" y="1210093"/>
                    <a:pt x="4214552" y="1217249"/>
                  </a:cubicBezTo>
                  <a:cubicBezTo>
                    <a:pt x="4187467" y="1265036"/>
                    <a:pt x="4167898" y="1299573"/>
                    <a:pt x="4182400" y="1367226"/>
                  </a:cubicBezTo>
                  <a:cubicBezTo>
                    <a:pt x="4195910" y="1430307"/>
                    <a:pt x="4181292" y="1485034"/>
                    <a:pt x="4165801" y="1542966"/>
                  </a:cubicBezTo>
                  <a:cubicBezTo>
                    <a:pt x="4161840" y="1557772"/>
                    <a:pt x="4157745" y="1573074"/>
                    <a:pt x="4154208" y="1588394"/>
                  </a:cubicBezTo>
                  <a:cubicBezTo>
                    <a:pt x="4137511" y="1660755"/>
                    <a:pt x="4103846" y="1840076"/>
                    <a:pt x="4103513" y="1841886"/>
                  </a:cubicBezTo>
                  <a:cubicBezTo>
                    <a:pt x="4103189" y="1843605"/>
                    <a:pt x="4101487" y="1844721"/>
                    <a:pt x="4099831" y="1844415"/>
                  </a:cubicBezTo>
                  <a:cubicBezTo>
                    <a:pt x="4098112" y="1844091"/>
                    <a:pt x="4096987" y="1842444"/>
                    <a:pt x="4097311" y="1840725"/>
                  </a:cubicBezTo>
                  <a:cubicBezTo>
                    <a:pt x="4097653" y="1838924"/>
                    <a:pt x="4131327" y="1659468"/>
                    <a:pt x="4148060" y="1586981"/>
                  </a:cubicBezTo>
                  <a:cubicBezTo>
                    <a:pt x="4151624" y="1571553"/>
                    <a:pt x="4155728" y="1556188"/>
                    <a:pt x="4159698" y="1541336"/>
                  </a:cubicBezTo>
                  <a:cubicBezTo>
                    <a:pt x="4174991" y="1484161"/>
                    <a:pt x="4189429" y="1430154"/>
                    <a:pt x="4176224" y="1368550"/>
                  </a:cubicBezTo>
                  <a:cubicBezTo>
                    <a:pt x="4161219" y="1298538"/>
                    <a:pt x="4181292" y="1263137"/>
                    <a:pt x="4209070" y="1214134"/>
                  </a:cubicBezTo>
                  <a:cubicBezTo>
                    <a:pt x="4213111" y="1206997"/>
                    <a:pt x="4217324" y="1199561"/>
                    <a:pt x="4221636" y="1191667"/>
                  </a:cubicBezTo>
                  <a:lnTo>
                    <a:pt x="4232545" y="1171595"/>
                  </a:lnTo>
                  <a:cubicBezTo>
                    <a:pt x="4265615" y="1110711"/>
                    <a:pt x="4310892" y="1027324"/>
                    <a:pt x="4351469" y="971526"/>
                  </a:cubicBezTo>
                  <a:cubicBezTo>
                    <a:pt x="4359462" y="960535"/>
                    <a:pt x="4362171" y="951732"/>
                    <a:pt x="4359507" y="945350"/>
                  </a:cubicBezTo>
                  <a:cubicBezTo>
                    <a:pt x="4353611" y="931227"/>
                    <a:pt x="4322161" y="926411"/>
                    <a:pt x="4288865" y="921317"/>
                  </a:cubicBezTo>
                  <a:cubicBezTo>
                    <a:pt x="4261619" y="917149"/>
                    <a:pt x="4233445" y="912829"/>
                    <a:pt x="4211806" y="903000"/>
                  </a:cubicBezTo>
                  <a:cubicBezTo>
                    <a:pt x="4158528" y="878786"/>
                    <a:pt x="4153730" y="819739"/>
                    <a:pt x="4150238" y="776632"/>
                  </a:cubicBezTo>
                  <a:cubicBezTo>
                    <a:pt x="4149563" y="768378"/>
                    <a:pt x="4148933" y="760574"/>
                    <a:pt x="4147996" y="754048"/>
                  </a:cubicBezTo>
                  <a:cubicBezTo>
                    <a:pt x="4143910" y="725433"/>
                    <a:pt x="4180545" y="676494"/>
                    <a:pt x="4222967" y="619831"/>
                  </a:cubicBezTo>
                  <a:cubicBezTo>
                    <a:pt x="4241582" y="594952"/>
                    <a:pt x="4260844" y="569236"/>
                    <a:pt x="4278118" y="543321"/>
                  </a:cubicBezTo>
                  <a:cubicBezTo>
                    <a:pt x="4305572" y="502150"/>
                    <a:pt x="4337157" y="474093"/>
                    <a:pt x="4367706" y="446954"/>
                  </a:cubicBezTo>
                  <a:cubicBezTo>
                    <a:pt x="4400984" y="417404"/>
                    <a:pt x="4432407" y="389482"/>
                    <a:pt x="4458384" y="346195"/>
                  </a:cubicBezTo>
                  <a:cubicBezTo>
                    <a:pt x="4503399" y="271170"/>
                    <a:pt x="4508755" y="266697"/>
                    <a:pt x="4559990" y="223869"/>
                  </a:cubicBezTo>
                  <a:cubicBezTo>
                    <a:pt x="4566795" y="218189"/>
                    <a:pt x="4574410" y="211817"/>
                    <a:pt x="4583042" y="204508"/>
                  </a:cubicBezTo>
                  <a:cubicBezTo>
                    <a:pt x="4656348" y="142481"/>
                    <a:pt x="4690426" y="114100"/>
                    <a:pt x="4730049" y="91453"/>
                  </a:cubicBezTo>
                  <a:cubicBezTo>
                    <a:pt x="4760879" y="73837"/>
                    <a:pt x="4779015" y="54575"/>
                    <a:pt x="4779826" y="38616"/>
                  </a:cubicBezTo>
                  <a:cubicBezTo>
                    <a:pt x="4780303" y="29147"/>
                    <a:pt x="4774848" y="20272"/>
                    <a:pt x="4763596" y="12233"/>
                  </a:cubicBezTo>
                  <a:cubicBezTo>
                    <a:pt x="4743506" y="-2105"/>
                    <a:pt x="4690273" y="12450"/>
                    <a:pt x="4638786" y="26536"/>
                  </a:cubicBezTo>
                  <a:cubicBezTo>
                    <a:pt x="4593232" y="39003"/>
                    <a:pt x="4546146" y="51902"/>
                    <a:pt x="4516892" y="46591"/>
                  </a:cubicBezTo>
                  <a:cubicBezTo>
                    <a:pt x="4457520" y="35745"/>
                    <a:pt x="4295256" y="73577"/>
                    <a:pt x="4225812" y="108303"/>
                  </a:cubicBezTo>
                  <a:cubicBezTo>
                    <a:pt x="4168079" y="137170"/>
                    <a:pt x="4122370" y="238199"/>
                    <a:pt x="4085637" y="319381"/>
                  </a:cubicBezTo>
                  <a:cubicBezTo>
                    <a:pt x="4080037" y="331749"/>
                    <a:pt x="4074655" y="343657"/>
                    <a:pt x="4069461" y="354782"/>
                  </a:cubicBezTo>
                  <a:cubicBezTo>
                    <a:pt x="4028092" y="443417"/>
                    <a:pt x="3949917" y="564681"/>
                    <a:pt x="3899456" y="603917"/>
                  </a:cubicBezTo>
                  <a:cubicBezTo>
                    <a:pt x="3855719" y="637960"/>
                    <a:pt x="3728046" y="623072"/>
                    <a:pt x="3651761" y="614197"/>
                  </a:cubicBezTo>
                  <a:cubicBezTo>
                    <a:pt x="3637594" y="612549"/>
                    <a:pt x="3625190" y="611100"/>
                    <a:pt x="3615442" y="610218"/>
                  </a:cubicBezTo>
                  <a:cubicBezTo>
                    <a:pt x="3554432" y="604655"/>
                    <a:pt x="3354965" y="670922"/>
                    <a:pt x="3289932" y="694577"/>
                  </a:cubicBezTo>
                  <a:cubicBezTo>
                    <a:pt x="3232838" y="715334"/>
                    <a:pt x="2997106" y="790791"/>
                    <a:pt x="2927895" y="784931"/>
                  </a:cubicBezTo>
                  <a:cubicBezTo>
                    <a:pt x="2888038" y="781601"/>
                    <a:pt x="2834472" y="754111"/>
                    <a:pt x="2777774" y="725010"/>
                  </a:cubicBezTo>
                  <a:cubicBezTo>
                    <a:pt x="2738330" y="704757"/>
                    <a:pt x="2697537" y="683821"/>
                    <a:pt x="2662280" y="672065"/>
                  </a:cubicBezTo>
                  <a:cubicBezTo>
                    <a:pt x="2577695" y="643865"/>
                    <a:pt x="2475028" y="586743"/>
                    <a:pt x="2435792" y="553115"/>
                  </a:cubicBezTo>
                  <a:cubicBezTo>
                    <a:pt x="2403163" y="525148"/>
                    <a:pt x="2320226" y="516597"/>
                    <a:pt x="2270656" y="511484"/>
                  </a:cubicBezTo>
                  <a:cubicBezTo>
                    <a:pt x="2261223" y="510512"/>
                    <a:pt x="2252798" y="509639"/>
                    <a:pt x="2245840" y="508766"/>
                  </a:cubicBezTo>
                  <a:cubicBezTo>
                    <a:pt x="2218881" y="505417"/>
                    <a:pt x="2148861" y="512240"/>
                    <a:pt x="2074692" y="519495"/>
                  </a:cubicBezTo>
                  <a:cubicBezTo>
                    <a:pt x="2026454" y="524212"/>
                    <a:pt x="1976569" y="529090"/>
                    <a:pt x="1936433" y="531322"/>
                  </a:cubicBezTo>
                  <a:cubicBezTo>
                    <a:pt x="1834108" y="537102"/>
                    <a:pt x="1498850" y="451518"/>
                    <a:pt x="1428110" y="429744"/>
                  </a:cubicBezTo>
                  <a:cubicBezTo>
                    <a:pt x="1365821" y="410581"/>
                    <a:pt x="1214259" y="411931"/>
                    <a:pt x="1123725" y="412732"/>
                  </a:cubicBezTo>
                  <a:cubicBezTo>
                    <a:pt x="1108837" y="412858"/>
                    <a:pt x="1095768" y="412975"/>
                    <a:pt x="1085255" y="412975"/>
                  </a:cubicBezTo>
                  <a:cubicBezTo>
                    <a:pt x="1036135" y="412975"/>
                    <a:pt x="969869" y="449979"/>
                    <a:pt x="916617" y="479710"/>
                  </a:cubicBezTo>
                  <a:cubicBezTo>
                    <a:pt x="891540" y="493716"/>
                    <a:pt x="867858" y="506938"/>
                    <a:pt x="849730" y="514193"/>
                  </a:cubicBezTo>
                  <a:cubicBezTo>
                    <a:pt x="827434" y="523114"/>
                    <a:pt x="786469" y="532988"/>
                    <a:pt x="743102" y="543429"/>
                  </a:cubicBezTo>
                  <a:cubicBezTo>
                    <a:pt x="675503" y="559712"/>
                    <a:pt x="598894" y="578165"/>
                    <a:pt x="568515" y="598417"/>
                  </a:cubicBezTo>
                  <a:cubicBezTo>
                    <a:pt x="521429" y="629805"/>
                    <a:pt x="343827" y="728313"/>
                    <a:pt x="290963" y="734191"/>
                  </a:cubicBezTo>
                  <a:cubicBezTo>
                    <a:pt x="240350" y="739817"/>
                    <a:pt x="100345" y="745479"/>
                    <a:pt x="59543" y="745479"/>
                  </a:cubicBezTo>
                  <a:cubicBezTo>
                    <a:pt x="22926" y="745479"/>
                    <a:pt x="6346" y="833843"/>
                    <a:pt x="6346" y="860676"/>
                  </a:cubicBezTo>
                  <a:cubicBezTo>
                    <a:pt x="6346" y="865888"/>
                    <a:pt x="10081" y="871063"/>
                    <a:pt x="17444" y="876050"/>
                  </a:cubicBezTo>
                  <a:cubicBezTo>
                    <a:pt x="40595" y="891721"/>
                    <a:pt x="93315" y="900119"/>
                    <a:pt x="114729" y="891559"/>
                  </a:cubicBezTo>
                  <a:cubicBezTo>
                    <a:pt x="131804" y="884718"/>
                    <a:pt x="196802" y="901991"/>
                    <a:pt x="259639" y="918716"/>
                  </a:cubicBezTo>
                  <a:cubicBezTo>
                    <a:pt x="304780" y="930723"/>
                    <a:pt x="347410" y="942055"/>
                    <a:pt x="363882" y="942055"/>
                  </a:cubicBezTo>
                  <a:cubicBezTo>
                    <a:pt x="405017" y="942055"/>
                    <a:pt x="501924" y="1050736"/>
                    <a:pt x="518576" y="1072942"/>
                  </a:cubicBezTo>
                  <a:cubicBezTo>
                    <a:pt x="521277" y="1076542"/>
                    <a:pt x="524877" y="1082528"/>
                    <a:pt x="529440" y="1090089"/>
                  </a:cubicBezTo>
                  <a:cubicBezTo>
                    <a:pt x="554851" y="1132305"/>
                    <a:pt x="607733" y="1220129"/>
                    <a:pt x="696737" y="1229499"/>
                  </a:cubicBezTo>
                  <a:cubicBezTo>
                    <a:pt x="772428" y="1237456"/>
                    <a:pt x="783940" y="1220462"/>
                    <a:pt x="799872" y="1196924"/>
                  </a:cubicBezTo>
                  <a:cubicBezTo>
                    <a:pt x="805921" y="1187977"/>
                    <a:pt x="812780" y="1177832"/>
                    <a:pt x="823968" y="1168246"/>
                  </a:cubicBezTo>
                  <a:cubicBezTo>
                    <a:pt x="863285" y="1134546"/>
                    <a:pt x="1169524" y="997611"/>
                    <a:pt x="1230516" y="970508"/>
                  </a:cubicBezTo>
                  <a:cubicBezTo>
                    <a:pt x="1266844" y="954342"/>
                    <a:pt x="1384814" y="997899"/>
                    <a:pt x="1479587" y="1032878"/>
                  </a:cubicBezTo>
                  <a:cubicBezTo>
                    <a:pt x="1520471" y="1047972"/>
                    <a:pt x="1555782" y="1061006"/>
                    <a:pt x="1576350" y="1066137"/>
                  </a:cubicBezTo>
                  <a:cubicBezTo>
                    <a:pt x="1607440" y="1073932"/>
                    <a:pt x="1689234" y="1064301"/>
                    <a:pt x="1775852" y="1054138"/>
                  </a:cubicBezTo>
                  <a:cubicBezTo>
                    <a:pt x="1876836" y="1042293"/>
                    <a:pt x="1991314" y="1028836"/>
                    <a:pt x="2060668" y="1037891"/>
                  </a:cubicBezTo>
                  <a:cubicBezTo>
                    <a:pt x="2159257" y="1050754"/>
                    <a:pt x="2399994" y="1254199"/>
                    <a:pt x="2529323" y="1363491"/>
                  </a:cubicBezTo>
                  <a:cubicBezTo>
                    <a:pt x="2572286" y="1399793"/>
                    <a:pt x="2603313" y="1426031"/>
                    <a:pt x="2614240" y="1432854"/>
                  </a:cubicBezTo>
                  <a:cubicBezTo>
                    <a:pt x="2659984" y="1461442"/>
                    <a:pt x="2569711" y="1808302"/>
                    <a:pt x="2559270" y="1847745"/>
                  </a:cubicBezTo>
                  <a:cubicBezTo>
                    <a:pt x="2558892" y="1849168"/>
                    <a:pt x="2557614" y="1850104"/>
                    <a:pt x="2556219" y="1850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6" name="Google Shape;10796;p28"/>
            <p:cNvSpPr/>
            <p:nvPr/>
          </p:nvSpPr>
          <p:spPr>
            <a:xfrm>
              <a:off x="6487075" y="4892356"/>
              <a:ext cx="3397307" cy="1335245"/>
            </a:xfrm>
            <a:custGeom>
              <a:avLst/>
              <a:gdLst/>
              <a:ahLst/>
              <a:cxnLst/>
              <a:rect l="l" t="t" r="r" b="b"/>
              <a:pathLst>
                <a:path w="4273342" h="1679554" extrusionOk="0">
                  <a:moveTo>
                    <a:pt x="3655333" y="1679536"/>
                  </a:moveTo>
                  <a:cubicBezTo>
                    <a:pt x="3654829" y="1679536"/>
                    <a:pt x="3654307" y="1679410"/>
                    <a:pt x="3653830" y="1679149"/>
                  </a:cubicBezTo>
                  <a:cubicBezTo>
                    <a:pt x="3652291" y="1678321"/>
                    <a:pt x="3651724" y="1676412"/>
                    <a:pt x="3652543" y="1674883"/>
                  </a:cubicBezTo>
                  <a:cubicBezTo>
                    <a:pt x="3654118" y="1671957"/>
                    <a:pt x="3809830" y="1382038"/>
                    <a:pt x="3804348" y="1327275"/>
                  </a:cubicBezTo>
                  <a:cubicBezTo>
                    <a:pt x="3802584" y="1309668"/>
                    <a:pt x="3798560" y="1287913"/>
                    <a:pt x="3794293" y="1264879"/>
                  </a:cubicBezTo>
                  <a:cubicBezTo>
                    <a:pt x="3784780" y="1213509"/>
                    <a:pt x="3774005" y="1155280"/>
                    <a:pt x="3781836" y="1112227"/>
                  </a:cubicBezTo>
                  <a:cubicBezTo>
                    <a:pt x="3787372" y="1081777"/>
                    <a:pt x="3825213" y="1026122"/>
                    <a:pt x="3861802" y="972313"/>
                  </a:cubicBezTo>
                  <a:cubicBezTo>
                    <a:pt x="3896817" y="920817"/>
                    <a:pt x="3936503" y="862445"/>
                    <a:pt x="3928771" y="849537"/>
                  </a:cubicBezTo>
                  <a:cubicBezTo>
                    <a:pt x="3921993" y="838250"/>
                    <a:pt x="3901813" y="825387"/>
                    <a:pt x="3880453" y="811759"/>
                  </a:cubicBezTo>
                  <a:cubicBezTo>
                    <a:pt x="3850668" y="792767"/>
                    <a:pt x="3816914" y="771245"/>
                    <a:pt x="3810091" y="747347"/>
                  </a:cubicBezTo>
                  <a:cubicBezTo>
                    <a:pt x="3799019" y="708588"/>
                    <a:pt x="3798128" y="640340"/>
                    <a:pt x="3815806" y="593202"/>
                  </a:cubicBezTo>
                  <a:cubicBezTo>
                    <a:pt x="3832918" y="547574"/>
                    <a:pt x="3961562" y="368388"/>
                    <a:pt x="3996703" y="327378"/>
                  </a:cubicBezTo>
                  <a:cubicBezTo>
                    <a:pt x="4029954" y="288583"/>
                    <a:pt x="4091873" y="198814"/>
                    <a:pt x="4108993" y="164583"/>
                  </a:cubicBezTo>
                  <a:cubicBezTo>
                    <a:pt x="4117184" y="148201"/>
                    <a:pt x="4153287" y="118713"/>
                    <a:pt x="4191506" y="87488"/>
                  </a:cubicBezTo>
                  <a:cubicBezTo>
                    <a:pt x="4221391" y="63077"/>
                    <a:pt x="4271411" y="22220"/>
                    <a:pt x="4266991" y="15587"/>
                  </a:cubicBezTo>
                  <a:cubicBezTo>
                    <a:pt x="4258448" y="2778"/>
                    <a:pt x="4208861" y="3291"/>
                    <a:pt x="4140614" y="16928"/>
                  </a:cubicBezTo>
                  <a:cubicBezTo>
                    <a:pt x="4119029" y="21239"/>
                    <a:pt x="4098849" y="19862"/>
                    <a:pt x="4081044" y="18665"/>
                  </a:cubicBezTo>
                  <a:cubicBezTo>
                    <a:pt x="4050962" y="16604"/>
                    <a:pt x="4027217" y="15001"/>
                    <a:pt x="4007136" y="38432"/>
                  </a:cubicBezTo>
                  <a:cubicBezTo>
                    <a:pt x="3974839" y="76110"/>
                    <a:pt x="3918357" y="198400"/>
                    <a:pt x="3906287" y="234630"/>
                  </a:cubicBezTo>
                  <a:cubicBezTo>
                    <a:pt x="3894414" y="270230"/>
                    <a:pt x="3776543" y="472082"/>
                    <a:pt x="3719278" y="517888"/>
                  </a:cubicBezTo>
                  <a:cubicBezTo>
                    <a:pt x="3676946" y="551760"/>
                    <a:pt x="3544853" y="551364"/>
                    <a:pt x="3448513" y="551094"/>
                  </a:cubicBezTo>
                  <a:cubicBezTo>
                    <a:pt x="3414903" y="550986"/>
                    <a:pt x="3385865" y="550905"/>
                    <a:pt x="3368142" y="552390"/>
                  </a:cubicBezTo>
                  <a:cubicBezTo>
                    <a:pt x="3299895" y="558079"/>
                    <a:pt x="3154499" y="603193"/>
                    <a:pt x="3082111" y="647740"/>
                  </a:cubicBezTo>
                  <a:cubicBezTo>
                    <a:pt x="3005736" y="694744"/>
                    <a:pt x="2798358" y="755340"/>
                    <a:pt x="2696699" y="738336"/>
                  </a:cubicBezTo>
                  <a:cubicBezTo>
                    <a:pt x="2591772" y="720847"/>
                    <a:pt x="2217719" y="560995"/>
                    <a:pt x="2143495" y="523883"/>
                  </a:cubicBezTo>
                  <a:cubicBezTo>
                    <a:pt x="2131830" y="518050"/>
                    <a:pt x="2119795" y="511723"/>
                    <a:pt x="2107446" y="505242"/>
                  </a:cubicBezTo>
                  <a:cubicBezTo>
                    <a:pt x="2036246" y="467824"/>
                    <a:pt x="1955523" y="425437"/>
                    <a:pt x="1874936" y="439632"/>
                  </a:cubicBezTo>
                  <a:cubicBezTo>
                    <a:pt x="1845907" y="444763"/>
                    <a:pt x="1820911" y="451478"/>
                    <a:pt x="1796743" y="457968"/>
                  </a:cubicBezTo>
                  <a:cubicBezTo>
                    <a:pt x="1741169" y="472892"/>
                    <a:pt x="1688692" y="487024"/>
                    <a:pt x="1597961" y="479120"/>
                  </a:cubicBezTo>
                  <a:cubicBezTo>
                    <a:pt x="1532216" y="473405"/>
                    <a:pt x="1405146" y="442621"/>
                    <a:pt x="1293036" y="415464"/>
                  </a:cubicBezTo>
                  <a:cubicBezTo>
                    <a:pt x="1183096" y="388839"/>
                    <a:pt x="1079249" y="363707"/>
                    <a:pt x="1051877" y="366399"/>
                  </a:cubicBezTo>
                  <a:cubicBezTo>
                    <a:pt x="1044757" y="367119"/>
                    <a:pt x="1035657" y="367920"/>
                    <a:pt x="1025026" y="368856"/>
                  </a:cubicBezTo>
                  <a:cubicBezTo>
                    <a:pt x="953620" y="375148"/>
                    <a:pt x="805028" y="388244"/>
                    <a:pt x="731650" y="422476"/>
                  </a:cubicBezTo>
                  <a:cubicBezTo>
                    <a:pt x="685718" y="443917"/>
                    <a:pt x="616085" y="453899"/>
                    <a:pt x="554652" y="462711"/>
                  </a:cubicBezTo>
                  <a:cubicBezTo>
                    <a:pt x="502355" y="470209"/>
                    <a:pt x="452956" y="477293"/>
                    <a:pt x="427402" y="490075"/>
                  </a:cubicBezTo>
                  <a:cubicBezTo>
                    <a:pt x="418445" y="494549"/>
                    <a:pt x="408787" y="499310"/>
                    <a:pt x="398679" y="504288"/>
                  </a:cubicBezTo>
                  <a:cubicBezTo>
                    <a:pt x="345626" y="530427"/>
                    <a:pt x="279593" y="562948"/>
                    <a:pt x="241896" y="591221"/>
                  </a:cubicBezTo>
                  <a:cubicBezTo>
                    <a:pt x="217566" y="609467"/>
                    <a:pt x="154675" y="619494"/>
                    <a:pt x="99201" y="628333"/>
                  </a:cubicBezTo>
                  <a:cubicBezTo>
                    <a:pt x="58803" y="634778"/>
                    <a:pt x="8532" y="642789"/>
                    <a:pt x="6362" y="651448"/>
                  </a:cubicBezTo>
                  <a:cubicBezTo>
                    <a:pt x="6309" y="651664"/>
                    <a:pt x="6164" y="652240"/>
                    <a:pt x="6866" y="653356"/>
                  </a:cubicBezTo>
                  <a:cubicBezTo>
                    <a:pt x="17272" y="669847"/>
                    <a:pt x="118175" y="690342"/>
                    <a:pt x="161273" y="699082"/>
                  </a:cubicBezTo>
                  <a:cubicBezTo>
                    <a:pt x="172389" y="701341"/>
                    <a:pt x="180418" y="702971"/>
                    <a:pt x="184415" y="703970"/>
                  </a:cubicBezTo>
                  <a:cubicBezTo>
                    <a:pt x="186368" y="704465"/>
                    <a:pt x="188844" y="705041"/>
                    <a:pt x="191733" y="705707"/>
                  </a:cubicBezTo>
                  <a:cubicBezTo>
                    <a:pt x="224110" y="713232"/>
                    <a:pt x="299945" y="730884"/>
                    <a:pt x="310701" y="773891"/>
                  </a:cubicBezTo>
                  <a:cubicBezTo>
                    <a:pt x="321233" y="816008"/>
                    <a:pt x="438131" y="929306"/>
                    <a:pt x="471066" y="929306"/>
                  </a:cubicBezTo>
                  <a:cubicBezTo>
                    <a:pt x="504002" y="929306"/>
                    <a:pt x="657832" y="830958"/>
                    <a:pt x="694476" y="800418"/>
                  </a:cubicBezTo>
                  <a:cubicBezTo>
                    <a:pt x="728995" y="771650"/>
                    <a:pt x="961469" y="681305"/>
                    <a:pt x="1024207" y="698353"/>
                  </a:cubicBezTo>
                  <a:cubicBezTo>
                    <a:pt x="1044829" y="703979"/>
                    <a:pt x="1072057" y="714718"/>
                    <a:pt x="1100870" y="726077"/>
                  </a:cubicBezTo>
                  <a:cubicBezTo>
                    <a:pt x="1158568" y="748832"/>
                    <a:pt x="1230361" y="777140"/>
                    <a:pt x="1282631" y="777140"/>
                  </a:cubicBezTo>
                  <a:cubicBezTo>
                    <a:pt x="1363651" y="777140"/>
                    <a:pt x="1633956" y="771362"/>
                    <a:pt x="1716380" y="765871"/>
                  </a:cubicBezTo>
                  <a:cubicBezTo>
                    <a:pt x="1800271" y="760227"/>
                    <a:pt x="1953696" y="833155"/>
                    <a:pt x="2016984" y="873444"/>
                  </a:cubicBezTo>
                  <a:cubicBezTo>
                    <a:pt x="2078650" y="912680"/>
                    <a:pt x="2241986" y="1008453"/>
                    <a:pt x="2332439" y="1059337"/>
                  </a:cubicBezTo>
                  <a:cubicBezTo>
                    <a:pt x="2429004" y="1113659"/>
                    <a:pt x="2493326" y="1201258"/>
                    <a:pt x="2514236" y="1263979"/>
                  </a:cubicBezTo>
                  <a:cubicBezTo>
                    <a:pt x="2533462" y="1321676"/>
                    <a:pt x="2505027" y="1510845"/>
                    <a:pt x="2491363" y="1601757"/>
                  </a:cubicBezTo>
                  <a:cubicBezTo>
                    <a:pt x="2488942" y="1617860"/>
                    <a:pt x="2487079" y="1630255"/>
                    <a:pt x="2486188" y="1637339"/>
                  </a:cubicBezTo>
                  <a:cubicBezTo>
                    <a:pt x="2485972" y="1639067"/>
                    <a:pt x="2484334" y="1640228"/>
                    <a:pt x="2482659" y="1640075"/>
                  </a:cubicBezTo>
                  <a:cubicBezTo>
                    <a:pt x="2480931" y="1639850"/>
                    <a:pt x="2479707" y="1638284"/>
                    <a:pt x="2479923" y="1636546"/>
                  </a:cubicBezTo>
                  <a:cubicBezTo>
                    <a:pt x="2480814" y="1629435"/>
                    <a:pt x="2482677" y="1616987"/>
                    <a:pt x="2485117" y="1600812"/>
                  </a:cubicBezTo>
                  <a:cubicBezTo>
                    <a:pt x="2497647" y="1517452"/>
                    <a:pt x="2526999" y="1322234"/>
                    <a:pt x="2508241" y="1265977"/>
                  </a:cubicBezTo>
                  <a:cubicBezTo>
                    <a:pt x="2487718" y="1204409"/>
                    <a:pt x="2424440" y="1118330"/>
                    <a:pt x="2329342" y="1064845"/>
                  </a:cubicBezTo>
                  <a:cubicBezTo>
                    <a:pt x="2238818" y="1013935"/>
                    <a:pt x="2075338" y="918063"/>
                    <a:pt x="2013590" y="878782"/>
                  </a:cubicBezTo>
                  <a:cubicBezTo>
                    <a:pt x="1950915" y="838898"/>
                    <a:pt x="1799551" y="766627"/>
                    <a:pt x="1716803" y="772181"/>
                  </a:cubicBezTo>
                  <a:cubicBezTo>
                    <a:pt x="1634280" y="777681"/>
                    <a:pt x="1363732" y="783459"/>
                    <a:pt x="1282640" y="783459"/>
                  </a:cubicBezTo>
                  <a:cubicBezTo>
                    <a:pt x="1229173" y="783459"/>
                    <a:pt x="1159792" y="756096"/>
                    <a:pt x="1098566" y="731955"/>
                  </a:cubicBezTo>
                  <a:cubicBezTo>
                    <a:pt x="1069915" y="720658"/>
                    <a:pt x="1042848" y="709983"/>
                    <a:pt x="1022551" y="704447"/>
                  </a:cubicBezTo>
                  <a:cubicBezTo>
                    <a:pt x="961766" y="687849"/>
                    <a:pt x="729688" y="779301"/>
                    <a:pt x="698536" y="805269"/>
                  </a:cubicBezTo>
                  <a:cubicBezTo>
                    <a:pt x="665474" y="832822"/>
                    <a:pt x="506000" y="935624"/>
                    <a:pt x="471075" y="935624"/>
                  </a:cubicBezTo>
                  <a:cubicBezTo>
                    <a:pt x="436151" y="935624"/>
                    <a:pt x="315796" y="820337"/>
                    <a:pt x="304572" y="775421"/>
                  </a:cubicBezTo>
                  <a:cubicBezTo>
                    <a:pt x="294751" y="736149"/>
                    <a:pt x="218871" y="718507"/>
                    <a:pt x="190301" y="711855"/>
                  </a:cubicBezTo>
                  <a:cubicBezTo>
                    <a:pt x="187367" y="711180"/>
                    <a:pt x="184865" y="710586"/>
                    <a:pt x="182885" y="710100"/>
                  </a:cubicBezTo>
                  <a:cubicBezTo>
                    <a:pt x="178978" y="709119"/>
                    <a:pt x="170805" y="707463"/>
                    <a:pt x="160013" y="705275"/>
                  </a:cubicBezTo>
                  <a:cubicBezTo>
                    <a:pt x="83844" y="689811"/>
                    <a:pt x="11934" y="673222"/>
                    <a:pt x="1520" y="656723"/>
                  </a:cubicBezTo>
                  <a:cubicBezTo>
                    <a:pt x="-253" y="653924"/>
                    <a:pt x="-154" y="651475"/>
                    <a:pt x="233" y="649918"/>
                  </a:cubicBezTo>
                  <a:cubicBezTo>
                    <a:pt x="3266" y="637793"/>
                    <a:pt x="37669" y="631744"/>
                    <a:pt x="98210" y="622095"/>
                  </a:cubicBezTo>
                  <a:cubicBezTo>
                    <a:pt x="152965" y="613373"/>
                    <a:pt x="215028" y="603481"/>
                    <a:pt x="238116" y="586162"/>
                  </a:cubicBezTo>
                  <a:cubicBezTo>
                    <a:pt x="276281" y="557548"/>
                    <a:pt x="342602" y="524873"/>
                    <a:pt x="395888" y="498626"/>
                  </a:cubicBezTo>
                  <a:cubicBezTo>
                    <a:pt x="405988" y="493648"/>
                    <a:pt x="415637" y="488896"/>
                    <a:pt x="424575" y="484422"/>
                  </a:cubicBezTo>
                  <a:cubicBezTo>
                    <a:pt x="451048" y="471181"/>
                    <a:pt x="500942" y="464035"/>
                    <a:pt x="553751" y="456455"/>
                  </a:cubicBezTo>
                  <a:cubicBezTo>
                    <a:pt x="614752" y="447706"/>
                    <a:pt x="683891" y="437796"/>
                    <a:pt x="728986" y="416751"/>
                  </a:cubicBezTo>
                  <a:cubicBezTo>
                    <a:pt x="803354" y="382043"/>
                    <a:pt x="952702" y="368883"/>
                    <a:pt x="1024477" y="362564"/>
                  </a:cubicBezTo>
                  <a:cubicBezTo>
                    <a:pt x="1035072" y="361628"/>
                    <a:pt x="1044145" y="360827"/>
                    <a:pt x="1051246" y="360116"/>
                  </a:cubicBezTo>
                  <a:cubicBezTo>
                    <a:pt x="1079591" y="357244"/>
                    <a:pt x="1179225" y="381395"/>
                    <a:pt x="1294521" y="409316"/>
                  </a:cubicBezTo>
                  <a:cubicBezTo>
                    <a:pt x="1406415" y="436419"/>
                    <a:pt x="1533233" y="467140"/>
                    <a:pt x="1598500" y="472820"/>
                  </a:cubicBezTo>
                  <a:cubicBezTo>
                    <a:pt x="1688134" y="480605"/>
                    <a:pt x="1740080" y="466645"/>
                    <a:pt x="1795095" y="451865"/>
                  </a:cubicBezTo>
                  <a:cubicBezTo>
                    <a:pt x="1819398" y="445339"/>
                    <a:pt x="1844530" y="438588"/>
                    <a:pt x="1873838" y="433413"/>
                  </a:cubicBezTo>
                  <a:cubicBezTo>
                    <a:pt x="1956568" y="418812"/>
                    <a:pt x="2038289" y="461766"/>
                    <a:pt x="2110388" y="499643"/>
                  </a:cubicBezTo>
                  <a:cubicBezTo>
                    <a:pt x="2122693" y="506115"/>
                    <a:pt x="2134692" y="512416"/>
                    <a:pt x="2146322" y="518231"/>
                  </a:cubicBezTo>
                  <a:cubicBezTo>
                    <a:pt x="2230734" y="560446"/>
                    <a:pt x="2599918" y="715797"/>
                    <a:pt x="2697734" y="732108"/>
                  </a:cubicBezTo>
                  <a:cubicBezTo>
                    <a:pt x="2796360" y="748526"/>
                    <a:pt x="3004971" y="687795"/>
                    <a:pt x="3078799" y="642357"/>
                  </a:cubicBezTo>
                  <a:cubicBezTo>
                    <a:pt x="3151888" y="597387"/>
                    <a:pt x="3298698" y="551832"/>
                    <a:pt x="3367620" y="546098"/>
                  </a:cubicBezTo>
                  <a:cubicBezTo>
                    <a:pt x="3385631" y="544595"/>
                    <a:pt x="3414804" y="544694"/>
                    <a:pt x="3448531" y="544775"/>
                  </a:cubicBezTo>
                  <a:cubicBezTo>
                    <a:pt x="3538606" y="545045"/>
                    <a:pt x="3674731" y="545432"/>
                    <a:pt x="3715326" y="512956"/>
                  </a:cubicBezTo>
                  <a:cubicBezTo>
                    <a:pt x="3771520" y="468004"/>
                    <a:pt x="3889679" y="264451"/>
                    <a:pt x="3900282" y="232632"/>
                  </a:cubicBezTo>
                  <a:cubicBezTo>
                    <a:pt x="3911057" y="200309"/>
                    <a:pt x="3967251" y="75237"/>
                    <a:pt x="4002329" y="34327"/>
                  </a:cubicBezTo>
                  <a:cubicBezTo>
                    <a:pt x="4024472" y="8475"/>
                    <a:pt x="4050881" y="10303"/>
                    <a:pt x="4081467" y="12364"/>
                  </a:cubicBezTo>
                  <a:cubicBezTo>
                    <a:pt x="4099730" y="13606"/>
                    <a:pt x="4118607" y="14884"/>
                    <a:pt x="4139363" y="10744"/>
                  </a:cubicBezTo>
                  <a:cubicBezTo>
                    <a:pt x="4174378" y="3750"/>
                    <a:pt x="4257440" y="-10130"/>
                    <a:pt x="4272230" y="12085"/>
                  </a:cubicBezTo>
                  <a:cubicBezTo>
                    <a:pt x="4279115" y="22409"/>
                    <a:pt x="4254128" y="44480"/>
                    <a:pt x="4195486" y="92393"/>
                  </a:cubicBezTo>
                  <a:cubicBezTo>
                    <a:pt x="4159454" y="121818"/>
                    <a:pt x="4122216" y="152243"/>
                    <a:pt x="4114618" y="167418"/>
                  </a:cubicBezTo>
                  <a:cubicBezTo>
                    <a:pt x="4097337" y="201974"/>
                    <a:pt x="4034949" y="292454"/>
                    <a:pt x="4001474" y="331501"/>
                  </a:cubicBezTo>
                  <a:cubicBezTo>
                    <a:pt x="3967432" y="371214"/>
                    <a:pt x="3838193" y="551427"/>
                    <a:pt x="3821684" y="595434"/>
                  </a:cubicBezTo>
                  <a:cubicBezTo>
                    <a:pt x="3804474" y="641358"/>
                    <a:pt x="3805338" y="707859"/>
                    <a:pt x="3816131" y="745618"/>
                  </a:cubicBezTo>
                  <a:cubicBezTo>
                    <a:pt x="3822305" y="767221"/>
                    <a:pt x="3854989" y="788059"/>
                    <a:pt x="3883820" y="806448"/>
                  </a:cubicBezTo>
                  <a:cubicBezTo>
                    <a:pt x="3905837" y="820481"/>
                    <a:pt x="3926620" y="833740"/>
                    <a:pt x="3934163" y="846306"/>
                  </a:cubicBezTo>
                  <a:cubicBezTo>
                    <a:pt x="3943506" y="861878"/>
                    <a:pt x="3914730" y="905696"/>
                    <a:pt x="3867005" y="975877"/>
                  </a:cubicBezTo>
                  <a:cubicBezTo>
                    <a:pt x="3830775" y="1029155"/>
                    <a:pt x="3793322" y="1084243"/>
                    <a:pt x="3788029" y="1113380"/>
                  </a:cubicBezTo>
                  <a:cubicBezTo>
                    <a:pt x="3780405" y="1155289"/>
                    <a:pt x="3791072" y="1212915"/>
                    <a:pt x="3800487" y="1263744"/>
                  </a:cubicBezTo>
                  <a:cubicBezTo>
                    <a:pt x="3804780" y="1286914"/>
                    <a:pt x="3808822" y="1308786"/>
                    <a:pt x="3810604" y="1326663"/>
                  </a:cubicBezTo>
                  <a:cubicBezTo>
                    <a:pt x="3816265" y="1383325"/>
                    <a:pt x="3664542" y="1665890"/>
                    <a:pt x="3658079" y="1677889"/>
                  </a:cubicBezTo>
                  <a:cubicBezTo>
                    <a:pt x="3657503" y="1678951"/>
                    <a:pt x="3656422" y="1679554"/>
                    <a:pt x="3655297" y="1679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1" name="Google Shape;12081;p32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12082" name="Google Shape;12082;p32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3" name="Google Shape;12083;p32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4" name="Google Shape;12084;p32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5" name="Google Shape;12085;p32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6" name="Google Shape;12086;p32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7" name="Google Shape;12087;p32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8" name="Google Shape;12088;p32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9" name="Google Shape;12089;p32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0" name="Google Shape;12090;p32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1" name="Google Shape;12091;p32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2" name="Google Shape;12092;p32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3" name="Google Shape;12093;p32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4" name="Google Shape;12094;p32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5" name="Google Shape;12095;p32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6" name="Google Shape;12096;p32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7" name="Google Shape;12097;p32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8" name="Google Shape;12098;p32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9" name="Google Shape;12099;p32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0" name="Google Shape;12100;p32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1" name="Google Shape;12101;p32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2" name="Google Shape;12102;p32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3" name="Google Shape;12103;p32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4" name="Google Shape;12104;p32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5" name="Google Shape;12105;p32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6" name="Google Shape;12106;p32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7" name="Google Shape;12107;p32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8" name="Google Shape;12108;p32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9" name="Google Shape;12109;p32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0" name="Google Shape;12110;p32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1" name="Google Shape;12111;p32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2" name="Google Shape;12112;p32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3" name="Google Shape;12113;p32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4" name="Google Shape;12114;p32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5" name="Google Shape;12115;p32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6" name="Google Shape;12116;p32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7" name="Google Shape;12117;p32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8" name="Google Shape;12118;p32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9" name="Google Shape;12119;p32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0" name="Google Shape;12120;p32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1" name="Google Shape;12121;p32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2" name="Google Shape;12122;p32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3" name="Google Shape;12123;p32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4" name="Google Shape;12124;p32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5" name="Google Shape;12125;p32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6" name="Google Shape;12126;p32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7" name="Google Shape;12127;p32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8" name="Google Shape;12128;p32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9" name="Google Shape;12129;p32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0" name="Google Shape;12130;p32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1" name="Google Shape;12131;p32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2" name="Google Shape;12132;p32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3" name="Google Shape;12133;p32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4" name="Google Shape;12134;p32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5" name="Google Shape;12135;p32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6" name="Google Shape;12136;p32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7" name="Google Shape;12137;p32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8" name="Google Shape;12138;p32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9" name="Google Shape;12139;p32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0" name="Google Shape;12140;p32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1" name="Google Shape;12141;p32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2" name="Google Shape;12142;p32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3" name="Google Shape;12143;p32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4" name="Google Shape;12144;p32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5" name="Google Shape;12145;p32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6" name="Google Shape;12146;p32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7" name="Google Shape;12147;p32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8" name="Google Shape;12148;p32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9" name="Google Shape;12149;p32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0" name="Google Shape;12150;p32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1" name="Google Shape;12151;p32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2" name="Google Shape;12152;p32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3" name="Google Shape;12153;p32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4" name="Google Shape;12154;p32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5" name="Google Shape;12155;p32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6" name="Google Shape;12156;p32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7" name="Google Shape;12157;p32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8" name="Google Shape;12158;p32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9" name="Google Shape;12159;p32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0" name="Google Shape;12160;p32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1" name="Google Shape;12161;p32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2" name="Google Shape;12162;p32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3" name="Google Shape;12163;p32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4" name="Google Shape;12164;p32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5" name="Google Shape;12165;p32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6" name="Google Shape;12166;p32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7" name="Google Shape;12167;p32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8" name="Google Shape;12168;p32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9" name="Google Shape;12169;p32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0" name="Google Shape;12170;p32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1" name="Google Shape;12171;p32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2" name="Google Shape;12172;p32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3" name="Google Shape;12173;p32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4" name="Google Shape;12174;p32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5" name="Google Shape;12175;p32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6" name="Google Shape;12176;p32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7" name="Google Shape;12177;p32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8" name="Google Shape;12178;p32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9" name="Google Shape;12179;p32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0" name="Google Shape;12180;p32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1" name="Google Shape;12181;p32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2" name="Google Shape;12182;p32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3" name="Google Shape;12183;p32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4" name="Google Shape;12184;p32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5" name="Google Shape;12185;p32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6" name="Google Shape;12186;p32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7" name="Google Shape;12187;p32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8" name="Google Shape;12188;p32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9" name="Google Shape;12189;p32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0" name="Google Shape;12190;p32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1" name="Google Shape;12191;p32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2" name="Google Shape;12192;p32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3" name="Google Shape;12193;p32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4" name="Google Shape;12194;p32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5" name="Google Shape;12195;p32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6" name="Google Shape;12196;p32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7" name="Google Shape;12197;p32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8" name="Google Shape;12198;p32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9" name="Google Shape;12199;p32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0" name="Google Shape;12200;p32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1" name="Google Shape;12201;p32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2" name="Google Shape;12202;p32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3" name="Google Shape;12203;p32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4" name="Google Shape;12204;p32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5" name="Google Shape;12205;p32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6" name="Google Shape;12206;p32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7" name="Google Shape;12207;p32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8" name="Google Shape;12208;p32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9" name="Google Shape;12209;p32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0" name="Google Shape;12210;p32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1" name="Google Shape;12211;p32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2" name="Google Shape;12212;p32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3" name="Google Shape;12213;p32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4" name="Google Shape;12214;p32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5" name="Google Shape;12215;p32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6" name="Google Shape;12216;p32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7" name="Google Shape;12217;p32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8" name="Google Shape;12218;p32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9" name="Google Shape;12219;p32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0" name="Google Shape;12220;p32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1" name="Google Shape;12221;p32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2" name="Google Shape;12222;p32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3" name="Google Shape;12223;p32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4" name="Google Shape;12224;p32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5" name="Google Shape;12225;p32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6" name="Google Shape;12226;p32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7" name="Google Shape;12227;p32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8" name="Google Shape;12228;p32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9" name="Google Shape;12229;p32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0" name="Google Shape;12230;p32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1" name="Google Shape;12231;p32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2" name="Google Shape;12232;p32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3" name="Google Shape;12233;p32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4" name="Google Shape;12234;p32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5" name="Google Shape;12235;p32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6" name="Google Shape;12236;p32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7" name="Google Shape;12237;p32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8" name="Google Shape;12238;p32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9" name="Google Shape;12239;p32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0" name="Google Shape;12240;p32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1" name="Google Shape;12241;p32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2" name="Google Shape;12242;p32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3" name="Google Shape;12243;p32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4" name="Google Shape;12244;p32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5" name="Google Shape;12245;p32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6" name="Google Shape;12246;p32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7" name="Google Shape;12247;p32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8" name="Google Shape;12248;p32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9" name="Google Shape;12249;p32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0" name="Google Shape;12250;p32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1" name="Google Shape;12251;p32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2" name="Google Shape;12252;p32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3" name="Google Shape;12253;p32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4" name="Google Shape;12254;p32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5" name="Google Shape;12255;p32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6" name="Google Shape;12256;p32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7" name="Google Shape;12257;p32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8" name="Google Shape;12258;p32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9" name="Google Shape;12259;p32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0" name="Google Shape;12260;p32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1" name="Google Shape;12261;p32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2" name="Google Shape;12262;p32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3" name="Google Shape;12263;p32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4" name="Google Shape;12264;p32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5" name="Google Shape;12265;p32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6" name="Google Shape;12266;p32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7" name="Google Shape;12267;p32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8" name="Google Shape;12268;p32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9" name="Google Shape;12269;p32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0" name="Google Shape;12270;p32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1" name="Google Shape;12271;p32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2" name="Google Shape;12272;p32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3" name="Google Shape;12273;p32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4" name="Google Shape;12274;p32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5" name="Google Shape;12275;p32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6" name="Google Shape;12276;p32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7" name="Google Shape;12277;p32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8" name="Google Shape;12278;p32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9" name="Google Shape;12279;p32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0" name="Google Shape;12280;p32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1" name="Google Shape;12281;p32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2" name="Google Shape;12282;p32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3" name="Google Shape;12283;p32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4" name="Google Shape;12284;p32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5" name="Google Shape;12285;p32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6" name="Google Shape;12286;p32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7" name="Google Shape;12287;p32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8" name="Google Shape;12288;p32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9" name="Google Shape;12289;p32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0" name="Google Shape;12290;p32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1" name="Google Shape;12291;p32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2" name="Google Shape;12292;p32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3" name="Google Shape;12293;p32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4" name="Google Shape;12294;p32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5" name="Google Shape;12295;p32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6" name="Google Shape;12296;p32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7" name="Google Shape;12297;p32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8" name="Google Shape;12298;p32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9" name="Google Shape;12299;p32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0" name="Google Shape;12300;p32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1" name="Google Shape;12301;p32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2" name="Google Shape;12302;p32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3" name="Google Shape;12303;p32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4" name="Google Shape;12304;p32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5" name="Google Shape;12305;p32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6" name="Google Shape;12306;p32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7" name="Google Shape;12307;p32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8" name="Google Shape;12308;p32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9" name="Google Shape;12309;p32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0" name="Google Shape;12310;p32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1" name="Google Shape;12311;p32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2" name="Google Shape;12312;p32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3" name="Google Shape;12313;p32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4" name="Google Shape;12314;p32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5" name="Google Shape;12315;p32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6" name="Google Shape;12316;p32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7" name="Google Shape;12317;p32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8" name="Google Shape;12318;p32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9" name="Google Shape;12319;p32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0" name="Google Shape;12320;p32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1" name="Google Shape;12321;p32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2" name="Google Shape;12322;p32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3" name="Google Shape;12323;p32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4" name="Google Shape;12324;p32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5" name="Google Shape;12325;p32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6" name="Google Shape;12326;p32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7" name="Google Shape;12327;p32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8" name="Google Shape;12328;p32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9" name="Google Shape;12329;p32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0" name="Google Shape;12330;p32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1" name="Google Shape;12331;p32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2" name="Google Shape;12332;p32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3" name="Google Shape;12333;p32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4" name="Google Shape;12334;p32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5" name="Google Shape;12335;p32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6" name="Google Shape;12336;p32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7" name="Google Shape;12337;p32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8" name="Google Shape;12338;p32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9" name="Google Shape;12339;p32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0" name="Google Shape;12340;p32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1" name="Google Shape;12341;p32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2" name="Google Shape;12342;p32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3" name="Google Shape;12343;p32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4" name="Google Shape;12344;p32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5" name="Google Shape;12345;p32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6" name="Google Shape;12346;p32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7" name="Google Shape;12347;p32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8" name="Google Shape;12348;p32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9" name="Google Shape;12349;p32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0" name="Google Shape;12350;p32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1" name="Google Shape;12351;p32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2" name="Google Shape;12352;p32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3" name="Google Shape;12353;p32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4" name="Google Shape;12354;p32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5" name="Google Shape;12355;p32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6" name="Google Shape;12356;p32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7" name="Google Shape;12357;p32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8" name="Google Shape;12358;p32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9" name="Google Shape;12359;p32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0" name="Google Shape;12360;p32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1" name="Google Shape;12361;p32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2" name="Google Shape;12362;p32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3" name="Google Shape;12363;p32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4" name="Google Shape;12364;p32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5" name="Google Shape;12365;p32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6" name="Google Shape;12366;p32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7" name="Google Shape;12367;p32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8" name="Google Shape;12368;p32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9" name="Google Shape;12369;p32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0" name="Google Shape;12370;p32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1" name="Google Shape;12371;p32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2" name="Google Shape;12372;p32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3" name="Google Shape;12373;p32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4" name="Google Shape;12374;p32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5" name="Google Shape;12375;p32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6" name="Google Shape;12376;p32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7" name="Google Shape;12377;p32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8" name="Google Shape;12378;p32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9" name="Google Shape;12379;p32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0" name="Google Shape;12380;p32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1" name="Google Shape;12381;p32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2" name="Google Shape;12382;p32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3" name="Google Shape;12383;p32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4" name="Google Shape;12384;p32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5" name="Google Shape;12385;p32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6" name="Google Shape;12386;p32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7" name="Google Shape;12387;p32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8" name="Google Shape;12388;p32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9" name="Google Shape;12389;p32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0" name="Google Shape;12390;p32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1" name="Google Shape;12391;p32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2" name="Google Shape;12392;p32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3" name="Google Shape;12393;p32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4" name="Google Shape;12394;p32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5" name="Google Shape;12395;p32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6" name="Google Shape;12396;p32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7" name="Google Shape;12397;p32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8" name="Google Shape;12398;p32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9" name="Google Shape;12399;p32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0" name="Google Shape;12400;p32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1" name="Google Shape;12401;p32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2" name="Google Shape;12402;p32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3" name="Google Shape;12403;p32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4" name="Google Shape;12404;p32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5" name="Google Shape;12405;p32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6" name="Google Shape;12406;p32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7" name="Google Shape;12407;p32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8" name="Google Shape;12408;p32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9" name="Google Shape;12409;p32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0" name="Google Shape;12410;p32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1" name="Google Shape;12411;p32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2" name="Google Shape;12412;p32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3" name="Google Shape;12413;p32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4" name="Google Shape;12414;p32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5" name="Google Shape;12415;p32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6" name="Google Shape;12416;p32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7" name="Google Shape;12417;p32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8" name="Google Shape;12418;p32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9" name="Google Shape;12419;p32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0" name="Google Shape;12420;p32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1" name="Google Shape;12421;p32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2" name="Google Shape;12422;p32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3" name="Google Shape;12423;p32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4" name="Google Shape;12424;p32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5" name="Google Shape;12425;p32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6" name="Google Shape;12426;p32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7" name="Google Shape;12427;p32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8" name="Google Shape;12428;p32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9" name="Google Shape;12429;p32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0" name="Google Shape;12430;p32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1" name="Google Shape;12431;p32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2" name="Google Shape;12432;p32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3" name="Google Shape;12433;p32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4" name="Google Shape;12434;p32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5" name="Google Shape;12435;p32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6" name="Google Shape;12436;p32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7" name="Google Shape;12437;p32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8" name="Google Shape;12438;p32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9" name="Google Shape;12439;p32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0" name="Google Shape;12440;p32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1" name="Google Shape;12441;p32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2" name="Google Shape;12442;p32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3" name="Google Shape;12443;p32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4" name="Google Shape;12444;p32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5" name="Google Shape;12445;p32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6" name="Google Shape;12446;p32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7" name="Google Shape;12447;p32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8" name="Google Shape;12448;p32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9" name="Google Shape;12449;p32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0" name="Google Shape;12450;p32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1" name="Google Shape;12451;p32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2" name="Google Shape;12452;p32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3" name="Google Shape;12453;p32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4" name="Google Shape;12454;p32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5" name="Google Shape;12455;p32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6" name="Google Shape;12456;p32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7" name="Google Shape;12457;p32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8" name="Google Shape;12458;p32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9" name="Google Shape;12459;p32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0" name="Google Shape;12460;p32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1" name="Google Shape;12461;p32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2" name="Google Shape;12462;p32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3" name="Google Shape;12463;p32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4" name="Google Shape;12464;p32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5" name="Google Shape;12465;p32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6" name="Google Shape;12466;p32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7" name="Google Shape;12467;p32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8" name="Google Shape;12468;p32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9" name="Google Shape;12469;p32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0" name="Google Shape;12470;p32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1" name="Google Shape;12471;p32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2" name="Google Shape;12472;p32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3" name="Google Shape;12473;p32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4" name="Google Shape;12474;p32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5" name="Google Shape;12475;p32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6" name="Google Shape;12476;p32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7" name="Google Shape;12477;p32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8" name="Google Shape;12478;p32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9" name="Google Shape;12479;p32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0" name="Google Shape;12480;p32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1" name="Google Shape;12481;p32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2" name="Google Shape;12482;p32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3" name="Google Shape;12483;p32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4" name="Google Shape;12484;p32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5" name="Google Shape;12485;p32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6" name="Google Shape;12486;p32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7" name="Google Shape;12487;p32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88" name="Google Shape;12488;p32"/>
          <p:cNvSpPr/>
          <p:nvPr/>
        </p:nvSpPr>
        <p:spPr>
          <a:xfrm>
            <a:off x="8286859" y="1377982"/>
            <a:ext cx="30334" cy="139095"/>
          </a:xfrm>
          <a:custGeom>
            <a:avLst/>
            <a:gdLst/>
            <a:ahLst/>
            <a:cxnLst/>
            <a:rect l="l" t="t" r="r" b="b"/>
            <a:pathLst>
              <a:path w="30334" h="139095" extrusionOk="0">
                <a:moveTo>
                  <a:pt x="15168" y="139095"/>
                </a:moveTo>
                <a:cubicBezTo>
                  <a:pt x="6796" y="139095"/>
                  <a:pt x="0" y="132299"/>
                  <a:pt x="0" y="123928"/>
                </a:cubicBezTo>
                <a:lnTo>
                  <a:pt x="0" y="15167"/>
                </a:lnTo>
                <a:cubicBezTo>
                  <a:pt x="0" y="6796"/>
                  <a:pt x="6796" y="0"/>
                  <a:pt x="15168" y="0"/>
                </a:cubicBezTo>
                <a:cubicBezTo>
                  <a:pt x="23538" y="0"/>
                  <a:pt x="30334" y="6796"/>
                  <a:pt x="30334" y="15167"/>
                </a:cubicBezTo>
                <a:lnTo>
                  <a:pt x="30334" y="123928"/>
                </a:lnTo>
                <a:cubicBezTo>
                  <a:pt x="30334" y="132299"/>
                  <a:pt x="23538" y="139095"/>
                  <a:pt x="15168" y="1390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9" name="Google Shape;12489;p32"/>
          <p:cNvSpPr/>
          <p:nvPr/>
        </p:nvSpPr>
        <p:spPr>
          <a:xfrm>
            <a:off x="8232482" y="1432358"/>
            <a:ext cx="139095" cy="30334"/>
          </a:xfrm>
          <a:custGeom>
            <a:avLst/>
            <a:gdLst/>
            <a:ahLst/>
            <a:cxnLst/>
            <a:rect l="l" t="t" r="r" b="b"/>
            <a:pathLst>
              <a:path w="139095" h="30334" extrusionOk="0">
                <a:moveTo>
                  <a:pt x="123929" y="30334"/>
                </a:moveTo>
                <a:lnTo>
                  <a:pt x="15168" y="30334"/>
                </a:lnTo>
                <a:cubicBezTo>
                  <a:pt x="6797" y="30334"/>
                  <a:pt x="0" y="23538"/>
                  <a:pt x="0" y="15167"/>
                </a:cubicBezTo>
                <a:cubicBezTo>
                  <a:pt x="0" y="6796"/>
                  <a:pt x="6797" y="0"/>
                  <a:pt x="15168" y="0"/>
                </a:cubicBezTo>
                <a:lnTo>
                  <a:pt x="123929" y="0"/>
                </a:lnTo>
                <a:cubicBezTo>
                  <a:pt x="132300" y="0"/>
                  <a:pt x="139096" y="6796"/>
                  <a:pt x="139096" y="15167"/>
                </a:cubicBezTo>
                <a:cubicBezTo>
                  <a:pt x="139096" y="23538"/>
                  <a:pt x="132300" y="30334"/>
                  <a:pt x="123929" y="303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0" name="Google Shape;12490;p32"/>
          <p:cNvSpPr/>
          <p:nvPr/>
        </p:nvSpPr>
        <p:spPr>
          <a:xfrm>
            <a:off x="7372820" y="-282609"/>
            <a:ext cx="2027974" cy="2581636"/>
          </a:xfrm>
          <a:custGeom>
            <a:avLst/>
            <a:gdLst/>
            <a:ahLst/>
            <a:cxnLst/>
            <a:rect l="l" t="t" r="r" b="b"/>
            <a:pathLst>
              <a:path w="2027974" h="2581636" extrusionOk="0">
                <a:moveTo>
                  <a:pt x="1215831" y="2581636"/>
                </a:moveTo>
                <a:cubicBezTo>
                  <a:pt x="1192967" y="2581636"/>
                  <a:pt x="1168935" y="2580502"/>
                  <a:pt x="1143551" y="2578018"/>
                </a:cubicBezTo>
                <a:cubicBezTo>
                  <a:pt x="802343" y="2544731"/>
                  <a:pt x="539095" y="2421478"/>
                  <a:pt x="456536" y="2256351"/>
                </a:cubicBezTo>
                <a:cubicBezTo>
                  <a:pt x="419622" y="2182524"/>
                  <a:pt x="340655" y="2090856"/>
                  <a:pt x="264270" y="2002203"/>
                </a:cubicBezTo>
                <a:cubicBezTo>
                  <a:pt x="173278" y="1896565"/>
                  <a:pt x="94680" y="1805338"/>
                  <a:pt x="85498" y="1745669"/>
                </a:cubicBezTo>
                <a:cubicBezTo>
                  <a:pt x="77235" y="1691968"/>
                  <a:pt x="98190" y="1649555"/>
                  <a:pt x="124726" y="1595845"/>
                </a:cubicBezTo>
                <a:cubicBezTo>
                  <a:pt x="155177" y="1534196"/>
                  <a:pt x="193089" y="1457479"/>
                  <a:pt x="214062" y="1323208"/>
                </a:cubicBezTo>
                <a:cubicBezTo>
                  <a:pt x="243640" y="1133913"/>
                  <a:pt x="139514" y="977509"/>
                  <a:pt x="63490" y="863311"/>
                </a:cubicBezTo>
                <a:cubicBezTo>
                  <a:pt x="39340" y="827045"/>
                  <a:pt x="18493" y="795712"/>
                  <a:pt x="6378" y="769464"/>
                </a:cubicBezTo>
                <a:cubicBezTo>
                  <a:pt x="-5755" y="743181"/>
                  <a:pt x="-562" y="707149"/>
                  <a:pt x="21833" y="662377"/>
                </a:cubicBezTo>
                <a:cubicBezTo>
                  <a:pt x="93914" y="518214"/>
                  <a:pt x="326451" y="312924"/>
                  <a:pt x="507096" y="274219"/>
                </a:cubicBezTo>
                <a:cubicBezTo>
                  <a:pt x="604398" y="253364"/>
                  <a:pt x="660619" y="213362"/>
                  <a:pt x="720135" y="171012"/>
                </a:cubicBezTo>
                <a:cubicBezTo>
                  <a:pt x="795386" y="117464"/>
                  <a:pt x="880672" y="56778"/>
                  <a:pt x="1062091" y="25031"/>
                </a:cubicBezTo>
                <a:cubicBezTo>
                  <a:pt x="1381722" y="-30903"/>
                  <a:pt x="2007845" y="24292"/>
                  <a:pt x="2014146" y="24860"/>
                </a:cubicBezTo>
                <a:cubicBezTo>
                  <a:pt x="2022517" y="25616"/>
                  <a:pt x="2028637" y="32979"/>
                  <a:pt x="2027917" y="41323"/>
                </a:cubicBezTo>
                <a:cubicBezTo>
                  <a:pt x="2027107" y="49676"/>
                  <a:pt x="2019816" y="55743"/>
                  <a:pt x="2011445" y="55077"/>
                </a:cubicBezTo>
                <a:cubicBezTo>
                  <a:pt x="2005234" y="54518"/>
                  <a:pt x="1383072" y="-326"/>
                  <a:pt x="1067311" y="54905"/>
                </a:cubicBezTo>
                <a:cubicBezTo>
                  <a:pt x="892671" y="85456"/>
                  <a:pt x="813901" y="141515"/>
                  <a:pt x="737733" y="195720"/>
                </a:cubicBezTo>
                <a:cubicBezTo>
                  <a:pt x="675588" y="239943"/>
                  <a:pt x="616892" y="281717"/>
                  <a:pt x="513460" y="303878"/>
                </a:cubicBezTo>
                <a:cubicBezTo>
                  <a:pt x="345497" y="339865"/>
                  <a:pt x="117678" y="538539"/>
                  <a:pt x="48972" y="675942"/>
                </a:cubicBezTo>
                <a:cubicBezTo>
                  <a:pt x="31419" y="711047"/>
                  <a:pt x="26072" y="739742"/>
                  <a:pt x="33922" y="756746"/>
                </a:cubicBezTo>
                <a:cubicBezTo>
                  <a:pt x="45056" y="780860"/>
                  <a:pt x="65299" y="811275"/>
                  <a:pt x="88757" y="846496"/>
                </a:cubicBezTo>
                <a:cubicBezTo>
                  <a:pt x="163098" y="958174"/>
                  <a:pt x="275441" y="1126928"/>
                  <a:pt x="244045" y="1327888"/>
                </a:cubicBezTo>
                <a:cubicBezTo>
                  <a:pt x="222352" y="1466759"/>
                  <a:pt x="181648" y="1549138"/>
                  <a:pt x="151936" y="1609293"/>
                </a:cubicBezTo>
                <a:cubicBezTo>
                  <a:pt x="125896" y="1661994"/>
                  <a:pt x="108694" y="1696820"/>
                  <a:pt x="115499" y="1741061"/>
                </a:cubicBezTo>
                <a:cubicBezTo>
                  <a:pt x="123357" y="1792133"/>
                  <a:pt x="206690" y="1888860"/>
                  <a:pt x="287269" y="1982410"/>
                </a:cubicBezTo>
                <a:cubicBezTo>
                  <a:pt x="364859" y="2072457"/>
                  <a:pt x="445077" y="2165584"/>
                  <a:pt x="483674" y="2242787"/>
                </a:cubicBezTo>
                <a:cubicBezTo>
                  <a:pt x="560437" y="2396302"/>
                  <a:pt x="820607" y="2516044"/>
                  <a:pt x="1146522" y="2547828"/>
                </a:cubicBezTo>
                <a:cubicBezTo>
                  <a:pt x="1297741" y="2562599"/>
                  <a:pt x="1398555" y="2527224"/>
                  <a:pt x="1505399" y="2489770"/>
                </a:cubicBezTo>
                <a:cubicBezTo>
                  <a:pt x="1629435" y="2446285"/>
                  <a:pt x="1757702" y="2401333"/>
                  <a:pt x="1974450" y="2427338"/>
                </a:cubicBezTo>
                <a:cubicBezTo>
                  <a:pt x="1982731" y="2428337"/>
                  <a:pt x="1988672" y="2435889"/>
                  <a:pt x="1987682" y="2444206"/>
                </a:cubicBezTo>
                <a:cubicBezTo>
                  <a:pt x="1986692" y="2452523"/>
                  <a:pt x="1979131" y="2458473"/>
                  <a:pt x="1970850" y="2457456"/>
                </a:cubicBezTo>
                <a:cubicBezTo>
                  <a:pt x="1761032" y="2432262"/>
                  <a:pt x="1636186" y="2476052"/>
                  <a:pt x="1515390" y="2518394"/>
                </a:cubicBezTo>
                <a:cubicBezTo>
                  <a:pt x="1423128" y="2550762"/>
                  <a:pt x="1335007" y="2581627"/>
                  <a:pt x="1215831" y="25816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1" name="Google Shape;12491;p32"/>
          <p:cNvSpPr/>
          <p:nvPr/>
        </p:nvSpPr>
        <p:spPr>
          <a:xfrm>
            <a:off x="8092213" y="205737"/>
            <a:ext cx="1285564" cy="833071"/>
          </a:xfrm>
          <a:custGeom>
            <a:avLst/>
            <a:gdLst/>
            <a:ahLst/>
            <a:cxnLst/>
            <a:rect l="l" t="t" r="r" b="b"/>
            <a:pathLst>
              <a:path w="1285564" h="833071" extrusionOk="0">
                <a:moveTo>
                  <a:pt x="1270358" y="833071"/>
                </a:moveTo>
                <a:cubicBezTo>
                  <a:pt x="1264327" y="833071"/>
                  <a:pt x="1258747" y="829462"/>
                  <a:pt x="1256316" y="823674"/>
                </a:cubicBezTo>
                <a:cubicBezTo>
                  <a:pt x="1237144" y="795959"/>
                  <a:pt x="980339" y="666685"/>
                  <a:pt x="923002" y="662265"/>
                </a:cubicBezTo>
                <a:cubicBezTo>
                  <a:pt x="860714" y="657476"/>
                  <a:pt x="833980" y="583352"/>
                  <a:pt x="814448" y="529228"/>
                </a:cubicBezTo>
                <a:cubicBezTo>
                  <a:pt x="811388" y="520658"/>
                  <a:pt x="808507" y="512683"/>
                  <a:pt x="805716" y="505743"/>
                </a:cubicBezTo>
                <a:cubicBezTo>
                  <a:pt x="792305" y="472169"/>
                  <a:pt x="722276" y="449162"/>
                  <a:pt x="666108" y="430674"/>
                </a:cubicBezTo>
                <a:cubicBezTo>
                  <a:pt x="654677" y="426911"/>
                  <a:pt x="643516" y="423248"/>
                  <a:pt x="632984" y="419566"/>
                </a:cubicBezTo>
                <a:cubicBezTo>
                  <a:pt x="585728" y="403094"/>
                  <a:pt x="482124" y="424238"/>
                  <a:pt x="356018" y="476183"/>
                </a:cubicBezTo>
                <a:cubicBezTo>
                  <a:pt x="268581" y="512170"/>
                  <a:pt x="101195" y="475553"/>
                  <a:pt x="43766" y="442060"/>
                </a:cubicBezTo>
                <a:cubicBezTo>
                  <a:pt x="22344" y="429566"/>
                  <a:pt x="8545" y="400556"/>
                  <a:pt x="2766" y="355847"/>
                </a:cubicBezTo>
                <a:cubicBezTo>
                  <a:pt x="-6253" y="286169"/>
                  <a:pt x="7294" y="176525"/>
                  <a:pt x="35945" y="147883"/>
                </a:cubicBezTo>
                <a:cubicBezTo>
                  <a:pt x="54172" y="129647"/>
                  <a:pt x="101104" y="108062"/>
                  <a:pt x="150791" y="85199"/>
                </a:cubicBezTo>
                <a:cubicBezTo>
                  <a:pt x="196094" y="64361"/>
                  <a:pt x="247437" y="40733"/>
                  <a:pt x="263611" y="24558"/>
                </a:cubicBezTo>
                <a:cubicBezTo>
                  <a:pt x="296259" y="-8089"/>
                  <a:pt x="420556" y="-2004"/>
                  <a:pt x="556114" y="7807"/>
                </a:cubicBezTo>
                <a:cubicBezTo>
                  <a:pt x="572046" y="8959"/>
                  <a:pt x="586178" y="9976"/>
                  <a:pt x="597789" y="10660"/>
                </a:cubicBezTo>
                <a:cubicBezTo>
                  <a:pt x="677270" y="15332"/>
                  <a:pt x="1223912" y="156975"/>
                  <a:pt x="1266217" y="172862"/>
                </a:cubicBezTo>
                <a:cubicBezTo>
                  <a:pt x="1274049" y="175796"/>
                  <a:pt x="1278009" y="184545"/>
                  <a:pt x="1275128" y="192385"/>
                </a:cubicBezTo>
                <a:cubicBezTo>
                  <a:pt x="1272158" y="200225"/>
                  <a:pt x="1263426" y="204213"/>
                  <a:pt x="1255596" y="201260"/>
                </a:cubicBezTo>
                <a:cubicBezTo>
                  <a:pt x="1213650" y="185553"/>
                  <a:pt x="674209" y="45540"/>
                  <a:pt x="595989" y="40931"/>
                </a:cubicBezTo>
                <a:cubicBezTo>
                  <a:pt x="584287" y="40247"/>
                  <a:pt x="569976" y="39212"/>
                  <a:pt x="553954" y="38060"/>
                </a:cubicBezTo>
                <a:cubicBezTo>
                  <a:pt x="481134" y="32794"/>
                  <a:pt x="310598" y="20463"/>
                  <a:pt x="285070" y="46008"/>
                </a:cubicBezTo>
                <a:cubicBezTo>
                  <a:pt x="265061" y="66018"/>
                  <a:pt x="215707" y="88719"/>
                  <a:pt x="163473" y="112761"/>
                </a:cubicBezTo>
                <a:cubicBezTo>
                  <a:pt x="120501" y="132527"/>
                  <a:pt x="71797" y="154931"/>
                  <a:pt x="57403" y="169333"/>
                </a:cubicBezTo>
                <a:cubicBezTo>
                  <a:pt x="41337" y="185400"/>
                  <a:pt x="23217" y="277401"/>
                  <a:pt x="32858" y="351958"/>
                </a:cubicBezTo>
                <a:cubicBezTo>
                  <a:pt x="37178" y="385380"/>
                  <a:pt x="46728" y="408675"/>
                  <a:pt x="59060" y="415867"/>
                </a:cubicBezTo>
                <a:cubicBezTo>
                  <a:pt x="110600" y="445931"/>
                  <a:pt x="266564" y="480225"/>
                  <a:pt x="344496" y="448145"/>
                </a:cubicBezTo>
                <a:cubicBezTo>
                  <a:pt x="423707" y="415525"/>
                  <a:pt x="567815" y="364704"/>
                  <a:pt x="642975" y="390933"/>
                </a:cubicBezTo>
                <a:cubicBezTo>
                  <a:pt x="653327" y="394552"/>
                  <a:pt x="664308" y="398161"/>
                  <a:pt x="675560" y="401861"/>
                </a:cubicBezTo>
                <a:cubicBezTo>
                  <a:pt x="740998" y="423383"/>
                  <a:pt x="815168" y="447767"/>
                  <a:pt x="833891" y="494474"/>
                </a:cubicBezTo>
                <a:cubicBezTo>
                  <a:pt x="836770" y="501711"/>
                  <a:pt x="839742" y="510010"/>
                  <a:pt x="842982" y="518930"/>
                </a:cubicBezTo>
                <a:cubicBezTo>
                  <a:pt x="859723" y="565268"/>
                  <a:pt x="882587" y="628736"/>
                  <a:pt x="925342" y="632030"/>
                </a:cubicBezTo>
                <a:cubicBezTo>
                  <a:pt x="985740" y="636684"/>
                  <a:pt x="1271618" y="773727"/>
                  <a:pt x="1284759" y="813107"/>
                </a:cubicBezTo>
                <a:cubicBezTo>
                  <a:pt x="1287460" y="821046"/>
                  <a:pt x="1283139" y="829642"/>
                  <a:pt x="1275219" y="832288"/>
                </a:cubicBezTo>
                <a:cubicBezTo>
                  <a:pt x="1273599" y="832819"/>
                  <a:pt x="1271978" y="833071"/>
                  <a:pt x="1270358" y="833071"/>
                </a:cubicBezTo>
                <a:close/>
                <a:moveTo>
                  <a:pt x="1255956" y="822693"/>
                </a:moveTo>
                <a:cubicBezTo>
                  <a:pt x="1255956" y="822693"/>
                  <a:pt x="1255956" y="822702"/>
                  <a:pt x="1255956" y="822711"/>
                </a:cubicBezTo>
                <a:cubicBezTo>
                  <a:pt x="1255956" y="822711"/>
                  <a:pt x="1255956" y="822702"/>
                  <a:pt x="1255956" y="822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2" name="Google Shape;12492;p32"/>
          <p:cNvSpPr/>
          <p:nvPr/>
        </p:nvSpPr>
        <p:spPr>
          <a:xfrm>
            <a:off x="7257759" y="-408421"/>
            <a:ext cx="2214325" cy="2838838"/>
          </a:xfrm>
          <a:custGeom>
            <a:avLst/>
            <a:gdLst/>
            <a:ahLst/>
            <a:cxnLst/>
            <a:rect l="l" t="t" r="r" b="b"/>
            <a:pathLst>
              <a:path w="2214325" h="2838838" extrusionOk="0">
                <a:moveTo>
                  <a:pt x="1521897" y="2838830"/>
                </a:moveTo>
                <a:cubicBezTo>
                  <a:pt x="1450157" y="2838830"/>
                  <a:pt x="1312619" y="2813933"/>
                  <a:pt x="1253392" y="2792924"/>
                </a:cubicBezTo>
                <a:cubicBezTo>
                  <a:pt x="1211446" y="2778072"/>
                  <a:pt x="1136763" y="2771906"/>
                  <a:pt x="1070866" y="2766469"/>
                </a:cubicBezTo>
                <a:cubicBezTo>
                  <a:pt x="1019883" y="2762257"/>
                  <a:pt x="971736" y="2758287"/>
                  <a:pt x="944219" y="2750888"/>
                </a:cubicBezTo>
                <a:cubicBezTo>
                  <a:pt x="935757" y="2748620"/>
                  <a:pt x="922634" y="2745290"/>
                  <a:pt x="906207" y="2741131"/>
                </a:cubicBezTo>
                <a:cubicBezTo>
                  <a:pt x="733060" y="2697286"/>
                  <a:pt x="553756" y="2647582"/>
                  <a:pt x="536673" y="2611451"/>
                </a:cubicBezTo>
                <a:cubicBezTo>
                  <a:pt x="522180" y="2580784"/>
                  <a:pt x="472809" y="2491402"/>
                  <a:pt x="420530" y="2396764"/>
                </a:cubicBezTo>
                <a:cubicBezTo>
                  <a:pt x="395057" y="2350660"/>
                  <a:pt x="369071" y="2303611"/>
                  <a:pt x="346451" y="2262133"/>
                </a:cubicBezTo>
                <a:cubicBezTo>
                  <a:pt x="317719" y="2209476"/>
                  <a:pt x="266664" y="2146486"/>
                  <a:pt x="217284" y="2085566"/>
                </a:cubicBezTo>
                <a:cubicBezTo>
                  <a:pt x="147983" y="2000073"/>
                  <a:pt x="82527" y="1919314"/>
                  <a:pt x="82527" y="1872508"/>
                </a:cubicBezTo>
                <a:cubicBezTo>
                  <a:pt x="82527" y="1820310"/>
                  <a:pt x="120107" y="1705824"/>
                  <a:pt x="153258" y="1604804"/>
                </a:cubicBezTo>
                <a:cubicBezTo>
                  <a:pt x="170811" y="1551310"/>
                  <a:pt x="187391" y="1500786"/>
                  <a:pt x="197210" y="1463476"/>
                </a:cubicBezTo>
                <a:cubicBezTo>
                  <a:pt x="223422" y="1363878"/>
                  <a:pt x="172764" y="1253506"/>
                  <a:pt x="140233" y="1196582"/>
                </a:cubicBezTo>
                <a:cubicBezTo>
                  <a:pt x="131178" y="1180713"/>
                  <a:pt x="112465" y="1139902"/>
                  <a:pt x="90807" y="1092637"/>
                </a:cubicBezTo>
                <a:cubicBezTo>
                  <a:pt x="59600" y="1024525"/>
                  <a:pt x="20761" y="939761"/>
                  <a:pt x="8978" y="927978"/>
                </a:cubicBezTo>
                <a:cubicBezTo>
                  <a:pt x="-12193" y="906807"/>
                  <a:pt x="7691" y="822709"/>
                  <a:pt x="31265" y="771726"/>
                </a:cubicBezTo>
                <a:cubicBezTo>
                  <a:pt x="49960" y="731302"/>
                  <a:pt x="102761" y="626285"/>
                  <a:pt x="131133" y="569866"/>
                </a:cubicBezTo>
                <a:cubicBezTo>
                  <a:pt x="137560" y="557093"/>
                  <a:pt x="142708" y="546850"/>
                  <a:pt x="145886" y="540486"/>
                </a:cubicBezTo>
                <a:cubicBezTo>
                  <a:pt x="164186" y="503887"/>
                  <a:pt x="315694" y="400878"/>
                  <a:pt x="394193" y="378447"/>
                </a:cubicBezTo>
                <a:cubicBezTo>
                  <a:pt x="475824" y="355125"/>
                  <a:pt x="640591" y="290082"/>
                  <a:pt x="703212" y="263988"/>
                </a:cubicBezTo>
                <a:cubicBezTo>
                  <a:pt x="741297" y="248119"/>
                  <a:pt x="792909" y="209684"/>
                  <a:pt x="842830" y="172500"/>
                </a:cubicBezTo>
                <a:cubicBezTo>
                  <a:pt x="881552" y="143651"/>
                  <a:pt x="918134" y="116413"/>
                  <a:pt x="943633" y="103659"/>
                </a:cubicBezTo>
                <a:cubicBezTo>
                  <a:pt x="999054" y="75953"/>
                  <a:pt x="1107356" y="46609"/>
                  <a:pt x="1219547" y="28886"/>
                </a:cubicBezTo>
                <a:cubicBezTo>
                  <a:pt x="1300648" y="16095"/>
                  <a:pt x="1456638" y="19120"/>
                  <a:pt x="1582025" y="21523"/>
                </a:cubicBezTo>
                <a:cubicBezTo>
                  <a:pt x="1624420" y="22342"/>
                  <a:pt x="1664566" y="23125"/>
                  <a:pt x="1695529" y="23125"/>
                </a:cubicBezTo>
                <a:cubicBezTo>
                  <a:pt x="1814345" y="23125"/>
                  <a:pt x="2155940" y="235"/>
                  <a:pt x="2159361" y="1"/>
                </a:cubicBezTo>
                <a:cubicBezTo>
                  <a:pt x="2160981" y="-44"/>
                  <a:pt x="2162601" y="1198"/>
                  <a:pt x="2162781" y="2945"/>
                </a:cubicBezTo>
                <a:cubicBezTo>
                  <a:pt x="2162871" y="4682"/>
                  <a:pt x="2161521" y="6194"/>
                  <a:pt x="2159811" y="6311"/>
                </a:cubicBezTo>
                <a:cubicBezTo>
                  <a:pt x="2156390" y="6536"/>
                  <a:pt x="1814615" y="29444"/>
                  <a:pt x="1695529" y="29444"/>
                </a:cubicBezTo>
                <a:cubicBezTo>
                  <a:pt x="1664566" y="29444"/>
                  <a:pt x="1624330" y="28670"/>
                  <a:pt x="1581844" y="27842"/>
                </a:cubicBezTo>
                <a:cubicBezTo>
                  <a:pt x="1456819" y="25421"/>
                  <a:pt x="1301098" y="22414"/>
                  <a:pt x="1220537" y="35133"/>
                </a:cubicBezTo>
                <a:cubicBezTo>
                  <a:pt x="1108932" y="52748"/>
                  <a:pt x="1001349" y="81867"/>
                  <a:pt x="946460" y="109312"/>
                </a:cubicBezTo>
                <a:cubicBezTo>
                  <a:pt x="921455" y="121814"/>
                  <a:pt x="885091" y="148899"/>
                  <a:pt x="846601" y="177568"/>
                </a:cubicBezTo>
                <a:cubicBezTo>
                  <a:pt x="796374" y="214967"/>
                  <a:pt x="744437" y="253655"/>
                  <a:pt x="705643" y="269821"/>
                </a:cubicBezTo>
                <a:cubicBezTo>
                  <a:pt x="642913" y="295960"/>
                  <a:pt x="477832" y="361120"/>
                  <a:pt x="395930" y="384514"/>
                </a:cubicBezTo>
                <a:cubicBezTo>
                  <a:pt x="315288" y="407557"/>
                  <a:pt x="167399" y="511583"/>
                  <a:pt x="151529" y="543312"/>
                </a:cubicBezTo>
                <a:cubicBezTo>
                  <a:pt x="148344" y="549685"/>
                  <a:pt x="143194" y="559929"/>
                  <a:pt x="136768" y="572710"/>
                </a:cubicBezTo>
                <a:cubicBezTo>
                  <a:pt x="108414" y="629094"/>
                  <a:pt x="55640" y="734048"/>
                  <a:pt x="36999" y="774382"/>
                </a:cubicBezTo>
                <a:cubicBezTo>
                  <a:pt x="12263" y="827867"/>
                  <a:pt x="-3759" y="906312"/>
                  <a:pt x="13443" y="923513"/>
                </a:cubicBezTo>
                <a:cubicBezTo>
                  <a:pt x="26026" y="936097"/>
                  <a:pt x="63498" y="1017864"/>
                  <a:pt x="96551" y="1089999"/>
                </a:cubicBezTo>
                <a:cubicBezTo>
                  <a:pt x="117254" y="1135167"/>
                  <a:pt x="136795" y="1177824"/>
                  <a:pt x="145724" y="1193441"/>
                </a:cubicBezTo>
                <a:cubicBezTo>
                  <a:pt x="178732" y="1251201"/>
                  <a:pt x="230101" y="1363311"/>
                  <a:pt x="203322" y="1465079"/>
                </a:cubicBezTo>
                <a:cubicBezTo>
                  <a:pt x="193457" y="1502577"/>
                  <a:pt x="176850" y="1553182"/>
                  <a:pt x="159262" y="1606766"/>
                </a:cubicBezTo>
                <a:cubicBezTo>
                  <a:pt x="126255" y="1707327"/>
                  <a:pt x="88845" y="1821309"/>
                  <a:pt x="88845" y="1872499"/>
                </a:cubicBezTo>
                <a:cubicBezTo>
                  <a:pt x="88845" y="1917064"/>
                  <a:pt x="153618" y="1996976"/>
                  <a:pt x="222198" y="2081587"/>
                </a:cubicBezTo>
                <a:cubicBezTo>
                  <a:pt x="271750" y="2142724"/>
                  <a:pt x="323002" y="2205939"/>
                  <a:pt x="351996" y="2259109"/>
                </a:cubicBezTo>
                <a:cubicBezTo>
                  <a:pt x="374615" y="2300568"/>
                  <a:pt x="400602" y="2347608"/>
                  <a:pt x="426065" y="2393703"/>
                </a:cubicBezTo>
                <a:cubicBezTo>
                  <a:pt x="478390" y="2488423"/>
                  <a:pt x="527815" y="2577895"/>
                  <a:pt x="542397" y="2608742"/>
                </a:cubicBezTo>
                <a:cubicBezTo>
                  <a:pt x="560516" y="2647060"/>
                  <a:pt x="812802" y="2710950"/>
                  <a:pt x="907773" y="2735010"/>
                </a:cubicBezTo>
                <a:cubicBezTo>
                  <a:pt x="924236" y="2739178"/>
                  <a:pt x="937387" y="2742508"/>
                  <a:pt x="945875" y="2744795"/>
                </a:cubicBezTo>
                <a:cubicBezTo>
                  <a:pt x="972842" y="2752041"/>
                  <a:pt x="1020711" y="2755992"/>
                  <a:pt x="1071397" y="2760178"/>
                </a:cubicBezTo>
                <a:cubicBezTo>
                  <a:pt x="1137681" y="2765641"/>
                  <a:pt x="1212796" y="2771843"/>
                  <a:pt x="1255462" y="2786965"/>
                </a:cubicBezTo>
                <a:cubicBezTo>
                  <a:pt x="1332512" y="2814284"/>
                  <a:pt x="1519556" y="2842862"/>
                  <a:pt x="1556911" y="2828649"/>
                </a:cubicBezTo>
                <a:cubicBezTo>
                  <a:pt x="1569513" y="2823870"/>
                  <a:pt x="1591026" y="2811493"/>
                  <a:pt x="1615869" y="2797172"/>
                </a:cubicBezTo>
                <a:cubicBezTo>
                  <a:pt x="1671047" y="2765416"/>
                  <a:pt x="1746657" y="2721923"/>
                  <a:pt x="1809574" y="2710122"/>
                </a:cubicBezTo>
                <a:cubicBezTo>
                  <a:pt x="1900847" y="2692993"/>
                  <a:pt x="2199416" y="2783095"/>
                  <a:pt x="2212107" y="2786929"/>
                </a:cubicBezTo>
                <a:cubicBezTo>
                  <a:pt x="2213727" y="2787433"/>
                  <a:pt x="2214718" y="2789197"/>
                  <a:pt x="2214177" y="2790872"/>
                </a:cubicBezTo>
                <a:cubicBezTo>
                  <a:pt x="2213638" y="2792546"/>
                  <a:pt x="2211927" y="2793509"/>
                  <a:pt x="2210217" y="2792978"/>
                </a:cubicBezTo>
                <a:cubicBezTo>
                  <a:pt x="2207157" y="2792042"/>
                  <a:pt x="1900577" y="2699473"/>
                  <a:pt x="1810744" y="2716333"/>
                </a:cubicBezTo>
                <a:cubicBezTo>
                  <a:pt x="1748816" y="2727935"/>
                  <a:pt x="1673837" y="2771123"/>
                  <a:pt x="1619019" y="2802654"/>
                </a:cubicBezTo>
                <a:cubicBezTo>
                  <a:pt x="1592826" y="2817704"/>
                  <a:pt x="1572213" y="2829595"/>
                  <a:pt x="1559161" y="2834563"/>
                </a:cubicBezTo>
                <a:cubicBezTo>
                  <a:pt x="1551331" y="2837525"/>
                  <a:pt x="1538369" y="2838839"/>
                  <a:pt x="1521897" y="28388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3" name="Google Shape;12493;p32"/>
          <p:cNvSpPr/>
          <p:nvPr/>
        </p:nvSpPr>
        <p:spPr>
          <a:xfrm>
            <a:off x="8218810" y="312395"/>
            <a:ext cx="555354" cy="281304"/>
          </a:xfrm>
          <a:custGeom>
            <a:avLst/>
            <a:gdLst/>
            <a:ahLst/>
            <a:cxnLst/>
            <a:rect l="l" t="t" r="r" b="b"/>
            <a:pathLst>
              <a:path w="555354" h="281304" extrusionOk="0">
                <a:moveTo>
                  <a:pt x="133911" y="281304"/>
                </a:moveTo>
                <a:cubicBezTo>
                  <a:pt x="103838" y="281304"/>
                  <a:pt x="68401" y="273446"/>
                  <a:pt x="43089" y="267839"/>
                </a:cubicBezTo>
                <a:cubicBezTo>
                  <a:pt x="36932" y="266470"/>
                  <a:pt x="31424" y="265246"/>
                  <a:pt x="26815" y="264328"/>
                </a:cubicBezTo>
                <a:cubicBezTo>
                  <a:pt x="-4986" y="257964"/>
                  <a:pt x="-900" y="195415"/>
                  <a:pt x="1801" y="154037"/>
                </a:cubicBezTo>
                <a:cubicBezTo>
                  <a:pt x="2368" y="145386"/>
                  <a:pt x="2854" y="137907"/>
                  <a:pt x="2854" y="132731"/>
                </a:cubicBezTo>
                <a:cubicBezTo>
                  <a:pt x="2854" y="110426"/>
                  <a:pt x="74908" y="63917"/>
                  <a:pt x="152759" y="16994"/>
                </a:cubicBezTo>
                <a:cubicBezTo>
                  <a:pt x="162291" y="11251"/>
                  <a:pt x="169168" y="7101"/>
                  <a:pt x="172004" y="5175"/>
                </a:cubicBezTo>
                <a:lnTo>
                  <a:pt x="172004" y="5175"/>
                </a:lnTo>
                <a:cubicBezTo>
                  <a:pt x="190312" y="-7247"/>
                  <a:pt x="272178" y="4518"/>
                  <a:pt x="377312" y="21179"/>
                </a:cubicBezTo>
                <a:cubicBezTo>
                  <a:pt x="411066" y="26535"/>
                  <a:pt x="440230" y="31162"/>
                  <a:pt x="459672" y="33205"/>
                </a:cubicBezTo>
                <a:cubicBezTo>
                  <a:pt x="529882" y="40586"/>
                  <a:pt x="555355" y="81820"/>
                  <a:pt x="555355" y="107735"/>
                </a:cubicBezTo>
                <a:cubicBezTo>
                  <a:pt x="555355" y="135314"/>
                  <a:pt x="452291" y="189510"/>
                  <a:pt x="413766" y="200024"/>
                </a:cubicBezTo>
                <a:cubicBezTo>
                  <a:pt x="404315" y="202607"/>
                  <a:pt x="388113" y="206118"/>
                  <a:pt x="367591" y="210555"/>
                </a:cubicBezTo>
                <a:cubicBezTo>
                  <a:pt x="306472" y="223796"/>
                  <a:pt x="204228" y="245957"/>
                  <a:pt x="183156" y="267028"/>
                </a:cubicBezTo>
                <a:cubicBezTo>
                  <a:pt x="172562" y="277623"/>
                  <a:pt x="154488" y="281304"/>
                  <a:pt x="133911" y="281304"/>
                </a:cubicBezTo>
                <a:close/>
                <a:moveTo>
                  <a:pt x="202319" y="6273"/>
                </a:moveTo>
                <a:cubicBezTo>
                  <a:pt x="189322" y="6273"/>
                  <a:pt x="179853" y="7488"/>
                  <a:pt x="175551" y="10405"/>
                </a:cubicBezTo>
                <a:cubicBezTo>
                  <a:pt x="172580" y="12421"/>
                  <a:pt x="165631" y="16607"/>
                  <a:pt x="156027" y="22403"/>
                </a:cubicBezTo>
                <a:cubicBezTo>
                  <a:pt x="115863" y="46608"/>
                  <a:pt x="9172" y="110912"/>
                  <a:pt x="9172" y="132731"/>
                </a:cubicBezTo>
                <a:cubicBezTo>
                  <a:pt x="9172" y="138123"/>
                  <a:pt x="8677" y="145684"/>
                  <a:pt x="8101" y="154451"/>
                </a:cubicBezTo>
                <a:cubicBezTo>
                  <a:pt x="5698" y="191266"/>
                  <a:pt x="1675" y="252861"/>
                  <a:pt x="28038" y="258144"/>
                </a:cubicBezTo>
                <a:cubicBezTo>
                  <a:pt x="32683" y="259080"/>
                  <a:pt x="38237" y="260305"/>
                  <a:pt x="44439" y="261682"/>
                </a:cubicBezTo>
                <a:cubicBezTo>
                  <a:pt x="83090" y="270242"/>
                  <a:pt x="155046" y="286210"/>
                  <a:pt x="178674" y="262573"/>
                </a:cubicBezTo>
                <a:cubicBezTo>
                  <a:pt x="201060" y="240187"/>
                  <a:pt x="300442" y="218647"/>
                  <a:pt x="366240" y="204389"/>
                </a:cubicBezTo>
                <a:cubicBezTo>
                  <a:pt x="386673" y="199970"/>
                  <a:pt x="402785" y="196468"/>
                  <a:pt x="412146" y="193939"/>
                </a:cubicBezTo>
                <a:cubicBezTo>
                  <a:pt x="455082" y="182228"/>
                  <a:pt x="548964" y="128734"/>
                  <a:pt x="548964" y="107753"/>
                </a:cubicBezTo>
                <a:cubicBezTo>
                  <a:pt x="548964" y="84124"/>
                  <a:pt x="525022" y="46446"/>
                  <a:pt x="459042" y="39506"/>
                </a:cubicBezTo>
                <a:cubicBezTo>
                  <a:pt x="439420" y="37435"/>
                  <a:pt x="410166" y="32800"/>
                  <a:pt x="376322" y="27444"/>
                </a:cubicBezTo>
                <a:cubicBezTo>
                  <a:pt x="317814" y="18173"/>
                  <a:pt x="242924" y="6291"/>
                  <a:pt x="202311" y="6291"/>
                </a:cubicBezTo>
                <a:close/>
                <a:moveTo>
                  <a:pt x="173786" y="7785"/>
                </a:moveTo>
                <a:lnTo>
                  <a:pt x="173867" y="7785"/>
                </a:lnTo>
                <a:lnTo>
                  <a:pt x="173786" y="77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4" name="Google Shape;12494;p32"/>
          <p:cNvSpPr/>
          <p:nvPr/>
        </p:nvSpPr>
        <p:spPr>
          <a:xfrm>
            <a:off x="8850358" y="362958"/>
            <a:ext cx="691239" cy="510056"/>
          </a:xfrm>
          <a:custGeom>
            <a:avLst/>
            <a:gdLst/>
            <a:ahLst/>
            <a:cxnLst/>
            <a:rect l="l" t="t" r="r" b="b"/>
            <a:pathLst>
              <a:path w="691239" h="510056" extrusionOk="0">
                <a:moveTo>
                  <a:pt x="441734" y="510057"/>
                </a:moveTo>
                <a:cubicBezTo>
                  <a:pt x="433633" y="510057"/>
                  <a:pt x="426972" y="508833"/>
                  <a:pt x="422292" y="506105"/>
                </a:cubicBezTo>
                <a:cubicBezTo>
                  <a:pt x="411220" y="499615"/>
                  <a:pt x="393488" y="489939"/>
                  <a:pt x="372965" y="478733"/>
                </a:cubicBezTo>
                <a:cubicBezTo>
                  <a:pt x="313648" y="446392"/>
                  <a:pt x="232547" y="402106"/>
                  <a:pt x="211124" y="380674"/>
                </a:cubicBezTo>
                <a:cubicBezTo>
                  <a:pt x="194922" y="364517"/>
                  <a:pt x="175569" y="336181"/>
                  <a:pt x="158377" y="311176"/>
                </a:cubicBezTo>
                <a:cubicBezTo>
                  <a:pt x="145415" y="292120"/>
                  <a:pt x="133084" y="274127"/>
                  <a:pt x="125433" y="266449"/>
                </a:cubicBezTo>
                <a:cubicBezTo>
                  <a:pt x="120662" y="261687"/>
                  <a:pt x="110671" y="255350"/>
                  <a:pt x="99239" y="248023"/>
                </a:cubicBezTo>
                <a:cubicBezTo>
                  <a:pt x="68725" y="228617"/>
                  <a:pt x="26960" y="202036"/>
                  <a:pt x="35331" y="174070"/>
                </a:cubicBezTo>
                <a:cubicBezTo>
                  <a:pt x="45772" y="139496"/>
                  <a:pt x="20659" y="68513"/>
                  <a:pt x="3737" y="44741"/>
                </a:cubicBezTo>
                <a:cubicBezTo>
                  <a:pt x="-1663" y="37171"/>
                  <a:pt x="-224" y="30888"/>
                  <a:pt x="1937" y="26936"/>
                </a:cubicBezTo>
                <a:cubicBezTo>
                  <a:pt x="11928" y="8655"/>
                  <a:pt x="61795" y="-2506"/>
                  <a:pt x="120662" y="482"/>
                </a:cubicBezTo>
                <a:cubicBezTo>
                  <a:pt x="169179" y="2903"/>
                  <a:pt x="288804" y="42643"/>
                  <a:pt x="376115" y="71654"/>
                </a:cubicBezTo>
                <a:cubicBezTo>
                  <a:pt x="417071" y="85282"/>
                  <a:pt x="452536" y="97047"/>
                  <a:pt x="467477" y="100503"/>
                </a:cubicBezTo>
                <a:cubicBezTo>
                  <a:pt x="469188" y="100899"/>
                  <a:pt x="470268" y="102591"/>
                  <a:pt x="469818" y="104293"/>
                </a:cubicBezTo>
                <a:cubicBezTo>
                  <a:pt x="469458" y="105994"/>
                  <a:pt x="467748" y="107083"/>
                  <a:pt x="466038" y="106660"/>
                </a:cubicBezTo>
                <a:cubicBezTo>
                  <a:pt x="450736" y="103140"/>
                  <a:pt x="416981" y="91889"/>
                  <a:pt x="374136" y="77658"/>
                </a:cubicBezTo>
                <a:cubicBezTo>
                  <a:pt x="287094" y="48755"/>
                  <a:pt x="168009" y="9177"/>
                  <a:pt x="120392" y="6792"/>
                </a:cubicBezTo>
                <a:cubicBezTo>
                  <a:pt x="59364" y="3785"/>
                  <a:pt x="14989" y="16180"/>
                  <a:pt x="7427" y="29961"/>
                </a:cubicBezTo>
                <a:cubicBezTo>
                  <a:pt x="5537" y="33444"/>
                  <a:pt x="5988" y="37081"/>
                  <a:pt x="8867" y="41059"/>
                </a:cubicBezTo>
                <a:cubicBezTo>
                  <a:pt x="26960" y="66353"/>
                  <a:pt x="52523" y="138965"/>
                  <a:pt x="41452" y="175888"/>
                </a:cubicBezTo>
                <a:cubicBezTo>
                  <a:pt x="34431" y="199273"/>
                  <a:pt x="73856" y="224368"/>
                  <a:pt x="102570" y="242695"/>
                </a:cubicBezTo>
                <a:cubicBezTo>
                  <a:pt x="114452" y="250220"/>
                  <a:pt x="124623" y="256728"/>
                  <a:pt x="129843" y="261984"/>
                </a:cubicBezTo>
                <a:cubicBezTo>
                  <a:pt x="137945" y="270067"/>
                  <a:pt x="149916" y="287467"/>
                  <a:pt x="163598" y="307611"/>
                </a:cubicBezTo>
                <a:cubicBezTo>
                  <a:pt x="180610" y="332392"/>
                  <a:pt x="199783" y="360466"/>
                  <a:pt x="215535" y="376209"/>
                </a:cubicBezTo>
                <a:cubicBezTo>
                  <a:pt x="236327" y="397011"/>
                  <a:pt x="317068" y="441036"/>
                  <a:pt x="375936" y="473188"/>
                </a:cubicBezTo>
                <a:cubicBezTo>
                  <a:pt x="396548" y="484413"/>
                  <a:pt x="414281" y="494116"/>
                  <a:pt x="425532" y="500651"/>
                </a:cubicBezTo>
                <a:cubicBezTo>
                  <a:pt x="458206" y="519742"/>
                  <a:pt x="610596" y="452890"/>
                  <a:pt x="686656" y="414878"/>
                </a:cubicBezTo>
                <a:cubicBezTo>
                  <a:pt x="688187" y="414095"/>
                  <a:pt x="690077" y="414734"/>
                  <a:pt x="690887" y="416292"/>
                </a:cubicBezTo>
                <a:cubicBezTo>
                  <a:pt x="691697" y="417849"/>
                  <a:pt x="691067" y="419748"/>
                  <a:pt x="689447" y="420531"/>
                </a:cubicBezTo>
                <a:cubicBezTo>
                  <a:pt x="681346" y="424591"/>
                  <a:pt x="509513" y="510057"/>
                  <a:pt x="441734" y="5100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5" name="Google Shape;12495;p32"/>
          <p:cNvSpPr/>
          <p:nvPr/>
        </p:nvSpPr>
        <p:spPr>
          <a:xfrm>
            <a:off x="8357985" y="367307"/>
            <a:ext cx="293958" cy="127379"/>
          </a:xfrm>
          <a:custGeom>
            <a:avLst/>
            <a:gdLst/>
            <a:ahLst/>
            <a:cxnLst/>
            <a:rect l="l" t="t" r="r" b="b"/>
            <a:pathLst>
              <a:path w="293958" h="127379" extrusionOk="0">
                <a:moveTo>
                  <a:pt x="13196" y="127371"/>
                </a:moveTo>
                <a:cubicBezTo>
                  <a:pt x="9299" y="127371"/>
                  <a:pt x="6058" y="125472"/>
                  <a:pt x="3844" y="121880"/>
                </a:cubicBezTo>
                <a:cubicBezTo>
                  <a:pt x="-7183" y="104022"/>
                  <a:pt x="8074" y="41725"/>
                  <a:pt x="17517" y="22858"/>
                </a:cubicBezTo>
                <a:cubicBezTo>
                  <a:pt x="29516" y="-1139"/>
                  <a:pt x="108518" y="-3479"/>
                  <a:pt x="145873" y="3308"/>
                </a:cubicBezTo>
                <a:cubicBezTo>
                  <a:pt x="160366" y="5945"/>
                  <a:pt x="180888" y="6944"/>
                  <a:pt x="202581" y="7997"/>
                </a:cubicBezTo>
                <a:cubicBezTo>
                  <a:pt x="240476" y="9833"/>
                  <a:pt x="276301" y="11571"/>
                  <a:pt x="286742" y="22039"/>
                </a:cubicBezTo>
                <a:lnTo>
                  <a:pt x="286742" y="22039"/>
                </a:lnTo>
                <a:cubicBezTo>
                  <a:pt x="293223" y="28565"/>
                  <a:pt x="295384" y="35694"/>
                  <a:pt x="293043" y="43192"/>
                </a:cubicBezTo>
                <a:cubicBezTo>
                  <a:pt x="283591" y="73283"/>
                  <a:pt x="200421" y="99881"/>
                  <a:pt x="167296" y="105912"/>
                </a:cubicBezTo>
                <a:cubicBezTo>
                  <a:pt x="131202" y="112465"/>
                  <a:pt x="35609" y="127380"/>
                  <a:pt x="13205" y="127380"/>
                </a:cubicBezTo>
                <a:close/>
                <a:moveTo>
                  <a:pt x="102578" y="6206"/>
                </a:moveTo>
                <a:cubicBezTo>
                  <a:pt x="67059" y="6206"/>
                  <a:pt x="29821" y="12372"/>
                  <a:pt x="23170" y="25684"/>
                </a:cubicBezTo>
                <a:cubicBezTo>
                  <a:pt x="13403" y="45208"/>
                  <a:pt x="468" y="104382"/>
                  <a:pt x="9227" y="118559"/>
                </a:cubicBezTo>
                <a:cubicBezTo>
                  <a:pt x="10595" y="120773"/>
                  <a:pt x="12062" y="121061"/>
                  <a:pt x="13205" y="121061"/>
                </a:cubicBezTo>
                <a:cubicBezTo>
                  <a:pt x="34025" y="121061"/>
                  <a:pt x="124901" y="107199"/>
                  <a:pt x="166126" y="99692"/>
                </a:cubicBezTo>
                <a:cubicBezTo>
                  <a:pt x="203031" y="92977"/>
                  <a:pt x="279181" y="66280"/>
                  <a:pt x="287012" y="41310"/>
                </a:cubicBezTo>
                <a:cubicBezTo>
                  <a:pt x="288633" y="36153"/>
                  <a:pt x="287102" y="31310"/>
                  <a:pt x="282241" y="26504"/>
                </a:cubicBezTo>
                <a:lnTo>
                  <a:pt x="282241" y="26504"/>
                </a:lnTo>
                <a:cubicBezTo>
                  <a:pt x="273510" y="17754"/>
                  <a:pt x="235705" y="15927"/>
                  <a:pt x="202311" y="14307"/>
                </a:cubicBezTo>
                <a:cubicBezTo>
                  <a:pt x="180348" y="13245"/>
                  <a:pt x="159645" y="12237"/>
                  <a:pt x="144703" y="9527"/>
                </a:cubicBezTo>
                <a:cubicBezTo>
                  <a:pt x="132641" y="7340"/>
                  <a:pt x="117790" y="6206"/>
                  <a:pt x="102578" y="62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6" name="Google Shape;12496;p32"/>
          <p:cNvSpPr/>
          <p:nvPr/>
        </p:nvSpPr>
        <p:spPr>
          <a:xfrm>
            <a:off x="8951763" y="438450"/>
            <a:ext cx="374350" cy="295515"/>
          </a:xfrm>
          <a:custGeom>
            <a:avLst/>
            <a:gdLst/>
            <a:ahLst/>
            <a:cxnLst/>
            <a:rect l="l" t="t" r="r" b="b"/>
            <a:pathLst>
              <a:path w="374350" h="295515" extrusionOk="0">
                <a:moveTo>
                  <a:pt x="310356" y="295506"/>
                </a:moveTo>
                <a:cubicBezTo>
                  <a:pt x="283802" y="295506"/>
                  <a:pt x="134383" y="237260"/>
                  <a:pt x="112780" y="203550"/>
                </a:cubicBezTo>
                <a:cubicBezTo>
                  <a:pt x="91627" y="170426"/>
                  <a:pt x="39960" y="121982"/>
                  <a:pt x="20518" y="103745"/>
                </a:cubicBezTo>
                <a:cubicBezTo>
                  <a:pt x="6025" y="90126"/>
                  <a:pt x="-5316" y="49639"/>
                  <a:pt x="2605" y="23509"/>
                </a:cubicBezTo>
                <a:cubicBezTo>
                  <a:pt x="6475" y="10799"/>
                  <a:pt x="14487" y="3085"/>
                  <a:pt x="25738" y="1195"/>
                </a:cubicBezTo>
                <a:lnTo>
                  <a:pt x="25738" y="1195"/>
                </a:lnTo>
                <a:cubicBezTo>
                  <a:pt x="51842" y="-3171"/>
                  <a:pt x="87757" y="5128"/>
                  <a:pt x="129341" y="14750"/>
                </a:cubicBezTo>
                <a:cubicBezTo>
                  <a:pt x="151485" y="19890"/>
                  <a:pt x="174438" y="25201"/>
                  <a:pt x="198111" y="29098"/>
                </a:cubicBezTo>
                <a:cubicBezTo>
                  <a:pt x="265800" y="40242"/>
                  <a:pt x="355542" y="84501"/>
                  <a:pt x="371114" y="99100"/>
                </a:cubicBezTo>
                <a:cubicBezTo>
                  <a:pt x="381195" y="108606"/>
                  <a:pt x="365172" y="168311"/>
                  <a:pt x="357792" y="193541"/>
                </a:cubicBezTo>
                <a:cubicBezTo>
                  <a:pt x="354821" y="203640"/>
                  <a:pt x="328538" y="292329"/>
                  <a:pt x="312426" y="295353"/>
                </a:cubicBezTo>
                <a:cubicBezTo>
                  <a:pt x="311796" y="295461"/>
                  <a:pt x="311165" y="295515"/>
                  <a:pt x="310356" y="295515"/>
                </a:cubicBezTo>
                <a:close/>
                <a:moveTo>
                  <a:pt x="41580" y="6298"/>
                </a:moveTo>
                <a:cubicBezTo>
                  <a:pt x="36270" y="6298"/>
                  <a:pt x="31409" y="6649"/>
                  <a:pt x="26818" y="7423"/>
                </a:cubicBezTo>
                <a:lnTo>
                  <a:pt x="26818" y="7423"/>
                </a:lnTo>
                <a:cubicBezTo>
                  <a:pt x="17907" y="8909"/>
                  <a:pt x="11786" y="14939"/>
                  <a:pt x="8636" y="25336"/>
                </a:cubicBezTo>
                <a:cubicBezTo>
                  <a:pt x="1525" y="48838"/>
                  <a:pt x="11786" y="86814"/>
                  <a:pt x="24838" y="99100"/>
                </a:cubicBezTo>
                <a:cubicBezTo>
                  <a:pt x="44460" y="117526"/>
                  <a:pt x="96578" y="166357"/>
                  <a:pt x="118180" y="200148"/>
                </a:cubicBezTo>
                <a:cubicBezTo>
                  <a:pt x="138523" y="231994"/>
                  <a:pt x="295054" y="292185"/>
                  <a:pt x="311256" y="289142"/>
                </a:cubicBezTo>
                <a:cubicBezTo>
                  <a:pt x="317916" y="287747"/>
                  <a:pt x="337629" y="242354"/>
                  <a:pt x="354011" y="183712"/>
                </a:cubicBezTo>
                <a:cubicBezTo>
                  <a:pt x="369044" y="130308"/>
                  <a:pt x="369853" y="106608"/>
                  <a:pt x="366793" y="103709"/>
                </a:cubicBezTo>
                <a:cubicBezTo>
                  <a:pt x="354101" y="91864"/>
                  <a:pt x="265800" y="46651"/>
                  <a:pt x="197030" y="35336"/>
                </a:cubicBezTo>
                <a:cubicBezTo>
                  <a:pt x="173268" y="31412"/>
                  <a:pt x="150224" y="26074"/>
                  <a:pt x="127902" y="20916"/>
                </a:cubicBezTo>
                <a:cubicBezTo>
                  <a:pt x="94507" y="13184"/>
                  <a:pt x="64893" y="6307"/>
                  <a:pt x="41580" y="6307"/>
                </a:cubicBezTo>
                <a:close/>
                <a:moveTo>
                  <a:pt x="26278" y="4309"/>
                </a:moveTo>
                <a:lnTo>
                  <a:pt x="26368" y="4309"/>
                </a:lnTo>
                <a:lnTo>
                  <a:pt x="26278" y="43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7" name="Google Shape;12497;p32"/>
          <p:cNvSpPr/>
          <p:nvPr/>
        </p:nvSpPr>
        <p:spPr>
          <a:xfrm>
            <a:off x="8014384" y="117132"/>
            <a:ext cx="1391557" cy="1023659"/>
          </a:xfrm>
          <a:custGeom>
            <a:avLst/>
            <a:gdLst/>
            <a:ahLst/>
            <a:cxnLst/>
            <a:rect l="l" t="t" r="r" b="b"/>
            <a:pathLst>
              <a:path w="1391557" h="1023659" extrusionOk="0">
                <a:moveTo>
                  <a:pt x="1299131" y="1023650"/>
                </a:moveTo>
                <a:cubicBezTo>
                  <a:pt x="1298322" y="1023650"/>
                  <a:pt x="1297511" y="1023344"/>
                  <a:pt x="1296972" y="1022723"/>
                </a:cubicBezTo>
                <a:cubicBezTo>
                  <a:pt x="1253766" y="979545"/>
                  <a:pt x="1033327" y="855625"/>
                  <a:pt x="995161" y="848686"/>
                </a:cubicBezTo>
                <a:cubicBezTo>
                  <a:pt x="938184" y="838334"/>
                  <a:pt x="862484" y="820818"/>
                  <a:pt x="862484" y="788467"/>
                </a:cubicBezTo>
                <a:cubicBezTo>
                  <a:pt x="862484" y="756117"/>
                  <a:pt x="824949" y="623098"/>
                  <a:pt x="818559" y="615906"/>
                </a:cubicBezTo>
                <a:cubicBezTo>
                  <a:pt x="811448" y="609362"/>
                  <a:pt x="681381" y="566948"/>
                  <a:pt x="643215" y="577345"/>
                </a:cubicBezTo>
                <a:cubicBezTo>
                  <a:pt x="604601" y="587876"/>
                  <a:pt x="421607" y="651110"/>
                  <a:pt x="379283" y="666501"/>
                </a:cubicBezTo>
                <a:cubicBezTo>
                  <a:pt x="339353" y="681020"/>
                  <a:pt x="195794" y="656618"/>
                  <a:pt x="152750" y="648796"/>
                </a:cubicBezTo>
                <a:cubicBezTo>
                  <a:pt x="111848" y="641352"/>
                  <a:pt x="47589" y="562511"/>
                  <a:pt x="32773" y="536596"/>
                </a:cubicBezTo>
                <a:cubicBezTo>
                  <a:pt x="18102" y="510907"/>
                  <a:pt x="-10424" y="266687"/>
                  <a:pt x="3925" y="216469"/>
                </a:cubicBezTo>
                <a:cubicBezTo>
                  <a:pt x="13313" y="183615"/>
                  <a:pt x="78626" y="161058"/>
                  <a:pt x="136242" y="141156"/>
                </a:cubicBezTo>
                <a:cubicBezTo>
                  <a:pt x="167323" y="130427"/>
                  <a:pt x="196676" y="120283"/>
                  <a:pt x="205371" y="111588"/>
                </a:cubicBezTo>
                <a:cubicBezTo>
                  <a:pt x="230196" y="86762"/>
                  <a:pt x="330659" y="7264"/>
                  <a:pt x="359949" y="3591"/>
                </a:cubicBezTo>
                <a:cubicBezTo>
                  <a:pt x="386637" y="261"/>
                  <a:pt x="552753" y="0"/>
                  <a:pt x="603070" y="0"/>
                </a:cubicBezTo>
                <a:cubicBezTo>
                  <a:pt x="628184" y="0"/>
                  <a:pt x="1358089" y="187414"/>
                  <a:pt x="1389143" y="195389"/>
                </a:cubicBezTo>
                <a:cubicBezTo>
                  <a:pt x="1390854" y="195821"/>
                  <a:pt x="1391844" y="197540"/>
                  <a:pt x="1391484" y="199232"/>
                </a:cubicBezTo>
                <a:cubicBezTo>
                  <a:pt x="1391034" y="200915"/>
                  <a:pt x="1389234" y="201941"/>
                  <a:pt x="1387613" y="201509"/>
                </a:cubicBezTo>
                <a:cubicBezTo>
                  <a:pt x="1124778" y="133992"/>
                  <a:pt x="622512" y="6319"/>
                  <a:pt x="603070" y="6319"/>
                </a:cubicBezTo>
                <a:cubicBezTo>
                  <a:pt x="552844" y="6319"/>
                  <a:pt x="387051" y="6571"/>
                  <a:pt x="360731" y="9865"/>
                </a:cubicBezTo>
                <a:cubicBezTo>
                  <a:pt x="333197" y="13313"/>
                  <a:pt x="233563" y="92334"/>
                  <a:pt x="209835" y="116052"/>
                </a:cubicBezTo>
                <a:cubicBezTo>
                  <a:pt x="200106" y="125783"/>
                  <a:pt x="171464" y="135675"/>
                  <a:pt x="138295" y="147124"/>
                </a:cubicBezTo>
                <a:cubicBezTo>
                  <a:pt x="84908" y="165568"/>
                  <a:pt x="18471" y="188512"/>
                  <a:pt x="9982" y="218207"/>
                </a:cubicBezTo>
                <a:cubicBezTo>
                  <a:pt x="-4159" y="267704"/>
                  <a:pt x="23808" y="508189"/>
                  <a:pt x="38246" y="533464"/>
                </a:cubicBezTo>
                <a:cubicBezTo>
                  <a:pt x="52234" y="557929"/>
                  <a:pt x="115503" y="635609"/>
                  <a:pt x="153866" y="642576"/>
                </a:cubicBezTo>
                <a:cubicBezTo>
                  <a:pt x="184218" y="648103"/>
                  <a:pt x="337661" y="674882"/>
                  <a:pt x="377105" y="660570"/>
                </a:cubicBezTo>
                <a:cubicBezTo>
                  <a:pt x="419446" y="645160"/>
                  <a:pt x="602710" y="581827"/>
                  <a:pt x="641505" y="571251"/>
                </a:cubicBezTo>
                <a:cubicBezTo>
                  <a:pt x="680391" y="560630"/>
                  <a:pt x="813698" y="602080"/>
                  <a:pt x="823059" y="611468"/>
                </a:cubicBezTo>
                <a:cubicBezTo>
                  <a:pt x="831700" y="620136"/>
                  <a:pt x="868785" y="757071"/>
                  <a:pt x="868785" y="788476"/>
                </a:cubicBezTo>
                <a:cubicBezTo>
                  <a:pt x="868785" y="802536"/>
                  <a:pt x="890928" y="823320"/>
                  <a:pt x="996332" y="842475"/>
                </a:cubicBezTo>
                <a:cubicBezTo>
                  <a:pt x="1034947" y="849496"/>
                  <a:pt x="1257817" y="974675"/>
                  <a:pt x="1301382" y="1018268"/>
                </a:cubicBezTo>
                <a:cubicBezTo>
                  <a:pt x="1302642" y="1019501"/>
                  <a:pt x="1302642" y="1021499"/>
                  <a:pt x="1301382" y="1022732"/>
                </a:cubicBezTo>
                <a:cubicBezTo>
                  <a:pt x="1300751" y="1023353"/>
                  <a:pt x="1299942" y="1023659"/>
                  <a:pt x="1299131" y="10236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8" name="Google Shape;12498;p32"/>
          <p:cNvSpPr/>
          <p:nvPr/>
        </p:nvSpPr>
        <p:spPr>
          <a:xfrm>
            <a:off x="7507632" y="-168541"/>
            <a:ext cx="1848348" cy="2371741"/>
          </a:xfrm>
          <a:custGeom>
            <a:avLst/>
            <a:gdLst/>
            <a:ahLst/>
            <a:cxnLst/>
            <a:rect l="l" t="t" r="r" b="b"/>
            <a:pathLst>
              <a:path w="1848348" h="2371741" extrusionOk="0">
                <a:moveTo>
                  <a:pt x="1119904" y="2371715"/>
                </a:moveTo>
                <a:cubicBezTo>
                  <a:pt x="1043483" y="2371715"/>
                  <a:pt x="919366" y="2356197"/>
                  <a:pt x="798373" y="2319373"/>
                </a:cubicBezTo>
                <a:cubicBezTo>
                  <a:pt x="631284" y="2268525"/>
                  <a:pt x="454365" y="2165084"/>
                  <a:pt x="436525" y="2147252"/>
                </a:cubicBezTo>
                <a:cubicBezTo>
                  <a:pt x="426785" y="2137513"/>
                  <a:pt x="418846" y="2107845"/>
                  <a:pt x="409666" y="2073488"/>
                </a:cubicBezTo>
                <a:cubicBezTo>
                  <a:pt x="401340" y="2042370"/>
                  <a:pt x="392734" y="2010191"/>
                  <a:pt x="382509" y="1993152"/>
                </a:cubicBezTo>
                <a:cubicBezTo>
                  <a:pt x="360105" y="1955824"/>
                  <a:pt x="296583" y="1864525"/>
                  <a:pt x="275890" y="1843840"/>
                </a:cubicBezTo>
                <a:cubicBezTo>
                  <a:pt x="255088" y="1823039"/>
                  <a:pt x="100276" y="1647093"/>
                  <a:pt x="92950" y="1592158"/>
                </a:cubicBezTo>
                <a:cubicBezTo>
                  <a:pt x="88197" y="1556568"/>
                  <a:pt x="126902" y="1477132"/>
                  <a:pt x="161044" y="1407040"/>
                </a:cubicBezTo>
                <a:cubicBezTo>
                  <a:pt x="179145" y="1369892"/>
                  <a:pt x="196247" y="1334788"/>
                  <a:pt x="203736" y="1312303"/>
                </a:cubicBezTo>
                <a:cubicBezTo>
                  <a:pt x="218534" y="1267927"/>
                  <a:pt x="214232" y="1204603"/>
                  <a:pt x="210433" y="1148742"/>
                </a:cubicBezTo>
                <a:cubicBezTo>
                  <a:pt x="208750" y="1123890"/>
                  <a:pt x="207148" y="1100415"/>
                  <a:pt x="207148" y="1079388"/>
                </a:cubicBezTo>
                <a:cubicBezTo>
                  <a:pt x="207148" y="1016227"/>
                  <a:pt x="142024" y="838922"/>
                  <a:pt x="122059" y="786085"/>
                </a:cubicBezTo>
                <a:lnTo>
                  <a:pt x="121673" y="785076"/>
                </a:lnTo>
                <a:cubicBezTo>
                  <a:pt x="119062" y="778164"/>
                  <a:pt x="99647" y="753302"/>
                  <a:pt x="79097" y="727001"/>
                </a:cubicBezTo>
                <a:cubicBezTo>
                  <a:pt x="43155" y="680978"/>
                  <a:pt x="2416" y="628816"/>
                  <a:pt x="121" y="610553"/>
                </a:cubicBezTo>
                <a:cubicBezTo>
                  <a:pt x="-3021" y="585448"/>
                  <a:pt x="55739" y="509883"/>
                  <a:pt x="113625" y="439278"/>
                </a:cubicBezTo>
                <a:lnTo>
                  <a:pt x="118612" y="433202"/>
                </a:lnTo>
                <a:cubicBezTo>
                  <a:pt x="151502" y="393003"/>
                  <a:pt x="305252" y="300282"/>
                  <a:pt x="355595" y="282306"/>
                </a:cubicBezTo>
                <a:cubicBezTo>
                  <a:pt x="405030" y="264646"/>
                  <a:pt x="540650" y="204032"/>
                  <a:pt x="587025" y="175498"/>
                </a:cubicBezTo>
                <a:cubicBezTo>
                  <a:pt x="609762" y="161502"/>
                  <a:pt x="652823" y="133103"/>
                  <a:pt x="694454" y="105640"/>
                </a:cubicBezTo>
                <a:cubicBezTo>
                  <a:pt x="737299" y="77386"/>
                  <a:pt x="777768" y="50688"/>
                  <a:pt x="790569" y="43370"/>
                </a:cubicBezTo>
                <a:cubicBezTo>
                  <a:pt x="817104" y="28203"/>
                  <a:pt x="1054825" y="3594"/>
                  <a:pt x="1252581" y="119"/>
                </a:cubicBezTo>
                <a:cubicBezTo>
                  <a:pt x="1453937" y="-3535"/>
                  <a:pt x="1841888" y="77899"/>
                  <a:pt x="1845849" y="78718"/>
                </a:cubicBezTo>
                <a:cubicBezTo>
                  <a:pt x="1847559" y="79078"/>
                  <a:pt x="1848639" y="80752"/>
                  <a:pt x="1848279" y="82462"/>
                </a:cubicBezTo>
                <a:cubicBezTo>
                  <a:pt x="1847919" y="84181"/>
                  <a:pt x="1846209" y="85253"/>
                  <a:pt x="1844499" y="84901"/>
                </a:cubicBezTo>
                <a:cubicBezTo>
                  <a:pt x="1840628" y="84082"/>
                  <a:pt x="1453307" y="3018"/>
                  <a:pt x="1252671" y="6438"/>
                </a:cubicBezTo>
                <a:cubicBezTo>
                  <a:pt x="1041233" y="10138"/>
                  <a:pt x="817076" y="35503"/>
                  <a:pt x="793701" y="48861"/>
                </a:cubicBezTo>
                <a:cubicBezTo>
                  <a:pt x="781072" y="56071"/>
                  <a:pt x="740693" y="82714"/>
                  <a:pt x="697928" y="110915"/>
                </a:cubicBezTo>
                <a:cubicBezTo>
                  <a:pt x="656252" y="138405"/>
                  <a:pt x="613155" y="166830"/>
                  <a:pt x="590328" y="180881"/>
                </a:cubicBezTo>
                <a:cubicBezTo>
                  <a:pt x="543675" y="209586"/>
                  <a:pt x="407379" y="270515"/>
                  <a:pt x="357710" y="288256"/>
                </a:cubicBezTo>
                <a:cubicBezTo>
                  <a:pt x="309185" y="305584"/>
                  <a:pt x="155121" y="398557"/>
                  <a:pt x="123500" y="437199"/>
                </a:cubicBezTo>
                <a:lnTo>
                  <a:pt x="118513" y="443284"/>
                </a:lnTo>
                <a:cubicBezTo>
                  <a:pt x="86964" y="481764"/>
                  <a:pt x="3163" y="583972"/>
                  <a:pt x="6394" y="609769"/>
                </a:cubicBezTo>
                <a:cubicBezTo>
                  <a:pt x="8464" y="626305"/>
                  <a:pt x="52166" y="682256"/>
                  <a:pt x="84074" y="723112"/>
                </a:cubicBezTo>
                <a:cubicBezTo>
                  <a:pt x="106740" y="752123"/>
                  <a:pt x="124634" y="775040"/>
                  <a:pt x="127586" y="782853"/>
                </a:cubicBezTo>
                <a:lnTo>
                  <a:pt x="127973" y="783861"/>
                </a:lnTo>
                <a:cubicBezTo>
                  <a:pt x="148028" y="836950"/>
                  <a:pt x="213466" y="1015165"/>
                  <a:pt x="213466" y="1079397"/>
                </a:cubicBezTo>
                <a:cubicBezTo>
                  <a:pt x="213466" y="1100208"/>
                  <a:pt x="215051" y="1123575"/>
                  <a:pt x="216734" y="1148328"/>
                </a:cubicBezTo>
                <a:cubicBezTo>
                  <a:pt x="220569" y="1204775"/>
                  <a:pt x="224916" y="1268755"/>
                  <a:pt x="209731" y="1314319"/>
                </a:cubicBezTo>
                <a:cubicBezTo>
                  <a:pt x="202107" y="1337200"/>
                  <a:pt x="184915" y="1372475"/>
                  <a:pt x="166723" y="1409830"/>
                </a:cubicBezTo>
                <a:cubicBezTo>
                  <a:pt x="132969" y="1479113"/>
                  <a:pt x="94714" y="1557639"/>
                  <a:pt x="99206" y="1591339"/>
                </a:cubicBezTo>
                <a:cubicBezTo>
                  <a:pt x="106199" y="1643798"/>
                  <a:pt x="260552" y="1819591"/>
                  <a:pt x="280354" y="1839394"/>
                </a:cubicBezTo>
                <a:cubicBezTo>
                  <a:pt x="302624" y="1861663"/>
                  <a:pt x="367783" y="1956373"/>
                  <a:pt x="387919" y="1989930"/>
                </a:cubicBezTo>
                <a:cubicBezTo>
                  <a:pt x="398603" y="2007725"/>
                  <a:pt x="407325" y="2040345"/>
                  <a:pt x="415759" y="2071885"/>
                </a:cubicBezTo>
                <a:cubicBezTo>
                  <a:pt x="423968" y="2102552"/>
                  <a:pt x="432447" y="2134273"/>
                  <a:pt x="440990" y="2142815"/>
                </a:cubicBezTo>
                <a:cubicBezTo>
                  <a:pt x="458020" y="2159845"/>
                  <a:pt x="637251" y="2263773"/>
                  <a:pt x="800199" y="2313360"/>
                </a:cubicBezTo>
                <a:cubicBezTo>
                  <a:pt x="962833" y="2362876"/>
                  <a:pt x="1142137" y="2374784"/>
                  <a:pt x="1183632" y="2358654"/>
                </a:cubicBezTo>
                <a:cubicBezTo>
                  <a:pt x="1226027" y="2342173"/>
                  <a:pt x="1378147" y="2260928"/>
                  <a:pt x="1422343" y="2235131"/>
                </a:cubicBezTo>
                <a:cubicBezTo>
                  <a:pt x="1465549" y="2209919"/>
                  <a:pt x="1688778" y="2174076"/>
                  <a:pt x="1799402" y="2195490"/>
                </a:cubicBezTo>
                <a:cubicBezTo>
                  <a:pt x="1801113" y="2195823"/>
                  <a:pt x="1802193" y="2197479"/>
                  <a:pt x="1801833" y="2199189"/>
                </a:cubicBezTo>
                <a:cubicBezTo>
                  <a:pt x="1801563" y="2200908"/>
                  <a:pt x="1799852" y="2201979"/>
                  <a:pt x="1798143" y="2201691"/>
                </a:cubicBezTo>
                <a:cubicBezTo>
                  <a:pt x="1688598" y="2180467"/>
                  <a:pt x="1468159" y="2215733"/>
                  <a:pt x="1425583" y="2240577"/>
                </a:cubicBezTo>
                <a:cubicBezTo>
                  <a:pt x="1381208" y="2266446"/>
                  <a:pt x="1228548" y="2347961"/>
                  <a:pt x="1185972" y="2364532"/>
                </a:cubicBezTo>
                <a:cubicBezTo>
                  <a:pt x="1173911" y="2369212"/>
                  <a:pt x="1150778" y="2371742"/>
                  <a:pt x="1119904" y="23717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9" name="Google Shape;12499;p32"/>
          <p:cNvSpPr/>
          <p:nvPr/>
        </p:nvSpPr>
        <p:spPr>
          <a:xfrm>
            <a:off x="7603770" y="-90437"/>
            <a:ext cx="1827125" cy="2232682"/>
          </a:xfrm>
          <a:custGeom>
            <a:avLst/>
            <a:gdLst/>
            <a:ahLst/>
            <a:cxnLst/>
            <a:rect l="l" t="t" r="r" b="b"/>
            <a:pathLst>
              <a:path w="1827125" h="2232682" extrusionOk="0">
                <a:moveTo>
                  <a:pt x="1013415" y="2232682"/>
                </a:moveTo>
                <a:cubicBezTo>
                  <a:pt x="950046" y="2232682"/>
                  <a:pt x="818638" y="2220485"/>
                  <a:pt x="748348" y="2191196"/>
                </a:cubicBezTo>
                <a:cubicBezTo>
                  <a:pt x="664601" y="2156289"/>
                  <a:pt x="430750" y="2041704"/>
                  <a:pt x="415358" y="2026303"/>
                </a:cubicBezTo>
                <a:cubicBezTo>
                  <a:pt x="399651" y="2010605"/>
                  <a:pt x="369938" y="1927416"/>
                  <a:pt x="369938" y="1899134"/>
                </a:cubicBezTo>
                <a:cubicBezTo>
                  <a:pt x="369938" y="1870853"/>
                  <a:pt x="340180" y="1804784"/>
                  <a:pt x="300710" y="1743792"/>
                </a:cubicBezTo>
                <a:cubicBezTo>
                  <a:pt x="283031" y="1716482"/>
                  <a:pt x="242931" y="1671773"/>
                  <a:pt x="204154" y="1628541"/>
                </a:cubicBezTo>
                <a:cubicBezTo>
                  <a:pt x="155764" y="1574588"/>
                  <a:pt x="110056" y="1523632"/>
                  <a:pt x="104007" y="1503010"/>
                </a:cubicBezTo>
                <a:cubicBezTo>
                  <a:pt x="95168" y="1472910"/>
                  <a:pt x="132937" y="1389127"/>
                  <a:pt x="157933" y="1333698"/>
                </a:cubicBezTo>
                <a:cubicBezTo>
                  <a:pt x="163883" y="1320502"/>
                  <a:pt x="169013" y="1309116"/>
                  <a:pt x="171930" y="1301843"/>
                </a:cubicBezTo>
                <a:cubicBezTo>
                  <a:pt x="183200" y="1273660"/>
                  <a:pt x="203254" y="1215422"/>
                  <a:pt x="210987" y="1142054"/>
                </a:cubicBezTo>
                <a:cubicBezTo>
                  <a:pt x="216099" y="1093511"/>
                  <a:pt x="202633" y="1035363"/>
                  <a:pt x="190760" y="984065"/>
                </a:cubicBezTo>
                <a:cubicBezTo>
                  <a:pt x="186188" y="964289"/>
                  <a:pt x="181859" y="945612"/>
                  <a:pt x="178888" y="928762"/>
                </a:cubicBezTo>
                <a:cubicBezTo>
                  <a:pt x="159464" y="818686"/>
                  <a:pt x="139166" y="744211"/>
                  <a:pt x="118553" y="707387"/>
                </a:cubicBezTo>
                <a:cubicBezTo>
                  <a:pt x="110290" y="692616"/>
                  <a:pt x="95906" y="670590"/>
                  <a:pt x="80685" y="647259"/>
                </a:cubicBezTo>
                <a:cubicBezTo>
                  <a:pt x="40567" y="585781"/>
                  <a:pt x="-4916" y="516103"/>
                  <a:pt x="430" y="492034"/>
                </a:cubicBezTo>
                <a:cubicBezTo>
                  <a:pt x="7983" y="458063"/>
                  <a:pt x="182948" y="308571"/>
                  <a:pt x="241005" y="272288"/>
                </a:cubicBezTo>
                <a:cubicBezTo>
                  <a:pt x="277919" y="249209"/>
                  <a:pt x="351665" y="218830"/>
                  <a:pt x="410920" y="194409"/>
                </a:cubicBezTo>
                <a:cubicBezTo>
                  <a:pt x="443883" y="180827"/>
                  <a:pt x="472353" y="169098"/>
                  <a:pt x="487566" y="161483"/>
                </a:cubicBezTo>
                <a:cubicBezTo>
                  <a:pt x="530249" y="140141"/>
                  <a:pt x="623592" y="82660"/>
                  <a:pt x="665699" y="54324"/>
                </a:cubicBezTo>
                <a:cubicBezTo>
                  <a:pt x="704494" y="28212"/>
                  <a:pt x="766224" y="12253"/>
                  <a:pt x="859945" y="4097"/>
                </a:cubicBezTo>
                <a:cubicBezTo>
                  <a:pt x="940775" y="-2941"/>
                  <a:pt x="1144922" y="470"/>
                  <a:pt x="1206670" y="4097"/>
                </a:cubicBezTo>
                <a:cubicBezTo>
                  <a:pt x="1266888" y="7644"/>
                  <a:pt x="1701555" y="103597"/>
                  <a:pt x="1720008" y="107683"/>
                </a:cubicBezTo>
                <a:cubicBezTo>
                  <a:pt x="1721717" y="108061"/>
                  <a:pt x="1722798" y="109744"/>
                  <a:pt x="1722438" y="111455"/>
                </a:cubicBezTo>
                <a:cubicBezTo>
                  <a:pt x="1721988" y="113156"/>
                  <a:pt x="1720277" y="114236"/>
                  <a:pt x="1718657" y="113858"/>
                </a:cubicBezTo>
                <a:cubicBezTo>
                  <a:pt x="1714157" y="112859"/>
                  <a:pt x="1265988" y="13927"/>
                  <a:pt x="1206310" y="10407"/>
                </a:cubicBezTo>
                <a:cubicBezTo>
                  <a:pt x="1144742" y="6780"/>
                  <a:pt x="941045" y="3386"/>
                  <a:pt x="860484" y="10407"/>
                </a:cubicBezTo>
                <a:cubicBezTo>
                  <a:pt x="767889" y="18463"/>
                  <a:pt x="707114" y="34089"/>
                  <a:pt x="669245" y="59581"/>
                </a:cubicBezTo>
                <a:cubicBezTo>
                  <a:pt x="627012" y="88016"/>
                  <a:pt x="533300" y="145704"/>
                  <a:pt x="490410" y="167145"/>
                </a:cubicBezTo>
                <a:cubicBezTo>
                  <a:pt x="474991" y="174859"/>
                  <a:pt x="446421" y="186623"/>
                  <a:pt x="413351" y="200260"/>
                </a:cubicBezTo>
                <a:cubicBezTo>
                  <a:pt x="354312" y="224590"/>
                  <a:pt x="280844" y="254861"/>
                  <a:pt x="244372" y="277652"/>
                </a:cubicBezTo>
                <a:cubicBezTo>
                  <a:pt x="184973" y="314782"/>
                  <a:pt x="13203" y="463761"/>
                  <a:pt x="6624" y="493411"/>
                </a:cubicBezTo>
                <a:cubicBezTo>
                  <a:pt x="1853" y="514879"/>
                  <a:pt x="50486" y="589399"/>
                  <a:pt x="85996" y="643811"/>
                </a:cubicBezTo>
                <a:cubicBezTo>
                  <a:pt x="101946" y="668241"/>
                  <a:pt x="115717" y="689348"/>
                  <a:pt x="124089" y="704299"/>
                </a:cubicBezTo>
                <a:cubicBezTo>
                  <a:pt x="145043" y="741744"/>
                  <a:pt x="165576" y="816895"/>
                  <a:pt x="185126" y="927664"/>
                </a:cubicBezTo>
                <a:cubicBezTo>
                  <a:pt x="188079" y="944361"/>
                  <a:pt x="192380" y="962948"/>
                  <a:pt x="196936" y="982643"/>
                </a:cubicBezTo>
                <a:cubicBezTo>
                  <a:pt x="208916" y="1034427"/>
                  <a:pt x="222498" y="1093115"/>
                  <a:pt x="217278" y="1142720"/>
                </a:cubicBezTo>
                <a:cubicBezTo>
                  <a:pt x="209474" y="1216845"/>
                  <a:pt x="189194" y="1275703"/>
                  <a:pt x="177808" y="1304183"/>
                </a:cubicBezTo>
                <a:cubicBezTo>
                  <a:pt x="174855" y="1311582"/>
                  <a:pt x="169689" y="1323032"/>
                  <a:pt x="163712" y="1336290"/>
                </a:cubicBezTo>
                <a:cubicBezTo>
                  <a:pt x="140597" y="1387561"/>
                  <a:pt x="101910" y="1473369"/>
                  <a:pt x="110083" y="1501228"/>
                </a:cubicBezTo>
                <a:cubicBezTo>
                  <a:pt x="115736" y="1520473"/>
                  <a:pt x="163082" y="1573264"/>
                  <a:pt x="208871" y="1624319"/>
                </a:cubicBezTo>
                <a:cubicBezTo>
                  <a:pt x="247820" y="1667732"/>
                  <a:pt x="288090" y="1712630"/>
                  <a:pt x="306030" y="1740362"/>
                </a:cubicBezTo>
                <a:cubicBezTo>
                  <a:pt x="346067" y="1802245"/>
                  <a:pt x="376266" y="1870510"/>
                  <a:pt x="376266" y="1899134"/>
                </a:cubicBezTo>
                <a:cubicBezTo>
                  <a:pt x="376266" y="1927758"/>
                  <a:pt x="406330" y="2008337"/>
                  <a:pt x="419832" y="2021829"/>
                </a:cubicBezTo>
                <a:cubicBezTo>
                  <a:pt x="433370" y="2035367"/>
                  <a:pt x="662252" y="2148458"/>
                  <a:pt x="750787" y="2185354"/>
                </a:cubicBezTo>
                <a:cubicBezTo>
                  <a:pt x="837081" y="2221314"/>
                  <a:pt x="1016025" y="2231332"/>
                  <a:pt x="1044289" y="2224464"/>
                </a:cubicBezTo>
                <a:cubicBezTo>
                  <a:pt x="1072373" y="2217632"/>
                  <a:pt x="1229983" y="2125055"/>
                  <a:pt x="1274449" y="2092903"/>
                </a:cubicBezTo>
                <a:cubicBezTo>
                  <a:pt x="1306223" y="2069896"/>
                  <a:pt x="1384083" y="2015097"/>
                  <a:pt x="1419638" y="2003224"/>
                </a:cubicBezTo>
                <a:cubicBezTo>
                  <a:pt x="1451862" y="1992503"/>
                  <a:pt x="1808669" y="1975239"/>
                  <a:pt x="1823881" y="1974519"/>
                </a:cubicBezTo>
                <a:cubicBezTo>
                  <a:pt x="1825861" y="1974393"/>
                  <a:pt x="1827122" y="1975770"/>
                  <a:pt x="1827122" y="1977517"/>
                </a:cubicBezTo>
                <a:cubicBezTo>
                  <a:pt x="1827211" y="1979263"/>
                  <a:pt x="1825861" y="1980748"/>
                  <a:pt x="1824151" y="1980820"/>
                </a:cubicBezTo>
                <a:cubicBezTo>
                  <a:pt x="1820460" y="1981000"/>
                  <a:pt x="1453032" y="1998768"/>
                  <a:pt x="1421618" y="2009219"/>
                </a:cubicBezTo>
                <a:cubicBezTo>
                  <a:pt x="1386873" y="2020812"/>
                  <a:pt x="1309734" y="2075188"/>
                  <a:pt x="1278139" y="2098024"/>
                </a:cubicBezTo>
                <a:cubicBezTo>
                  <a:pt x="1232233" y="2131257"/>
                  <a:pt x="1075163" y="2223456"/>
                  <a:pt x="1045729" y="2230612"/>
                </a:cubicBezTo>
                <a:cubicBezTo>
                  <a:pt x="1040149" y="2231962"/>
                  <a:pt x="1028807" y="2232682"/>
                  <a:pt x="1013415" y="2232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0" name="Google Shape;12500;p32"/>
          <p:cNvSpPr/>
          <p:nvPr/>
        </p:nvSpPr>
        <p:spPr>
          <a:xfrm>
            <a:off x="7928945" y="57212"/>
            <a:ext cx="1405601" cy="1172816"/>
          </a:xfrm>
          <a:custGeom>
            <a:avLst/>
            <a:gdLst/>
            <a:ahLst/>
            <a:cxnLst/>
            <a:rect l="l" t="t" r="r" b="b"/>
            <a:pathLst>
              <a:path w="1405601" h="1172816" extrusionOk="0">
                <a:moveTo>
                  <a:pt x="1323903" y="1172808"/>
                </a:moveTo>
                <a:cubicBezTo>
                  <a:pt x="1323273" y="1172808"/>
                  <a:pt x="1322553" y="1172583"/>
                  <a:pt x="1321923" y="1172115"/>
                </a:cubicBezTo>
                <a:cubicBezTo>
                  <a:pt x="1319582" y="1170198"/>
                  <a:pt x="1083031" y="980246"/>
                  <a:pt x="1025424" y="969543"/>
                </a:cubicBezTo>
                <a:cubicBezTo>
                  <a:pt x="995089" y="963908"/>
                  <a:pt x="895267" y="944016"/>
                  <a:pt x="885635" y="924762"/>
                </a:cubicBezTo>
                <a:cubicBezTo>
                  <a:pt x="882575" y="918705"/>
                  <a:pt x="882215" y="893888"/>
                  <a:pt x="881765" y="850530"/>
                </a:cubicBezTo>
                <a:cubicBezTo>
                  <a:pt x="881315" y="802877"/>
                  <a:pt x="880685" y="730868"/>
                  <a:pt x="871864" y="722119"/>
                </a:cubicBezTo>
                <a:cubicBezTo>
                  <a:pt x="857012" y="707240"/>
                  <a:pt x="748098" y="687266"/>
                  <a:pt x="720553" y="694386"/>
                </a:cubicBezTo>
                <a:cubicBezTo>
                  <a:pt x="711102" y="696825"/>
                  <a:pt x="678698" y="708608"/>
                  <a:pt x="641164" y="722263"/>
                </a:cubicBezTo>
                <a:cubicBezTo>
                  <a:pt x="565824" y="749644"/>
                  <a:pt x="472130" y="783732"/>
                  <a:pt x="452931" y="783732"/>
                </a:cubicBezTo>
                <a:cubicBezTo>
                  <a:pt x="449465" y="783732"/>
                  <a:pt x="443299" y="783840"/>
                  <a:pt x="435099" y="783975"/>
                </a:cubicBezTo>
                <a:cubicBezTo>
                  <a:pt x="330055" y="785775"/>
                  <a:pt x="206838" y="785244"/>
                  <a:pt x="186541" y="764955"/>
                </a:cubicBezTo>
                <a:cubicBezTo>
                  <a:pt x="181734" y="760149"/>
                  <a:pt x="173867" y="752552"/>
                  <a:pt x="164218" y="743226"/>
                </a:cubicBezTo>
                <a:cubicBezTo>
                  <a:pt x="122002" y="702442"/>
                  <a:pt x="51361" y="634177"/>
                  <a:pt x="39596" y="610639"/>
                </a:cubicBezTo>
                <a:cubicBezTo>
                  <a:pt x="24798" y="581034"/>
                  <a:pt x="0" y="452749"/>
                  <a:pt x="0" y="405754"/>
                </a:cubicBezTo>
                <a:cubicBezTo>
                  <a:pt x="0" y="358759"/>
                  <a:pt x="35716" y="254498"/>
                  <a:pt x="54466" y="235749"/>
                </a:cubicBezTo>
                <a:cubicBezTo>
                  <a:pt x="65574" y="224641"/>
                  <a:pt x="114423" y="196450"/>
                  <a:pt x="161652" y="169194"/>
                </a:cubicBezTo>
                <a:cubicBezTo>
                  <a:pt x="190645" y="152461"/>
                  <a:pt x="218026" y="136655"/>
                  <a:pt x="230377" y="128284"/>
                </a:cubicBezTo>
                <a:cubicBezTo>
                  <a:pt x="239926" y="121812"/>
                  <a:pt x="257632" y="110470"/>
                  <a:pt x="278128" y="97338"/>
                </a:cubicBezTo>
                <a:cubicBezTo>
                  <a:pt x="324700" y="67508"/>
                  <a:pt x="388473" y="26669"/>
                  <a:pt x="400706" y="14428"/>
                </a:cubicBezTo>
                <a:cubicBezTo>
                  <a:pt x="420463" y="-5357"/>
                  <a:pt x="623971" y="62"/>
                  <a:pt x="646024" y="2816"/>
                </a:cubicBezTo>
                <a:cubicBezTo>
                  <a:pt x="657005" y="4184"/>
                  <a:pt x="691840" y="6120"/>
                  <a:pt x="732255" y="8352"/>
                </a:cubicBezTo>
                <a:cubicBezTo>
                  <a:pt x="796074" y="11889"/>
                  <a:pt x="875464" y="16282"/>
                  <a:pt x="899677" y="20693"/>
                </a:cubicBezTo>
                <a:cubicBezTo>
                  <a:pt x="938653" y="27786"/>
                  <a:pt x="1384391" y="164883"/>
                  <a:pt x="1403384" y="170715"/>
                </a:cubicBezTo>
                <a:cubicBezTo>
                  <a:pt x="1405004" y="171228"/>
                  <a:pt x="1405993" y="172993"/>
                  <a:pt x="1405454" y="174667"/>
                </a:cubicBezTo>
                <a:cubicBezTo>
                  <a:pt x="1404914" y="176323"/>
                  <a:pt x="1403203" y="177277"/>
                  <a:pt x="1401493" y="176755"/>
                </a:cubicBezTo>
                <a:cubicBezTo>
                  <a:pt x="1396903" y="175333"/>
                  <a:pt x="937212" y="33942"/>
                  <a:pt x="898507" y="26921"/>
                </a:cubicBezTo>
                <a:cubicBezTo>
                  <a:pt x="874744" y="22583"/>
                  <a:pt x="795534" y="18199"/>
                  <a:pt x="731895" y="14671"/>
                </a:cubicBezTo>
                <a:cubicBezTo>
                  <a:pt x="691390" y="12430"/>
                  <a:pt x="656466" y="10503"/>
                  <a:pt x="645304" y="9099"/>
                </a:cubicBezTo>
                <a:cubicBezTo>
                  <a:pt x="616320" y="5472"/>
                  <a:pt x="421346" y="2726"/>
                  <a:pt x="405180" y="18901"/>
                </a:cubicBezTo>
                <a:cubicBezTo>
                  <a:pt x="392470" y="31620"/>
                  <a:pt x="330955" y="71009"/>
                  <a:pt x="281539" y="102657"/>
                </a:cubicBezTo>
                <a:cubicBezTo>
                  <a:pt x="261079" y="115763"/>
                  <a:pt x="243401" y="127087"/>
                  <a:pt x="233923" y="133513"/>
                </a:cubicBezTo>
                <a:cubicBezTo>
                  <a:pt x="221393" y="142011"/>
                  <a:pt x="193903" y="157871"/>
                  <a:pt x="164821" y="174667"/>
                </a:cubicBezTo>
                <a:cubicBezTo>
                  <a:pt x="120121" y="200464"/>
                  <a:pt x="69462" y="229700"/>
                  <a:pt x="58940" y="240223"/>
                </a:cubicBezTo>
                <a:cubicBezTo>
                  <a:pt x="41280" y="257883"/>
                  <a:pt x="6319" y="361468"/>
                  <a:pt x="6319" y="405763"/>
                </a:cubicBezTo>
                <a:cubicBezTo>
                  <a:pt x="6319" y="450058"/>
                  <a:pt x="31063" y="579441"/>
                  <a:pt x="45249" y="607822"/>
                </a:cubicBezTo>
                <a:cubicBezTo>
                  <a:pt x="56537" y="630388"/>
                  <a:pt x="129446" y="700840"/>
                  <a:pt x="168610" y="738690"/>
                </a:cubicBezTo>
                <a:cubicBezTo>
                  <a:pt x="178295" y="748042"/>
                  <a:pt x="186180" y="755666"/>
                  <a:pt x="191005" y="760491"/>
                </a:cubicBezTo>
                <a:cubicBezTo>
                  <a:pt x="211996" y="781481"/>
                  <a:pt x="379841" y="778619"/>
                  <a:pt x="434991" y="777656"/>
                </a:cubicBezTo>
                <a:cubicBezTo>
                  <a:pt x="443236" y="777512"/>
                  <a:pt x="449438" y="777413"/>
                  <a:pt x="452921" y="777413"/>
                </a:cubicBezTo>
                <a:cubicBezTo>
                  <a:pt x="471014" y="777413"/>
                  <a:pt x="568074" y="742110"/>
                  <a:pt x="639003" y="716322"/>
                </a:cubicBezTo>
                <a:cubicBezTo>
                  <a:pt x="678248" y="702055"/>
                  <a:pt x="709212" y="690786"/>
                  <a:pt x="719024" y="688265"/>
                </a:cubicBezTo>
                <a:cubicBezTo>
                  <a:pt x="745847" y="681361"/>
                  <a:pt x="858902" y="700147"/>
                  <a:pt x="876364" y="717654"/>
                </a:cubicBezTo>
                <a:cubicBezTo>
                  <a:pt x="886175" y="727466"/>
                  <a:pt x="887436" y="778889"/>
                  <a:pt x="888066" y="850476"/>
                </a:cubicBezTo>
                <a:cubicBezTo>
                  <a:pt x="888425" y="883132"/>
                  <a:pt x="888696" y="916895"/>
                  <a:pt x="891216" y="921936"/>
                </a:cubicBezTo>
                <a:cubicBezTo>
                  <a:pt x="896526" y="932503"/>
                  <a:pt x="952154" y="949525"/>
                  <a:pt x="1026594" y="963332"/>
                </a:cubicBezTo>
                <a:cubicBezTo>
                  <a:pt x="1085732" y="974314"/>
                  <a:pt x="1316162" y="1159324"/>
                  <a:pt x="1325883" y="1167191"/>
                </a:cubicBezTo>
                <a:cubicBezTo>
                  <a:pt x="1327233" y="1168280"/>
                  <a:pt x="1327504" y="1170279"/>
                  <a:pt x="1326333" y="1171638"/>
                </a:cubicBezTo>
                <a:cubicBezTo>
                  <a:pt x="1325793" y="1172412"/>
                  <a:pt x="1324803" y="1172817"/>
                  <a:pt x="1323903" y="11728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1" name="Google Shape;12501;p32"/>
          <p:cNvSpPr/>
          <p:nvPr/>
        </p:nvSpPr>
        <p:spPr>
          <a:xfrm>
            <a:off x="7717939" y="-25681"/>
            <a:ext cx="1688018" cy="2082396"/>
          </a:xfrm>
          <a:custGeom>
            <a:avLst/>
            <a:gdLst/>
            <a:ahLst/>
            <a:cxnLst/>
            <a:rect l="l" t="t" r="r" b="b"/>
            <a:pathLst>
              <a:path w="1688018" h="2082396" extrusionOk="0">
                <a:moveTo>
                  <a:pt x="883313" y="2082396"/>
                </a:moveTo>
                <a:cubicBezTo>
                  <a:pt x="817694" y="2082396"/>
                  <a:pt x="624034" y="2029118"/>
                  <a:pt x="594311" y="2008308"/>
                </a:cubicBezTo>
                <a:cubicBezTo>
                  <a:pt x="577317" y="1996408"/>
                  <a:pt x="526560" y="1972582"/>
                  <a:pt x="477476" y="1949539"/>
                </a:cubicBezTo>
                <a:cubicBezTo>
                  <a:pt x="422974" y="1923949"/>
                  <a:pt x="371496" y="1899789"/>
                  <a:pt x="361866" y="1890158"/>
                </a:cubicBezTo>
                <a:cubicBezTo>
                  <a:pt x="342711" y="1871004"/>
                  <a:pt x="314537" y="1763080"/>
                  <a:pt x="314537" y="1738002"/>
                </a:cubicBezTo>
                <a:cubicBezTo>
                  <a:pt x="314537" y="1710747"/>
                  <a:pt x="296174" y="1610293"/>
                  <a:pt x="269054" y="1583173"/>
                </a:cubicBezTo>
                <a:cubicBezTo>
                  <a:pt x="258163" y="1572291"/>
                  <a:pt x="231411" y="1548752"/>
                  <a:pt x="203076" y="1523828"/>
                </a:cubicBezTo>
                <a:cubicBezTo>
                  <a:pt x="156062" y="1482477"/>
                  <a:pt x="102775" y="1435598"/>
                  <a:pt x="93747" y="1422061"/>
                </a:cubicBezTo>
                <a:cubicBezTo>
                  <a:pt x="77932" y="1398343"/>
                  <a:pt x="120301" y="1301148"/>
                  <a:pt x="136386" y="1268969"/>
                </a:cubicBezTo>
                <a:cubicBezTo>
                  <a:pt x="153740" y="1234269"/>
                  <a:pt x="200303" y="1038097"/>
                  <a:pt x="200303" y="988384"/>
                </a:cubicBezTo>
                <a:cubicBezTo>
                  <a:pt x="200303" y="938670"/>
                  <a:pt x="111479" y="683055"/>
                  <a:pt x="93432" y="636132"/>
                </a:cubicBezTo>
                <a:cubicBezTo>
                  <a:pt x="86744" y="618750"/>
                  <a:pt x="70812" y="591009"/>
                  <a:pt x="53935" y="561647"/>
                </a:cubicBezTo>
                <a:cubicBezTo>
                  <a:pt x="25338" y="511879"/>
                  <a:pt x="-4240" y="460419"/>
                  <a:pt x="504" y="441463"/>
                </a:cubicBezTo>
                <a:cubicBezTo>
                  <a:pt x="8398" y="409905"/>
                  <a:pt x="129113" y="314276"/>
                  <a:pt x="166018" y="289676"/>
                </a:cubicBezTo>
                <a:cubicBezTo>
                  <a:pt x="208665" y="261241"/>
                  <a:pt x="305419" y="203886"/>
                  <a:pt x="337571" y="186018"/>
                </a:cubicBezTo>
                <a:cubicBezTo>
                  <a:pt x="368490" y="168844"/>
                  <a:pt x="553275" y="62954"/>
                  <a:pt x="572466" y="43764"/>
                </a:cubicBezTo>
                <a:cubicBezTo>
                  <a:pt x="593799" y="22431"/>
                  <a:pt x="716160" y="0"/>
                  <a:pt x="760266" y="0"/>
                </a:cubicBezTo>
                <a:cubicBezTo>
                  <a:pt x="808333" y="0"/>
                  <a:pt x="964773" y="3646"/>
                  <a:pt x="1049745" y="10720"/>
                </a:cubicBezTo>
                <a:cubicBezTo>
                  <a:pt x="1134626" y="17795"/>
                  <a:pt x="1612858" y="123946"/>
                  <a:pt x="1617719" y="125017"/>
                </a:cubicBezTo>
                <a:cubicBezTo>
                  <a:pt x="1619429" y="125405"/>
                  <a:pt x="1620509" y="127088"/>
                  <a:pt x="1620059" y="128789"/>
                </a:cubicBezTo>
                <a:cubicBezTo>
                  <a:pt x="1619699" y="130490"/>
                  <a:pt x="1618079" y="131570"/>
                  <a:pt x="1616369" y="131192"/>
                </a:cubicBezTo>
                <a:cubicBezTo>
                  <a:pt x="1611508" y="130121"/>
                  <a:pt x="1133635" y="24060"/>
                  <a:pt x="1049204" y="17021"/>
                </a:cubicBezTo>
                <a:cubicBezTo>
                  <a:pt x="964413" y="9964"/>
                  <a:pt x="808333" y="6328"/>
                  <a:pt x="760266" y="6328"/>
                </a:cubicBezTo>
                <a:cubicBezTo>
                  <a:pt x="712335" y="6328"/>
                  <a:pt x="595788" y="29380"/>
                  <a:pt x="576930" y="48237"/>
                </a:cubicBezTo>
                <a:cubicBezTo>
                  <a:pt x="556075" y="69093"/>
                  <a:pt x="361001" y="180240"/>
                  <a:pt x="340641" y="191554"/>
                </a:cubicBezTo>
                <a:cubicBezTo>
                  <a:pt x="308551" y="209376"/>
                  <a:pt x="212049" y="266588"/>
                  <a:pt x="169519" y="294933"/>
                </a:cubicBezTo>
                <a:cubicBezTo>
                  <a:pt x="125719" y="324133"/>
                  <a:pt x="13348" y="416125"/>
                  <a:pt x="6634" y="442993"/>
                </a:cubicBezTo>
                <a:cubicBezTo>
                  <a:pt x="2511" y="459474"/>
                  <a:pt x="34060" y="514382"/>
                  <a:pt x="59407" y="558496"/>
                </a:cubicBezTo>
                <a:cubicBezTo>
                  <a:pt x="76401" y="588074"/>
                  <a:pt x="92459" y="616014"/>
                  <a:pt x="99327" y="633854"/>
                </a:cubicBezTo>
                <a:cubicBezTo>
                  <a:pt x="117447" y="680966"/>
                  <a:pt x="206622" y="938184"/>
                  <a:pt x="206622" y="988375"/>
                </a:cubicBezTo>
                <a:cubicBezTo>
                  <a:pt x="206622" y="1038565"/>
                  <a:pt x="160284" y="1235304"/>
                  <a:pt x="142038" y="1271786"/>
                </a:cubicBezTo>
                <a:cubicBezTo>
                  <a:pt x="120985" y="1313894"/>
                  <a:pt x="86753" y="1400161"/>
                  <a:pt x="99004" y="1418550"/>
                </a:cubicBezTo>
                <a:cubicBezTo>
                  <a:pt x="107572" y="1431395"/>
                  <a:pt x="162840" y="1480019"/>
                  <a:pt x="207252" y="1519075"/>
                </a:cubicBezTo>
                <a:cubicBezTo>
                  <a:pt x="236892" y="1545152"/>
                  <a:pt x="262483" y="1567664"/>
                  <a:pt x="273519" y="1578699"/>
                </a:cubicBezTo>
                <a:cubicBezTo>
                  <a:pt x="303619" y="1608808"/>
                  <a:pt x="320856" y="1714032"/>
                  <a:pt x="320856" y="1738002"/>
                </a:cubicBezTo>
                <a:cubicBezTo>
                  <a:pt x="320856" y="1761972"/>
                  <a:pt x="349056" y="1868411"/>
                  <a:pt x="366330" y="1885685"/>
                </a:cubicBezTo>
                <a:cubicBezTo>
                  <a:pt x="375169" y="1894524"/>
                  <a:pt x="428545" y="1919583"/>
                  <a:pt x="480159" y="1943814"/>
                </a:cubicBezTo>
                <a:cubicBezTo>
                  <a:pt x="529477" y="1966974"/>
                  <a:pt x="580486" y="1990917"/>
                  <a:pt x="597930" y="2003132"/>
                </a:cubicBezTo>
                <a:cubicBezTo>
                  <a:pt x="633133" y="2027768"/>
                  <a:pt x="867921" y="2087734"/>
                  <a:pt x="898254" y="2074223"/>
                </a:cubicBezTo>
                <a:cubicBezTo>
                  <a:pt x="902395" y="2072369"/>
                  <a:pt x="907526" y="2070218"/>
                  <a:pt x="913197" y="2067797"/>
                </a:cubicBezTo>
                <a:cubicBezTo>
                  <a:pt x="950011" y="2052179"/>
                  <a:pt x="1018420" y="2023106"/>
                  <a:pt x="1039663" y="1989747"/>
                </a:cubicBezTo>
                <a:cubicBezTo>
                  <a:pt x="1064956" y="1949935"/>
                  <a:pt x="1263162" y="1838293"/>
                  <a:pt x="1294486" y="1824359"/>
                </a:cubicBezTo>
                <a:cubicBezTo>
                  <a:pt x="1326891" y="1809967"/>
                  <a:pt x="1670286" y="1813216"/>
                  <a:pt x="1684868" y="1813378"/>
                </a:cubicBezTo>
                <a:cubicBezTo>
                  <a:pt x="1686668" y="1813396"/>
                  <a:pt x="1688018" y="1814818"/>
                  <a:pt x="1688018" y="1816564"/>
                </a:cubicBezTo>
                <a:cubicBezTo>
                  <a:pt x="1688018" y="1818302"/>
                  <a:pt x="1686578" y="1819697"/>
                  <a:pt x="1684868" y="1819697"/>
                </a:cubicBezTo>
                <a:lnTo>
                  <a:pt x="1684868" y="1819697"/>
                </a:lnTo>
                <a:cubicBezTo>
                  <a:pt x="1561641" y="1818491"/>
                  <a:pt x="1321940" y="1819058"/>
                  <a:pt x="1297097" y="1830129"/>
                </a:cubicBezTo>
                <a:cubicBezTo>
                  <a:pt x="1265953" y="1843946"/>
                  <a:pt x="1069817" y="1954201"/>
                  <a:pt x="1044973" y="1993141"/>
                </a:cubicBezTo>
                <a:cubicBezTo>
                  <a:pt x="1022741" y="2028155"/>
                  <a:pt x="955682" y="2056617"/>
                  <a:pt x="915717" y="2073611"/>
                </a:cubicBezTo>
                <a:cubicBezTo>
                  <a:pt x="910046" y="2076024"/>
                  <a:pt x="905005" y="2078166"/>
                  <a:pt x="900865" y="2080002"/>
                </a:cubicBezTo>
                <a:cubicBezTo>
                  <a:pt x="897084" y="2081640"/>
                  <a:pt x="891144" y="2082396"/>
                  <a:pt x="883313" y="20823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2" name="Google Shape;12502;p32"/>
          <p:cNvSpPr/>
          <p:nvPr/>
        </p:nvSpPr>
        <p:spPr>
          <a:xfrm>
            <a:off x="7920184" y="1017168"/>
            <a:ext cx="1054886" cy="956898"/>
          </a:xfrm>
          <a:custGeom>
            <a:avLst/>
            <a:gdLst/>
            <a:ahLst/>
            <a:cxnLst/>
            <a:rect l="l" t="t" r="r" b="b"/>
            <a:pathLst>
              <a:path w="1054886" h="956898" extrusionOk="0">
                <a:moveTo>
                  <a:pt x="665677" y="956899"/>
                </a:moveTo>
                <a:cubicBezTo>
                  <a:pt x="633992" y="956899"/>
                  <a:pt x="531738" y="911127"/>
                  <a:pt x="372535" y="834888"/>
                </a:cubicBezTo>
                <a:cubicBezTo>
                  <a:pt x="331903" y="815427"/>
                  <a:pt x="299815" y="800062"/>
                  <a:pt x="293054" y="798127"/>
                </a:cubicBezTo>
                <a:cubicBezTo>
                  <a:pt x="266870" y="790656"/>
                  <a:pt x="191098" y="678609"/>
                  <a:pt x="184113" y="660589"/>
                </a:cubicBezTo>
                <a:cubicBezTo>
                  <a:pt x="181431" y="653685"/>
                  <a:pt x="180278" y="633756"/>
                  <a:pt x="178802" y="608517"/>
                </a:cubicBezTo>
                <a:cubicBezTo>
                  <a:pt x="176399" y="567345"/>
                  <a:pt x="173105" y="510962"/>
                  <a:pt x="161403" y="499261"/>
                </a:cubicBezTo>
                <a:cubicBezTo>
                  <a:pt x="156219" y="494076"/>
                  <a:pt x="147766" y="484211"/>
                  <a:pt x="137073" y="471708"/>
                </a:cubicBezTo>
                <a:cubicBezTo>
                  <a:pt x="107360" y="436990"/>
                  <a:pt x="62445" y="384523"/>
                  <a:pt x="39482" y="376872"/>
                </a:cubicBezTo>
                <a:cubicBezTo>
                  <a:pt x="4377" y="365170"/>
                  <a:pt x="-5497" y="280676"/>
                  <a:pt x="2721" y="241161"/>
                </a:cubicBezTo>
                <a:cubicBezTo>
                  <a:pt x="10894" y="201834"/>
                  <a:pt x="122266" y="12873"/>
                  <a:pt x="127001" y="4853"/>
                </a:cubicBezTo>
                <a:cubicBezTo>
                  <a:pt x="127288" y="4358"/>
                  <a:pt x="127703" y="3962"/>
                  <a:pt x="128207" y="3682"/>
                </a:cubicBezTo>
                <a:cubicBezTo>
                  <a:pt x="146551" y="-6354"/>
                  <a:pt x="165993" y="6032"/>
                  <a:pt x="184806" y="18021"/>
                </a:cubicBezTo>
                <a:cubicBezTo>
                  <a:pt x="200919" y="28292"/>
                  <a:pt x="216166" y="37986"/>
                  <a:pt x="228255" y="31937"/>
                </a:cubicBezTo>
                <a:cubicBezTo>
                  <a:pt x="258085" y="17031"/>
                  <a:pt x="330553" y="20524"/>
                  <a:pt x="365766" y="55727"/>
                </a:cubicBezTo>
                <a:cubicBezTo>
                  <a:pt x="400979" y="90931"/>
                  <a:pt x="436101" y="126062"/>
                  <a:pt x="444059" y="177054"/>
                </a:cubicBezTo>
                <a:cubicBezTo>
                  <a:pt x="448874" y="207937"/>
                  <a:pt x="554062" y="263808"/>
                  <a:pt x="630842" y="304601"/>
                </a:cubicBezTo>
                <a:cubicBezTo>
                  <a:pt x="675398" y="328256"/>
                  <a:pt x="710592" y="346943"/>
                  <a:pt x="720943" y="357276"/>
                </a:cubicBezTo>
                <a:cubicBezTo>
                  <a:pt x="749117" y="385476"/>
                  <a:pt x="867213" y="428223"/>
                  <a:pt x="930041" y="442175"/>
                </a:cubicBezTo>
                <a:cubicBezTo>
                  <a:pt x="996830" y="457009"/>
                  <a:pt x="1043366" y="520449"/>
                  <a:pt x="1053717" y="558650"/>
                </a:cubicBezTo>
                <a:cubicBezTo>
                  <a:pt x="1060558" y="583602"/>
                  <a:pt x="1036165" y="617491"/>
                  <a:pt x="1012582" y="650255"/>
                </a:cubicBezTo>
                <a:cubicBezTo>
                  <a:pt x="997280" y="671444"/>
                  <a:pt x="982878" y="691445"/>
                  <a:pt x="978738" y="706675"/>
                </a:cubicBezTo>
                <a:cubicBezTo>
                  <a:pt x="972526" y="729538"/>
                  <a:pt x="937242" y="757387"/>
                  <a:pt x="903128" y="784319"/>
                </a:cubicBezTo>
                <a:cubicBezTo>
                  <a:pt x="876934" y="804923"/>
                  <a:pt x="850021" y="826219"/>
                  <a:pt x="839219" y="843178"/>
                </a:cubicBezTo>
                <a:cubicBezTo>
                  <a:pt x="823287" y="868201"/>
                  <a:pt x="771350" y="897086"/>
                  <a:pt x="729585" y="920291"/>
                </a:cubicBezTo>
                <a:cubicBezTo>
                  <a:pt x="704291" y="934378"/>
                  <a:pt x="682419" y="946547"/>
                  <a:pt x="674587" y="954378"/>
                </a:cubicBezTo>
                <a:cubicBezTo>
                  <a:pt x="672878" y="956053"/>
                  <a:pt x="669907" y="956881"/>
                  <a:pt x="665677" y="956881"/>
                </a:cubicBezTo>
                <a:close/>
                <a:moveTo>
                  <a:pt x="131987" y="8849"/>
                </a:moveTo>
                <a:cubicBezTo>
                  <a:pt x="124039" y="22360"/>
                  <a:pt x="16619" y="205381"/>
                  <a:pt x="8905" y="242457"/>
                </a:cubicBezTo>
                <a:cubicBezTo>
                  <a:pt x="1182" y="279614"/>
                  <a:pt x="11138" y="360777"/>
                  <a:pt x="41481" y="370886"/>
                </a:cubicBezTo>
                <a:cubicBezTo>
                  <a:pt x="66099" y="379104"/>
                  <a:pt x="111699" y="432364"/>
                  <a:pt x="141870" y="467612"/>
                </a:cubicBezTo>
                <a:cubicBezTo>
                  <a:pt x="152060" y="479521"/>
                  <a:pt x="160854" y="489791"/>
                  <a:pt x="165868" y="494805"/>
                </a:cubicBezTo>
                <a:cubicBezTo>
                  <a:pt x="179270" y="508208"/>
                  <a:pt x="182502" y="563628"/>
                  <a:pt x="185103" y="608157"/>
                </a:cubicBezTo>
                <a:cubicBezTo>
                  <a:pt x="186426" y="630876"/>
                  <a:pt x="187687" y="652335"/>
                  <a:pt x="190000" y="658311"/>
                </a:cubicBezTo>
                <a:cubicBezTo>
                  <a:pt x="196607" y="675324"/>
                  <a:pt x="271614" y="785435"/>
                  <a:pt x="294792" y="792060"/>
                </a:cubicBezTo>
                <a:cubicBezTo>
                  <a:pt x="302065" y="794130"/>
                  <a:pt x="332767" y="808838"/>
                  <a:pt x="375262" y="829190"/>
                </a:cubicBezTo>
                <a:cubicBezTo>
                  <a:pt x="466462" y="872872"/>
                  <a:pt x="656225" y="963784"/>
                  <a:pt x="670087" y="949932"/>
                </a:cubicBezTo>
                <a:cubicBezTo>
                  <a:pt x="678548" y="941480"/>
                  <a:pt x="700781" y="929112"/>
                  <a:pt x="726524" y="914791"/>
                </a:cubicBezTo>
                <a:cubicBezTo>
                  <a:pt x="767660" y="891928"/>
                  <a:pt x="818786" y="863484"/>
                  <a:pt x="833819" y="839811"/>
                </a:cubicBezTo>
                <a:cubicBezTo>
                  <a:pt x="845160" y="821953"/>
                  <a:pt x="871443" y="801268"/>
                  <a:pt x="899167" y="779377"/>
                </a:cubicBezTo>
                <a:cubicBezTo>
                  <a:pt x="932471" y="753076"/>
                  <a:pt x="966946" y="725874"/>
                  <a:pt x="972707" y="705027"/>
                </a:cubicBezTo>
                <a:cubicBezTo>
                  <a:pt x="977118" y="688708"/>
                  <a:pt x="991879" y="668249"/>
                  <a:pt x="1007451" y="646583"/>
                </a:cubicBezTo>
                <a:cubicBezTo>
                  <a:pt x="1029054" y="616492"/>
                  <a:pt x="1053628" y="582386"/>
                  <a:pt x="1047597" y="560342"/>
                </a:cubicBezTo>
                <a:cubicBezTo>
                  <a:pt x="1037605" y="523627"/>
                  <a:pt x="992870" y="462644"/>
                  <a:pt x="928601" y="448368"/>
                </a:cubicBezTo>
                <a:cubicBezTo>
                  <a:pt x="863612" y="433921"/>
                  <a:pt x="745877" y="391192"/>
                  <a:pt x="716443" y="361768"/>
                </a:cubicBezTo>
                <a:cubicBezTo>
                  <a:pt x="706811" y="352100"/>
                  <a:pt x="670267" y="332685"/>
                  <a:pt x="627872" y="310200"/>
                </a:cubicBezTo>
                <a:cubicBezTo>
                  <a:pt x="545601" y="266472"/>
                  <a:pt x="443104" y="212060"/>
                  <a:pt x="437794" y="178044"/>
                </a:cubicBezTo>
                <a:cubicBezTo>
                  <a:pt x="430160" y="129087"/>
                  <a:pt x="395145" y="94072"/>
                  <a:pt x="361284" y="60210"/>
                </a:cubicBezTo>
                <a:cubicBezTo>
                  <a:pt x="328996" y="27932"/>
                  <a:pt x="259381" y="23431"/>
                  <a:pt x="231073" y="37608"/>
                </a:cubicBezTo>
                <a:cubicBezTo>
                  <a:pt x="215761" y="45241"/>
                  <a:pt x="198290" y="34134"/>
                  <a:pt x="181403" y="23368"/>
                </a:cubicBezTo>
                <a:cubicBezTo>
                  <a:pt x="164428" y="12558"/>
                  <a:pt x="146884" y="1369"/>
                  <a:pt x="131979" y="884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3" name="Google Shape;12503;p32"/>
          <p:cNvSpPr/>
          <p:nvPr/>
        </p:nvSpPr>
        <p:spPr>
          <a:xfrm>
            <a:off x="8033045" y="1164590"/>
            <a:ext cx="456328" cy="465199"/>
          </a:xfrm>
          <a:custGeom>
            <a:avLst/>
            <a:gdLst/>
            <a:ahLst/>
            <a:cxnLst/>
            <a:rect l="l" t="t" r="r" b="b"/>
            <a:pathLst>
              <a:path w="456328" h="465199" extrusionOk="0">
                <a:moveTo>
                  <a:pt x="264760" y="465200"/>
                </a:moveTo>
                <a:cubicBezTo>
                  <a:pt x="260412" y="465200"/>
                  <a:pt x="256227" y="465020"/>
                  <a:pt x="252275" y="464660"/>
                </a:cubicBezTo>
                <a:cubicBezTo>
                  <a:pt x="215397" y="461311"/>
                  <a:pt x="171453" y="425154"/>
                  <a:pt x="156170" y="400715"/>
                </a:cubicBezTo>
                <a:cubicBezTo>
                  <a:pt x="148680" y="388735"/>
                  <a:pt x="145377" y="366961"/>
                  <a:pt x="141876" y="343909"/>
                </a:cubicBezTo>
                <a:cubicBezTo>
                  <a:pt x="137870" y="317535"/>
                  <a:pt x="133334" y="287633"/>
                  <a:pt x="121821" y="269550"/>
                </a:cubicBezTo>
                <a:cubicBezTo>
                  <a:pt x="107320" y="246759"/>
                  <a:pt x="70694" y="215912"/>
                  <a:pt x="41269" y="191123"/>
                </a:cubicBezTo>
                <a:cubicBezTo>
                  <a:pt x="26840" y="178962"/>
                  <a:pt x="14383" y="168467"/>
                  <a:pt x="6669" y="160762"/>
                </a:cubicBezTo>
                <a:cubicBezTo>
                  <a:pt x="-7571" y="146522"/>
                  <a:pt x="3653" y="111597"/>
                  <a:pt x="15580" y="84810"/>
                </a:cubicBezTo>
                <a:cubicBezTo>
                  <a:pt x="29658" y="53198"/>
                  <a:pt x="49100" y="23278"/>
                  <a:pt x="59776" y="12602"/>
                </a:cubicBezTo>
                <a:lnTo>
                  <a:pt x="59776" y="12602"/>
                </a:lnTo>
                <a:cubicBezTo>
                  <a:pt x="79974" y="-7587"/>
                  <a:pt x="190932" y="-1268"/>
                  <a:pt x="207935" y="15735"/>
                </a:cubicBezTo>
                <a:cubicBezTo>
                  <a:pt x="223039" y="30839"/>
                  <a:pt x="240159" y="88257"/>
                  <a:pt x="250385" y="122570"/>
                </a:cubicBezTo>
                <a:lnTo>
                  <a:pt x="252455" y="129510"/>
                </a:lnTo>
                <a:cubicBezTo>
                  <a:pt x="259809" y="154002"/>
                  <a:pt x="360703" y="174561"/>
                  <a:pt x="409156" y="184444"/>
                </a:cubicBezTo>
                <a:cubicBezTo>
                  <a:pt x="419508" y="186532"/>
                  <a:pt x="428239" y="188332"/>
                  <a:pt x="434720" y="189809"/>
                </a:cubicBezTo>
                <a:cubicBezTo>
                  <a:pt x="444081" y="191951"/>
                  <a:pt x="450562" y="197072"/>
                  <a:pt x="453803" y="205039"/>
                </a:cubicBezTo>
                <a:cubicBezTo>
                  <a:pt x="465864" y="234076"/>
                  <a:pt x="431029" y="291225"/>
                  <a:pt x="427069" y="297643"/>
                </a:cubicBezTo>
                <a:cubicBezTo>
                  <a:pt x="420858" y="307472"/>
                  <a:pt x="410777" y="329426"/>
                  <a:pt x="400155" y="352658"/>
                </a:cubicBezTo>
                <a:cubicBezTo>
                  <a:pt x="383071" y="389725"/>
                  <a:pt x="365447" y="428061"/>
                  <a:pt x="354744" y="438763"/>
                </a:cubicBezTo>
                <a:cubicBezTo>
                  <a:pt x="337975" y="455524"/>
                  <a:pt x="296975" y="465200"/>
                  <a:pt x="264751" y="465200"/>
                </a:cubicBezTo>
                <a:close/>
                <a:moveTo>
                  <a:pt x="62017" y="14835"/>
                </a:moveTo>
                <a:lnTo>
                  <a:pt x="64249" y="17067"/>
                </a:lnTo>
                <a:cubicBezTo>
                  <a:pt x="53988" y="27328"/>
                  <a:pt x="35140" y="56438"/>
                  <a:pt x="21368" y="87375"/>
                </a:cubicBezTo>
                <a:cubicBezTo>
                  <a:pt x="5876" y="122165"/>
                  <a:pt x="2150" y="147287"/>
                  <a:pt x="11151" y="156288"/>
                </a:cubicBezTo>
                <a:cubicBezTo>
                  <a:pt x="18668" y="163804"/>
                  <a:pt x="31035" y="174219"/>
                  <a:pt x="45356" y="186280"/>
                </a:cubicBezTo>
                <a:cubicBezTo>
                  <a:pt x="75105" y="211348"/>
                  <a:pt x="112145" y="242546"/>
                  <a:pt x="127158" y="266157"/>
                </a:cubicBezTo>
                <a:cubicBezTo>
                  <a:pt x="139382" y="285365"/>
                  <a:pt x="144027" y="315969"/>
                  <a:pt x="148131" y="342955"/>
                </a:cubicBezTo>
                <a:cubicBezTo>
                  <a:pt x="151525" y="365341"/>
                  <a:pt x="154739" y="386494"/>
                  <a:pt x="161526" y="397367"/>
                </a:cubicBezTo>
                <a:cubicBezTo>
                  <a:pt x="177673" y="423209"/>
                  <a:pt x="221086" y="455478"/>
                  <a:pt x="252842" y="458368"/>
                </a:cubicBezTo>
                <a:cubicBezTo>
                  <a:pt x="288127" y="461572"/>
                  <a:pt x="334483" y="450096"/>
                  <a:pt x="350280" y="434290"/>
                </a:cubicBezTo>
                <a:cubicBezTo>
                  <a:pt x="360181" y="424388"/>
                  <a:pt x="378346" y="384873"/>
                  <a:pt x="394377" y="350012"/>
                </a:cubicBezTo>
                <a:cubicBezTo>
                  <a:pt x="405106" y="326582"/>
                  <a:pt x="415277" y="304457"/>
                  <a:pt x="421668" y="294285"/>
                </a:cubicBezTo>
                <a:cubicBezTo>
                  <a:pt x="435620" y="272016"/>
                  <a:pt x="456773" y="228658"/>
                  <a:pt x="448042" y="207451"/>
                </a:cubicBezTo>
                <a:cubicBezTo>
                  <a:pt x="445522" y="201402"/>
                  <a:pt x="440661" y="197649"/>
                  <a:pt x="433370" y="195956"/>
                </a:cubicBezTo>
                <a:cubicBezTo>
                  <a:pt x="426889" y="194480"/>
                  <a:pt x="418158" y="192698"/>
                  <a:pt x="407986" y="190619"/>
                </a:cubicBezTo>
                <a:cubicBezTo>
                  <a:pt x="333871" y="175533"/>
                  <a:pt x="254192" y="157260"/>
                  <a:pt x="246415" y="131310"/>
                </a:cubicBezTo>
                <a:lnTo>
                  <a:pt x="244336" y="124361"/>
                </a:lnTo>
                <a:cubicBezTo>
                  <a:pt x="234939" y="92830"/>
                  <a:pt x="217440" y="34151"/>
                  <a:pt x="203479" y="20190"/>
                </a:cubicBezTo>
                <a:cubicBezTo>
                  <a:pt x="188619" y="5330"/>
                  <a:pt x="81757" y="-422"/>
                  <a:pt x="64258" y="17058"/>
                </a:cubicBezTo>
                <a:lnTo>
                  <a:pt x="62026" y="148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4" name="Google Shape;12504;p32"/>
          <p:cNvSpPr/>
          <p:nvPr/>
        </p:nvSpPr>
        <p:spPr>
          <a:xfrm>
            <a:off x="8420698" y="1583156"/>
            <a:ext cx="371797" cy="307667"/>
          </a:xfrm>
          <a:custGeom>
            <a:avLst/>
            <a:gdLst/>
            <a:ahLst/>
            <a:cxnLst/>
            <a:rect l="l" t="t" r="r" b="b"/>
            <a:pathLst>
              <a:path w="371797" h="307667" extrusionOk="0">
                <a:moveTo>
                  <a:pt x="188116" y="307667"/>
                </a:moveTo>
                <a:cubicBezTo>
                  <a:pt x="159941" y="307667"/>
                  <a:pt x="123397" y="278216"/>
                  <a:pt x="108725" y="263472"/>
                </a:cubicBezTo>
                <a:cubicBezTo>
                  <a:pt x="100984" y="255767"/>
                  <a:pt x="78661" y="248359"/>
                  <a:pt x="57058" y="241194"/>
                </a:cubicBezTo>
                <a:cubicBezTo>
                  <a:pt x="23574" y="230086"/>
                  <a:pt x="3060" y="222570"/>
                  <a:pt x="918" y="211877"/>
                </a:cubicBezTo>
                <a:cubicBezTo>
                  <a:pt x="-2845" y="193064"/>
                  <a:pt x="5040" y="120047"/>
                  <a:pt x="23123" y="101936"/>
                </a:cubicBezTo>
                <a:cubicBezTo>
                  <a:pt x="62729" y="62349"/>
                  <a:pt x="161202" y="-9696"/>
                  <a:pt x="250674" y="1087"/>
                </a:cubicBezTo>
                <a:cubicBezTo>
                  <a:pt x="307021" y="7847"/>
                  <a:pt x="320973" y="38712"/>
                  <a:pt x="331144" y="61251"/>
                </a:cubicBezTo>
                <a:cubicBezTo>
                  <a:pt x="337535" y="75356"/>
                  <a:pt x="342126" y="85545"/>
                  <a:pt x="354188" y="86751"/>
                </a:cubicBezTo>
                <a:cubicBezTo>
                  <a:pt x="363009" y="87634"/>
                  <a:pt x="368590" y="91216"/>
                  <a:pt x="370840" y="97382"/>
                </a:cubicBezTo>
                <a:cubicBezTo>
                  <a:pt x="379211" y="120911"/>
                  <a:pt x="330244" y="171470"/>
                  <a:pt x="320343" y="181372"/>
                </a:cubicBezTo>
                <a:cubicBezTo>
                  <a:pt x="300990" y="200760"/>
                  <a:pt x="276957" y="226909"/>
                  <a:pt x="255804" y="249988"/>
                </a:cubicBezTo>
                <a:cubicBezTo>
                  <a:pt x="237982" y="269394"/>
                  <a:pt x="221149" y="287739"/>
                  <a:pt x="209719" y="299170"/>
                </a:cubicBezTo>
                <a:cubicBezTo>
                  <a:pt x="203688" y="305192"/>
                  <a:pt x="196217" y="307667"/>
                  <a:pt x="188116" y="307667"/>
                </a:cubicBezTo>
                <a:close/>
                <a:moveTo>
                  <a:pt x="232222" y="6326"/>
                </a:moveTo>
                <a:cubicBezTo>
                  <a:pt x="150131" y="6326"/>
                  <a:pt x="63809" y="70207"/>
                  <a:pt x="27624" y="106410"/>
                </a:cubicBezTo>
                <a:cubicBezTo>
                  <a:pt x="11485" y="122549"/>
                  <a:pt x="3726" y="193659"/>
                  <a:pt x="7120" y="210644"/>
                </a:cubicBezTo>
                <a:cubicBezTo>
                  <a:pt x="8686" y="218502"/>
                  <a:pt x="36625" y="227755"/>
                  <a:pt x="59039" y="235190"/>
                </a:cubicBezTo>
                <a:cubicBezTo>
                  <a:pt x="82352" y="242931"/>
                  <a:pt x="104405" y="250240"/>
                  <a:pt x="113135" y="258998"/>
                </a:cubicBezTo>
                <a:cubicBezTo>
                  <a:pt x="122767" y="268602"/>
                  <a:pt x="140319" y="283112"/>
                  <a:pt x="158052" y="292374"/>
                </a:cubicBezTo>
                <a:cubicBezTo>
                  <a:pt x="179654" y="303653"/>
                  <a:pt x="195496" y="304418"/>
                  <a:pt x="205308" y="294688"/>
                </a:cubicBezTo>
                <a:cubicBezTo>
                  <a:pt x="216559" y="283355"/>
                  <a:pt x="233392" y="265065"/>
                  <a:pt x="251124" y="245703"/>
                </a:cubicBezTo>
                <a:cubicBezTo>
                  <a:pt x="272367" y="222588"/>
                  <a:pt x="296400" y="196386"/>
                  <a:pt x="315933" y="176898"/>
                </a:cubicBezTo>
                <a:cubicBezTo>
                  <a:pt x="349146" y="143675"/>
                  <a:pt x="369309" y="111847"/>
                  <a:pt x="364899" y="99506"/>
                </a:cubicBezTo>
                <a:cubicBezTo>
                  <a:pt x="363548" y="95789"/>
                  <a:pt x="359858" y="93664"/>
                  <a:pt x="353557" y="93034"/>
                </a:cubicBezTo>
                <a:cubicBezTo>
                  <a:pt x="337895" y="91468"/>
                  <a:pt x="332044" y="78677"/>
                  <a:pt x="325384" y="63852"/>
                </a:cubicBezTo>
                <a:cubicBezTo>
                  <a:pt x="315302" y="41503"/>
                  <a:pt x="302790" y="13698"/>
                  <a:pt x="249953" y="7361"/>
                </a:cubicBezTo>
                <a:cubicBezTo>
                  <a:pt x="244103" y="6659"/>
                  <a:pt x="238162" y="6326"/>
                  <a:pt x="232222" y="63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5" name="Google Shape;12505;p32"/>
          <p:cNvSpPr/>
          <p:nvPr/>
        </p:nvSpPr>
        <p:spPr>
          <a:xfrm>
            <a:off x="8215132" y="845827"/>
            <a:ext cx="1098002" cy="858941"/>
          </a:xfrm>
          <a:custGeom>
            <a:avLst/>
            <a:gdLst/>
            <a:ahLst/>
            <a:cxnLst/>
            <a:rect l="l" t="t" r="r" b="b"/>
            <a:pathLst>
              <a:path w="1098002" h="858941" extrusionOk="0">
                <a:moveTo>
                  <a:pt x="1094873" y="858942"/>
                </a:moveTo>
                <a:cubicBezTo>
                  <a:pt x="1094603" y="858942"/>
                  <a:pt x="1094423" y="858915"/>
                  <a:pt x="1094152" y="858870"/>
                </a:cubicBezTo>
                <a:cubicBezTo>
                  <a:pt x="1086592" y="857259"/>
                  <a:pt x="907738" y="819283"/>
                  <a:pt x="879024" y="801343"/>
                </a:cubicBezTo>
                <a:cubicBezTo>
                  <a:pt x="850311" y="783431"/>
                  <a:pt x="817096" y="722304"/>
                  <a:pt x="813316" y="695589"/>
                </a:cubicBezTo>
                <a:cubicBezTo>
                  <a:pt x="809895" y="672050"/>
                  <a:pt x="778482" y="608169"/>
                  <a:pt x="754268" y="575657"/>
                </a:cubicBezTo>
                <a:cubicBezTo>
                  <a:pt x="731945" y="545719"/>
                  <a:pt x="637433" y="507941"/>
                  <a:pt x="590536" y="492144"/>
                </a:cubicBezTo>
                <a:cubicBezTo>
                  <a:pt x="574245" y="486635"/>
                  <a:pt x="545530" y="471432"/>
                  <a:pt x="512317" y="453826"/>
                </a:cubicBezTo>
                <a:cubicBezTo>
                  <a:pt x="465780" y="429082"/>
                  <a:pt x="412943" y="401052"/>
                  <a:pt x="383870" y="394814"/>
                </a:cubicBezTo>
                <a:cubicBezTo>
                  <a:pt x="337603" y="384904"/>
                  <a:pt x="213505" y="313434"/>
                  <a:pt x="213505" y="291777"/>
                </a:cubicBezTo>
                <a:cubicBezTo>
                  <a:pt x="213505" y="275224"/>
                  <a:pt x="179849" y="200199"/>
                  <a:pt x="169434" y="189785"/>
                </a:cubicBezTo>
                <a:cubicBezTo>
                  <a:pt x="159992" y="180343"/>
                  <a:pt x="44597" y="142367"/>
                  <a:pt x="15946" y="134185"/>
                </a:cubicBezTo>
                <a:cubicBezTo>
                  <a:pt x="8529" y="132070"/>
                  <a:pt x="3453" y="126498"/>
                  <a:pt x="1275" y="118091"/>
                </a:cubicBezTo>
                <a:cubicBezTo>
                  <a:pt x="-3721" y="98828"/>
                  <a:pt x="7071" y="70285"/>
                  <a:pt x="14587" y="62760"/>
                </a:cubicBezTo>
                <a:cubicBezTo>
                  <a:pt x="22580" y="54767"/>
                  <a:pt x="74679" y="54948"/>
                  <a:pt x="153278" y="56108"/>
                </a:cubicBezTo>
                <a:cubicBezTo>
                  <a:pt x="170172" y="56361"/>
                  <a:pt x="185997" y="56595"/>
                  <a:pt x="198868" y="56595"/>
                </a:cubicBezTo>
                <a:cubicBezTo>
                  <a:pt x="240931" y="56595"/>
                  <a:pt x="314380" y="32436"/>
                  <a:pt x="362987" y="16440"/>
                </a:cubicBezTo>
                <a:cubicBezTo>
                  <a:pt x="380089" y="10788"/>
                  <a:pt x="394941" y="5909"/>
                  <a:pt x="405022" y="3155"/>
                </a:cubicBezTo>
                <a:cubicBezTo>
                  <a:pt x="444447" y="-7575"/>
                  <a:pt x="490714" y="11679"/>
                  <a:pt x="500975" y="21922"/>
                </a:cubicBezTo>
                <a:cubicBezTo>
                  <a:pt x="511326" y="32336"/>
                  <a:pt x="526899" y="163187"/>
                  <a:pt x="526899" y="191828"/>
                </a:cubicBezTo>
                <a:cubicBezTo>
                  <a:pt x="526899" y="216087"/>
                  <a:pt x="598998" y="230965"/>
                  <a:pt x="633652" y="238122"/>
                </a:cubicBezTo>
                <a:cubicBezTo>
                  <a:pt x="641573" y="239742"/>
                  <a:pt x="648234" y="241119"/>
                  <a:pt x="653005" y="242307"/>
                </a:cubicBezTo>
                <a:cubicBezTo>
                  <a:pt x="681628" y="249481"/>
                  <a:pt x="806835" y="306566"/>
                  <a:pt x="833929" y="324857"/>
                </a:cubicBezTo>
                <a:cubicBezTo>
                  <a:pt x="860392" y="342670"/>
                  <a:pt x="1053197" y="534809"/>
                  <a:pt x="1061389" y="542983"/>
                </a:cubicBezTo>
                <a:cubicBezTo>
                  <a:pt x="1062559" y="544216"/>
                  <a:pt x="1062559" y="546214"/>
                  <a:pt x="1061389" y="547456"/>
                </a:cubicBezTo>
                <a:cubicBezTo>
                  <a:pt x="1060128" y="548689"/>
                  <a:pt x="1058148" y="548680"/>
                  <a:pt x="1056888" y="547456"/>
                </a:cubicBezTo>
                <a:cubicBezTo>
                  <a:pt x="1054908" y="545458"/>
                  <a:pt x="856342" y="347567"/>
                  <a:pt x="830418" y="330096"/>
                </a:cubicBezTo>
                <a:cubicBezTo>
                  <a:pt x="804405" y="312543"/>
                  <a:pt x="678928" y="255314"/>
                  <a:pt x="651475" y="248437"/>
                </a:cubicBezTo>
                <a:cubicBezTo>
                  <a:pt x="646794" y="247267"/>
                  <a:pt x="640133" y="245907"/>
                  <a:pt x="632392" y="244305"/>
                </a:cubicBezTo>
                <a:cubicBezTo>
                  <a:pt x="590536" y="235682"/>
                  <a:pt x="520507" y="221226"/>
                  <a:pt x="520507" y="191828"/>
                </a:cubicBezTo>
                <a:cubicBezTo>
                  <a:pt x="520507" y="155797"/>
                  <a:pt x="503765" y="33822"/>
                  <a:pt x="496474" y="26396"/>
                </a:cubicBezTo>
                <a:cubicBezTo>
                  <a:pt x="488823" y="18790"/>
                  <a:pt x="445978" y="-1481"/>
                  <a:pt x="406733" y="9258"/>
                </a:cubicBezTo>
                <a:cubicBezTo>
                  <a:pt x="396832" y="11976"/>
                  <a:pt x="382069" y="16827"/>
                  <a:pt x="364967" y="22453"/>
                </a:cubicBezTo>
                <a:cubicBezTo>
                  <a:pt x="313030" y="39528"/>
                  <a:pt x="241921" y="62922"/>
                  <a:pt x="198868" y="62922"/>
                </a:cubicBezTo>
                <a:cubicBezTo>
                  <a:pt x="185960" y="62922"/>
                  <a:pt x="170109" y="62688"/>
                  <a:pt x="153178" y="62436"/>
                </a:cubicBezTo>
                <a:cubicBezTo>
                  <a:pt x="105508" y="61725"/>
                  <a:pt x="25739" y="60546"/>
                  <a:pt x="19043" y="67234"/>
                </a:cubicBezTo>
                <a:cubicBezTo>
                  <a:pt x="12490" y="73796"/>
                  <a:pt x="3147" y="100160"/>
                  <a:pt x="7378" y="116506"/>
                </a:cubicBezTo>
                <a:cubicBezTo>
                  <a:pt x="9006" y="122798"/>
                  <a:pt x="12373" y="126597"/>
                  <a:pt x="17674" y="128118"/>
                </a:cubicBezTo>
                <a:cubicBezTo>
                  <a:pt x="40241" y="134563"/>
                  <a:pt x="162423" y="173853"/>
                  <a:pt x="173890" y="185329"/>
                </a:cubicBezTo>
                <a:cubicBezTo>
                  <a:pt x="185105" y="196545"/>
                  <a:pt x="219778" y="273847"/>
                  <a:pt x="219778" y="291795"/>
                </a:cubicBezTo>
                <a:cubicBezTo>
                  <a:pt x="219778" y="305090"/>
                  <a:pt x="332113" y="377289"/>
                  <a:pt x="385130" y="388648"/>
                </a:cubicBezTo>
                <a:cubicBezTo>
                  <a:pt x="415104" y="395066"/>
                  <a:pt x="468300" y="423321"/>
                  <a:pt x="515287" y="448254"/>
                </a:cubicBezTo>
                <a:cubicBezTo>
                  <a:pt x="546881" y="465005"/>
                  <a:pt x="576675" y="480829"/>
                  <a:pt x="592517" y="486167"/>
                </a:cubicBezTo>
                <a:cubicBezTo>
                  <a:pt x="640043" y="502171"/>
                  <a:pt x="736086" y="540705"/>
                  <a:pt x="759309" y="571894"/>
                </a:cubicBezTo>
                <a:cubicBezTo>
                  <a:pt x="782352" y="602831"/>
                  <a:pt x="815746" y="667946"/>
                  <a:pt x="819527" y="694706"/>
                </a:cubicBezTo>
                <a:cubicBezTo>
                  <a:pt x="823127" y="719721"/>
                  <a:pt x="855531" y="779209"/>
                  <a:pt x="882355" y="795988"/>
                </a:cubicBezTo>
                <a:cubicBezTo>
                  <a:pt x="910078" y="813333"/>
                  <a:pt x="1093613" y="852299"/>
                  <a:pt x="1095503" y="852686"/>
                </a:cubicBezTo>
                <a:cubicBezTo>
                  <a:pt x="1097213" y="853046"/>
                  <a:pt x="1098294" y="854721"/>
                  <a:pt x="1097933" y="856431"/>
                </a:cubicBezTo>
                <a:cubicBezTo>
                  <a:pt x="1097574" y="857916"/>
                  <a:pt x="1096313" y="858933"/>
                  <a:pt x="1094873" y="858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6" name="Google Shape;12506;p32"/>
          <p:cNvSpPr/>
          <p:nvPr/>
        </p:nvSpPr>
        <p:spPr>
          <a:xfrm>
            <a:off x="8418129" y="930525"/>
            <a:ext cx="902149" cy="681856"/>
          </a:xfrm>
          <a:custGeom>
            <a:avLst/>
            <a:gdLst/>
            <a:ahLst/>
            <a:cxnLst/>
            <a:rect l="l" t="t" r="r" b="b"/>
            <a:pathLst>
              <a:path w="902149" h="681856" extrusionOk="0">
                <a:moveTo>
                  <a:pt x="749298" y="681856"/>
                </a:moveTo>
                <a:cubicBezTo>
                  <a:pt x="722655" y="681856"/>
                  <a:pt x="701141" y="679201"/>
                  <a:pt x="697721" y="671046"/>
                </a:cubicBezTo>
                <a:cubicBezTo>
                  <a:pt x="695471" y="665843"/>
                  <a:pt x="690610" y="651018"/>
                  <a:pt x="683859" y="630487"/>
                </a:cubicBezTo>
                <a:cubicBezTo>
                  <a:pt x="665226" y="573653"/>
                  <a:pt x="630662" y="467853"/>
                  <a:pt x="611219" y="448411"/>
                </a:cubicBezTo>
                <a:cubicBezTo>
                  <a:pt x="586106" y="423297"/>
                  <a:pt x="470801" y="353394"/>
                  <a:pt x="412293" y="327777"/>
                </a:cubicBezTo>
                <a:cubicBezTo>
                  <a:pt x="396182" y="320720"/>
                  <a:pt x="364227" y="308388"/>
                  <a:pt x="327232" y="294103"/>
                </a:cubicBezTo>
                <a:cubicBezTo>
                  <a:pt x="199415" y="244741"/>
                  <a:pt x="101213" y="205757"/>
                  <a:pt x="96172" y="190212"/>
                </a:cubicBezTo>
                <a:cubicBezTo>
                  <a:pt x="89601" y="169824"/>
                  <a:pt x="21642" y="70370"/>
                  <a:pt x="3523" y="52251"/>
                </a:cubicBezTo>
                <a:cubicBezTo>
                  <a:pt x="-293" y="48434"/>
                  <a:pt x="-1040" y="43790"/>
                  <a:pt x="1435" y="39172"/>
                </a:cubicBezTo>
                <a:cubicBezTo>
                  <a:pt x="10661" y="21917"/>
                  <a:pt x="69528" y="5228"/>
                  <a:pt x="99862" y="11232"/>
                </a:cubicBezTo>
                <a:cubicBezTo>
                  <a:pt x="116334" y="14491"/>
                  <a:pt x="140007" y="9774"/>
                  <a:pt x="160890" y="5589"/>
                </a:cubicBezTo>
                <a:cubicBezTo>
                  <a:pt x="185734" y="611"/>
                  <a:pt x="207246" y="-3701"/>
                  <a:pt x="215888" y="4958"/>
                </a:cubicBezTo>
                <a:cubicBezTo>
                  <a:pt x="223268" y="12384"/>
                  <a:pt x="228309" y="38965"/>
                  <a:pt x="234070" y="69749"/>
                </a:cubicBezTo>
                <a:cubicBezTo>
                  <a:pt x="239831" y="100542"/>
                  <a:pt x="246402" y="135440"/>
                  <a:pt x="255133" y="144171"/>
                </a:cubicBezTo>
                <a:cubicBezTo>
                  <a:pt x="271335" y="160427"/>
                  <a:pt x="402572" y="225154"/>
                  <a:pt x="453699" y="239754"/>
                </a:cubicBezTo>
                <a:cubicBezTo>
                  <a:pt x="503026" y="253850"/>
                  <a:pt x="633633" y="340252"/>
                  <a:pt x="648484" y="373584"/>
                </a:cubicBezTo>
                <a:cubicBezTo>
                  <a:pt x="659736" y="399111"/>
                  <a:pt x="834179" y="494524"/>
                  <a:pt x="900428" y="529133"/>
                </a:cubicBezTo>
                <a:cubicBezTo>
                  <a:pt x="902048" y="529943"/>
                  <a:pt x="902588" y="531852"/>
                  <a:pt x="901778" y="533400"/>
                </a:cubicBezTo>
                <a:cubicBezTo>
                  <a:pt x="900968" y="534957"/>
                  <a:pt x="899078" y="535533"/>
                  <a:pt x="897547" y="534741"/>
                </a:cubicBezTo>
                <a:cubicBezTo>
                  <a:pt x="887736" y="529619"/>
                  <a:pt x="657216" y="408913"/>
                  <a:pt x="642634" y="376158"/>
                </a:cubicBezTo>
                <a:cubicBezTo>
                  <a:pt x="628682" y="344717"/>
                  <a:pt x="499065" y="259314"/>
                  <a:pt x="451898" y="245839"/>
                </a:cubicBezTo>
                <a:cubicBezTo>
                  <a:pt x="402932" y="231833"/>
                  <a:pt x="269355" y="167340"/>
                  <a:pt x="250632" y="148653"/>
                </a:cubicBezTo>
                <a:cubicBezTo>
                  <a:pt x="240551" y="138545"/>
                  <a:pt x="234070" y="104161"/>
                  <a:pt x="227859" y="70928"/>
                </a:cubicBezTo>
                <a:cubicBezTo>
                  <a:pt x="222729" y="43672"/>
                  <a:pt x="217418" y="15499"/>
                  <a:pt x="211387" y="9441"/>
                </a:cubicBezTo>
                <a:cubicBezTo>
                  <a:pt x="205176" y="3167"/>
                  <a:pt x="183304" y="7569"/>
                  <a:pt x="162151" y="11799"/>
                </a:cubicBezTo>
                <a:cubicBezTo>
                  <a:pt x="140728" y="16102"/>
                  <a:pt x="116334" y="20980"/>
                  <a:pt x="98602" y="17443"/>
                </a:cubicBezTo>
                <a:cubicBezTo>
                  <a:pt x="69439" y="11637"/>
                  <a:pt x="14342" y="28461"/>
                  <a:pt x="7015" y="42169"/>
                </a:cubicBezTo>
                <a:cubicBezTo>
                  <a:pt x="5863" y="44320"/>
                  <a:pt x="6142" y="45950"/>
                  <a:pt x="7997" y="47804"/>
                </a:cubicBezTo>
                <a:cubicBezTo>
                  <a:pt x="24522" y="64330"/>
                  <a:pt x="94912" y="165891"/>
                  <a:pt x="102202" y="188286"/>
                </a:cubicBezTo>
                <a:cubicBezTo>
                  <a:pt x="106703" y="202201"/>
                  <a:pt x="246221" y="256055"/>
                  <a:pt x="329482" y="288226"/>
                </a:cubicBezTo>
                <a:cubicBezTo>
                  <a:pt x="366567" y="302538"/>
                  <a:pt x="398521" y="314896"/>
                  <a:pt x="414814" y="321998"/>
                </a:cubicBezTo>
                <a:cubicBezTo>
                  <a:pt x="470171" y="346229"/>
                  <a:pt x="587546" y="415871"/>
                  <a:pt x="615630" y="443946"/>
                </a:cubicBezTo>
                <a:cubicBezTo>
                  <a:pt x="636153" y="464451"/>
                  <a:pt x="669817" y="567154"/>
                  <a:pt x="689890" y="628524"/>
                </a:cubicBezTo>
                <a:cubicBezTo>
                  <a:pt x="696280" y="648129"/>
                  <a:pt x="701322" y="663611"/>
                  <a:pt x="703481" y="668552"/>
                </a:cubicBezTo>
                <a:cubicBezTo>
                  <a:pt x="708253" y="679741"/>
                  <a:pt x="788273" y="676384"/>
                  <a:pt x="862893" y="666662"/>
                </a:cubicBezTo>
                <a:cubicBezTo>
                  <a:pt x="864603" y="666383"/>
                  <a:pt x="866223" y="667652"/>
                  <a:pt x="866403" y="669390"/>
                </a:cubicBezTo>
                <a:cubicBezTo>
                  <a:pt x="866673" y="671118"/>
                  <a:pt x="865413" y="672702"/>
                  <a:pt x="863702" y="672936"/>
                </a:cubicBezTo>
                <a:cubicBezTo>
                  <a:pt x="847591" y="675024"/>
                  <a:pt x="791873" y="681856"/>
                  <a:pt x="749298" y="6818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07" name="Google Shape;12507;p32"/>
          <p:cNvGrpSpPr/>
          <p:nvPr/>
        </p:nvGrpSpPr>
        <p:grpSpPr>
          <a:xfrm>
            <a:off x="-6410611" y="3508255"/>
            <a:ext cx="9539926" cy="2922892"/>
            <a:chOff x="-6410611" y="3508255"/>
            <a:chExt cx="9539926" cy="2922892"/>
          </a:xfrm>
        </p:grpSpPr>
        <p:sp>
          <p:nvSpPr>
            <p:cNvPr id="12508" name="Google Shape;12508;p32"/>
            <p:cNvSpPr/>
            <p:nvPr/>
          </p:nvSpPr>
          <p:spPr>
            <a:xfrm>
              <a:off x="968742" y="4423199"/>
              <a:ext cx="30334" cy="139095"/>
            </a:xfrm>
            <a:custGeom>
              <a:avLst/>
              <a:gdLst/>
              <a:ahLst/>
              <a:cxnLst/>
              <a:rect l="l" t="t" r="r" b="b"/>
              <a:pathLst>
                <a:path w="30334" h="139095" extrusionOk="0">
                  <a:moveTo>
                    <a:pt x="15167" y="139096"/>
                  </a:moveTo>
                  <a:cubicBezTo>
                    <a:pt x="6796" y="139096"/>
                    <a:pt x="0" y="132299"/>
                    <a:pt x="0" y="123928"/>
                  </a:cubicBezTo>
                  <a:lnTo>
                    <a:pt x="0" y="15167"/>
                  </a:lnTo>
                  <a:cubicBezTo>
                    <a:pt x="0" y="6796"/>
                    <a:pt x="6796" y="0"/>
                    <a:pt x="15167" y="0"/>
                  </a:cubicBezTo>
                  <a:cubicBezTo>
                    <a:pt x="23538" y="0"/>
                    <a:pt x="30334" y="6796"/>
                    <a:pt x="30334" y="15167"/>
                  </a:cubicBezTo>
                  <a:lnTo>
                    <a:pt x="30334" y="123928"/>
                  </a:lnTo>
                  <a:cubicBezTo>
                    <a:pt x="30334" y="132299"/>
                    <a:pt x="23538" y="139096"/>
                    <a:pt x="15167" y="1390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9" name="Google Shape;12509;p32"/>
            <p:cNvSpPr/>
            <p:nvPr/>
          </p:nvSpPr>
          <p:spPr>
            <a:xfrm>
              <a:off x="914357" y="4477576"/>
              <a:ext cx="139095" cy="30333"/>
            </a:xfrm>
            <a:custGeom>
              <a:avLst/>
              <a:gdLst/>
              <a:ahLst/>
              <a:cxnLst/>
              <a:rect l="l" t="t" r="r" b="b"/>
              <a:pathLst>
                <a:path w="139095" h="30333" extrusionOk="0">
                  <a:moveTo>
                    <a:pt x="123928" y="30334"/>
                  </a:moveTo>
                  <a:lnTo>
                    <a:pt x="15167" y="30334"/>
                  </a:lnTo>
                  <a:cubicBezTo>
                    <a:pt x="6796" y="30334"/>
                    <a:pt x="0" y="23538"/>
                    <a:pt x="0" y="15167"/>
                  </a:cubicBezTo>
                  <a:cubicBezTo>
                    <a:pt x="0" y="6796"/>
                    <a:pt x="6796" y="0"/>
                    <a:pt x="15167" y="0"/>
                  </a:cubicBezTo>
                  <a:lnTo>
                    <a:pt x="123928" y="0"/>
                  </a:lnTo>
                  <a:cubicBezTo>
                    <a:pt x="132299" y="0"/>
                    <a:pt x="139096" y="6796"/>
                    <a:pt x="139096" y="15167"/>
                  </a:cubicBezTo>
                  <a:cubicBezTo>
                    <a:pt x="139096" y="23538"/>
                    <a:pt x="132299" y="30334"/>
                    <a:pt x="123928" y="30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0" name="Google Shape;12510;p32"/>
            <p:cNvSpPr/>
            <p:nvPr/>
          </p:nvSpPr>
          <p:spPr>
            <a:xfrm>
              <a:off x="-6410611" y="3508255"/>
              <a:ext cx="9539926" cy="2868966"/>
            </a:xfrm>
            <a:custGeom>
              <a:avLst/>
              <a:gdLst/>
              <a:ahLst/>
              <a:cxnLst/>
              <a:rect l="l" t="t" r="r" b="b"/>
              <a:pathLst>
                <a:path w="9539926" h="2868966" extrusionOk="0">
                  <a:moveTo>
                    <a:pt x="9311511" y="2868948"/>
                  </a:moveTo>
                  <a:cubicBezTo>
                    <a:pt x="9304670" y="2868948"/>
                    <a:pt x="9298369" y="2864205"/>
                    <a:pt x="9296749" y="2857184"/>
                  </a:cubicBezTo>
                  <a:cubicBezTo>
                    <a:pt x="9275236" y="2764129"/>
                    <a:pt x="9351206" y="2608940"/>
                    <a:pt x="9412144" y="2484247"/>
                  </a:cubicBezTo>
                  <a:cubicBezTo>
                    <a:pt x="9423125" y="2461780"/>
                    <a:pt x="9433477" y="2440627"/>
                    <a:pt x="9442388" y="2421509"/>
                  </a:cubicBezTo>
                  <a:cubicBezTo>
                    <a:pt x="9450759" y="2403614"/>
                    <a:pt x="9459130" y="2387034"/>
                    <a:pt x="9467321" y="2371003"/>
                  </a:cubicBezTo>
                  <a:cubicBezTo>
                    <a:pt x="9513767" y="2279083"/>
                    <a:pt x="9539421" y="2228460"/>
                    <a:pt x="9447789" y="2167351"/>
                  </a:cubicBezTo>
                  <a:cubicBezTo>
                    <a:pt x="9423936" y="2151473"/>
                    <a:pt x="9400172" y="2136900"/>
                    <a:pt x="9377219" y="2122813"/>
                  </a:cubicBezTo>
                  <a:cubicBezTo>
                    <a:pt x="9283337" y="2065233"/>
                    <a:pt x="9202326" y="2015510"/>
                    <a:pt x="9224559" y="1933797"/>
                  </a:cubicBezTo>
                  <a:cubicBezTo>
                    <a:pt x="9225640" y="1929918"/>
                    <a:pt x="9223929" y="1925021"/>
                    <a:pt x="9219519" y="1919243"/>
                  </a:cubicBezTo>
                  <a:cubicBezTo>
                    <a:pt x="9161551" y="1843372"/>
                    <a:pt x="8762727" y="1744052"/>
                    <a:pt x="8644641" y="1744052"/>
                  </a:cubicBezTo>
                  <a:cubicBezTo>
                    <a:pt x="8518867" y="1744052"/>
                    <a:pt x="8400979" y="1683438"/>
                    <a:pt x="8344658" y="1627127"/>
                  </a:cubicBezTo>
                  <a:cubicBezTo>
                    <a:pt x="8328546" y="1611006"/>
                    <a:pt x="8322875" y="1588953"/>
                    <a:pt x="8328700" y="1565028"/>
                  </a:cubicBezTo>
                  <a:cubicBezTo>
                    <a:pt x="8344469" y="1500174"/>
                    <a:pt x="8435147" y="1432665"/>
                    <a:pt x="8559687" y="1393042"/>
                  </a:cubicBezTo>
                  <a:cubicBezTo>
                    <a:pt x="8765697" y="1327496"/>
                    <a:pt x="9045076" y="1247250"/>
                    <a:pt x="9206107" y="1237196"/>
                  </a:cubicBezTo>
                  <a:cubicBezTo>
                    <a:pt x="9319432" y="1230121"/>
                    <a:pt x="9345536" y="1108290"/>
                    <a:pt x="9370829" y="990464"/>
                  </a:cubicBezTo>
                  <a:cubicBezTo>
                    <a:pt x="9380100" y="947241"/>
                    <a:pt x="9388831" y="906403"/>
                    <a:pt x="9401793" y="871874"/>
                  </a:cubicBezTo>
                  <a:cubicBezTo>
                    <a:pt x="9415204" y="835959"/>
                    <a:pt x="9412954" y="798721"/>
                    <a:pt x="9395132" y="761205"/>
                  </a:cubicBezTo>
                  <a:cubicBezTo>
                    <a:pt x="9362278" y="692408"/>
                    <a:pt x="9286037" y="640985"/>
                    <a:pt x="9242472" y="626439"/>
                  </a:cubicBezTo>
                  <a:cubicBezTo>
                    <a:pt x="9159391" y="598751"/>
                    <a:pt x="9119515" y="499585"/>
                    <a:pt x="9135808" y="361201"/>
                  </a:cubicBezTo>
                  <a:cubicBezTo>
                    <a:pt x="9150570" y="235725"/>
                    <a:pt x="8949951" y="71120"/>
                    <a:pt x="8841343" y="40093"/>
                  </a:cubicBezTo>
                  <a:cubicBezTo>
                    <a:pt x="8730520" y="8417"/>
                    <a:pt x="8452789" y="59148"/>
                    <a:pt x="8387900" y="102408"/>
                  </a:cubicBezTo>
                  <a:cubicBezTo>
                    <a:pt x="8383399" y="105405"/>
                    <a:pt x="8378629" y="108691"/>
                    <a:pt x="8373507" y="112201"/>
                  </a:cubicBezTo>
                  <a:cubicBezTo>
                    <a:pt x="8297726" y="164210"/>
                    <a:pt x="8140043" y="272395"/>
                    <a:pt x="7735836" y="249559"/>
                  </a:cubicBezTo>
                  <a:cubicBezTo>
                    <a:pt x="7457052" y="233780"/>
                    <a:pt x="7221014" y="149061"/>
                    <a:pt x="7064816" y="93011"/>
                  </a:cubicBezTo>
                  <a:cubicBezTo>
                    <a:pt x="6983328" y="63766"/>
                    <a:pt x="6918970" y="40669"/>
                    <a:pt x="6885000" y="40669"/>
                  </a:cubicBezTo>
                  <a:cubicBezTo>
                    <a:pt x="6785077" y="40669"/>
                    <a:pt x="6511136" y="197424"/>
                    <a:pt x="6461143" y="320471"/>
                  </a:cubicBezTo>
                  <a:cubicBezTo>
                    <a:pt x="6419621" y="422688"/>
                    <a:pt x="6442132" y="509315"/>
                    <a:pt x="6534151" y="601325"/>
                  </a:cubicBezTo>
                  <a:cubicBezTo>
                    <a:pt x="6560444" y="627618"/>
                    <a:pt x="6571678" y="664910"/>
                    <a:pt x="6566646" y="709159"/>
                  </a:cubicBezTo>
                  <a:cubicBezTo>
                    <a:pt x="6555403" y="807849"/>
                    <a:pt x="6465905" y="923010"/>
                    <a:pt x="6338628" y="1002553"/>
                  </a:cubicBezTo>
                  <a:cubicBezTo>
                    <a:pt x="6105083" y="1148516"/>
                    <a:pt x="5801770" y="1178076"/>
                    <a:pt x="5411380" y="1092898"/>
                  </a:cubicBezTo>
                  <a:cubicBezTo>
                    <a:pt x="4973455" y="997359"/>
                    <a:pt x="4174150" y="1054418"/>
                    <a:pt x="3987096" y="1241462"/>
                  </a:cubicBezTo>
                  <a:cubicBezTo>
                    <a:pt x="3874968" y="1353581"/>
                    <a:pt x="3680057" y="1408776"/>
                    <a:pt x="3508098" y="1457464"/>
                  </a:cubicBezTo>
                  <a:cubicBezTo>
                    <a:pt x="3385502" y="1492181"/>
                    <a:pt x="3269702" y="1524973"/>
                    <a:pt x="3223778" y="1570897"/>
                  </a:cubicBezTo>
                  <a:cubicBezTo>
                    <a:pt x="3174370" y="1620304"/>
                    <a:pt x="3191158" y="1689271"/>
                    <a:pt x="3208935" y="1762298"/>
                  </a:cubicBezTo>
                  <a:cubicBezTo>
                    <a:pt x="3227829" y="1839924"/>
                    <a:pt x="3247370" y="1920188"/>
                    <a:pt x="3172885" y="1966742"/>
                  </a:cubicBezTo>
                  <a:cubicBezTo>
                    <a:pt x="3098292" y="2013359"/>
                    <a:pt x="3027903" y="2069175"/>
                    <a:pt x="2971349" y="2114019"/>
                  </a:cubicBezTo>
                  <a:cubicBezTo>
                    <a:pt x="2930330" y="2146541"/>
                    <a:pt x="2894902" y="2174633"/>
                    <a:pt x="2867556" y="2191726"/>
                  </a:cubicBezTo>
                  <a:cubicBezTo>
                    <a:pt x="2796672" y="2236039"/>
                    <a:pt x="2604119" y="2249118"/>
                    <a:pt x="2486005" y="2217632"/>
                  </a:cubicBezTo>
                  <a:cubicBezTo>
                    <a:pt x="2425517" y="2201501"/>
                    <a:pt x="2371852" y="2204670"/>
                    <a:pt x="2332643" y="2206965"/>
                  </a:cubicBezTo>
                  <a:cubicBezTo>
                    <a:pt x="2290859" y="2209431"/>
                    <a:pt x="2260634" y="2211214"/>
                    <a:pt x="2248752" y="2186703"/>
                  </a:cubicBezTo>
                  <a:cubicBezTo>
                    <a:pt x="2239373" y="2167360"/>
                    <a:pt x="2242109" y="2120266"/>
                    <a:pt x="2265647" y="2071092"/>
                  </a:cubicBezTo>
                  <a:cubicBezTo>
                    <a:pt x="2287556" y="2025303"/>
                    <a:pt x="2344570" y="1943834"/>
                    <a:pt x="2480244" y="1912528"/>
                  </a:cubicBezTo>
                  <a:cubicBezTo>
                    <a:pt x="2651366" y="1873039"/>
                    <a:pt x="2738119" y="1787618"/>
                    <a:pt x="2738119" y="1658622"/>
                  </a:cubicBezTo>
                  <a:cubicBezTo>
                    <a:pt x="2738119" y="1649171"/>
                    <a:pt x="2732691" y="1639927"/>
                    <a:pt x="2721521" y="1630350"/>
                  </a:cubicBezTo>
                  <a:cubicBezTo>
                    <a:pt x="2632355" y="1553902"/>
                    <a:pt x="2265431" y="1529725"/>
                    <a:pt x="2179353" y="1543029"/>
                  </a:cubicBezTo>
                  <a:cubicBezTo>
                    <a:pt x="2079116" y="1558529"/>
                    <a:pt x="1985728" y="1637595"/>
                    <a:pt x="1948761" y="1704141"/>
                  </a:cubicBezTo>
                  <a:cubicBezTo>
                    <a:pt x="1904727" y="1783396"/>
                    <a:pt x="1578209" y="1960414"/>
                    <a:pt x="1304627" y="2032828"/>
                  </a:cubicBezTo>
                  <a:cubicBezTo>
                    <a:pt x="1141418" y="2076025"/>
                    <a:pt x="1010306" y="2195300"/>
                    <a:pt x="894623" y="2300532"/>
                  </a:cubicBezTo>
                  <a:cubicBezTo>
                    <a:pt x="818563" y="2369725"/>
                    <a:pt x="746725" y="2435082"/>
                    <a:pt x="673014" y="2473535"/>
                  </a:cubicBezTo>
                  <a:cubicBezTo>
                    <a:pt x="480137" y="2574115"/>
                    <a:pt x="56820" y="2398015"/>
                    <a:pt x="9195" y="2377610"/>
                  </a:cubicBezTo>
                  <a:cubicBezTo>
                    <a:pt x="1490" y="2374306"/>
                    <a:pt x="-2066" y="2365386"/>
                    <a:pt x="1229" y="2357699"/>
                  </a:cubicBezTo>
                  <a:cubicBezTo>
                    <a:pt x="4523" y="2349994"/>
                    <a:pt x="13425" y="2346438"/>
                    <a:pt x="21139" y="2349733"/>
                  </a:cubicBezTo>
                  <a:cubicBezTo>
                    <a:pt x="67424" y="2369572"/>
                    <a:pt x="478489" y="2540810"/>
                    <a:pt x="658981" y="2446649"/>
                  </a:cubicBezTo>
                  <a:cubicBezTo>
                    <a:pt x="729208" y="2410005"/>
                    <a:pt x="799643" y="2345935"/>
                    <a:pt x="874208" y="2278101"/>
                  </a:cubicBezTo>
                  <a:cubicBezTo>
                    <a:pt x="992466" y="2170529"/>
                    <a:pt x="1126485" y="2048607"/>
                    <a:pt x="1296868" y="2003511"/>
                  </a:cubicBezTo>
                  <a:cubicBezTo>
                    <a:pt x="1569451" y="1931358"/>
                    <a:pt x="1885851" y="1754935"/>
                    <a:pt x="1922252" y="1689415"/>
                  </a:cubicBezTo>
                  <a:cubicBezTo>
                    <a:pt x="1963729" y="1614760"/>
                    <a:pt x="2063769" y="1530211"/>
                    <a:pt x="2174726" y="1513055"/>
                  </a:cubicBezTo>
                  <a:cubicBezTo>
                    <a:pt x="2269491" y="1498410"/>
                    <a:pt x="2642419" y="1522578"/>
                    <a:pt x="2741270" y="1607324"/>
                  </a:cubicBezTo>
                  <a:cubicBezTo>
                    <a:pt x="2759317" y="1622789"/>
                    <a:pt x="2768462" y="1640044"/>
                    <a:pt x="2768462" y="1658622"/>
                  </a:cubicBezTo>
                  <a:cubicBezTo>
                    <a:pt x="2768462" y="1803631"/>
                    <a:pt x="2673788" y="1898999"/>
                    <a:pt x="2487076" y="1942087"/>
                  </a:cubicBezTo>
                  <a:cubicBezTo>
                    <a:pt x="2369953" y="1969109"/>
                    <a:pt x="2316900" y="2034278"/>
                    <a:pt x="2293011" y="2084180"/>
                  </a:cubicBezTo>
                  <a:cubicBezTo>
                    <a:pt x="2270454" y="2131319"/>
                    <a:pt x="2272731" y="2166613"/>
                    <a:pt x="2276062" y="2173463"/>
                  </a:cubicBezTo>
                  <a:cubicBezTo>
                    <a:pt x="2279095" y="2179728"/>
                    <a:pt x="2307800" y="2178027"/>
                    <a:pt x="2330879" y="2176676"/>
                  </a:cubicBezTo>
                  <a:cubicBezTo>
                    <a:pt x="2372113" y="2174246"/>
                    <a:pt x="2428632" y="2170915"/>
                    <a:pt x="2493836" y="2188306"/>
                  </a:cubicBezTo>
                  <a:cubicBezTo>
                    <a:pt x="2613291" y="2220152"/>
                    <a:pt x="2793332" y="2202366"/>
                    <a:pt x="2851498" y="2166001"/>
                  </a:cubicBezTo>
                  <a:cubicBezTo>
                    <a:pt x="2877404" y="2149808"/>
                    <a:pt x="2912211" y="2122210"/>
                    <a:pt x="2952518" y="2090247"/>
                  </a:cubicBezTo>
                  <a:cubicBezTo>
                    <a:pt x="3009667" y="2044935"/>
                    <a:pt x="3080794" y="1988534"/>
                    <a:pt x="3156827" y="1941016"/>
                  </a:cubicBezTo>
                  <a:cubicBezTo>
                    <a:pt x="3212734" y="1906074"/>
                    <a:pt x="3197323" y="1842769"/>
                    <a:pt x="3179474" y="1769472"/>
                  </a:cubicBezTo>
                  <a:cubicBezTo>
                    <a:pt x="3161382" y="1695149"/>
                    <a:pt x="3140868" y="1610916"/>
                    <a:pt x="3202337" y="1549447"/>
                  </a:cubicBezTo>
                  <a:cubicBezTo>
                    <a:pt x="3253842" y="1497942"/>
                    <a:pt x="3367842" y="1465664"/>
                    <a:pt x="3499844" y="1428282"/>
                  </a:cubicBezTo>
                  <a:cubicBezTo>
                    <a:pt x="3668247" y="1380594"/>
                    <a:pt x="3859117" y="1326551"/>
                    <a:pt x="3965655" y="1220013"/>
                  </a:cubicBezTo>
                  <a:cubicBezTo>
                    <a:pt x="4162232" y="1023454"/>
                    <a:pt x="4963364" y="964109"/>
                    <a:pt x="5417852" y="1063257"/>
                  </a:cubicBezTo>
                  <a:cubicBezTo>
                    <a:pt x="5800141" y="1146653"/>
                    <a:pt x="6096064" y="1118389"/>
                    <a:pt x="6322552" y="976828"/>
                  </a:cubicBezTo>
                  <a:cubicBezTo>
                    <a:pt x="6442295" y="901992"/>
                    <a:pt x="6526275" y="795580"/>
                    <a:pt x="6536510" y="705721"/>
                  </a:cubicBezTo>
                  <a:cubicBezTo>
                    <a:pt x="6540461" y="670986"/>
                    <a:pt x="6532243" y="642299"/>
                    <a:pt x="6512711" y="622775"/>
                  </a:cubicBezTo>
                  <a:cubicBezTo>
                    <a:pt x="6449487" y="559560"/>
                    <a:pt x="6372445" y="458252"/>
                    <a:pt x="6433050" y="309057"/>
                  </a:cubicBezTo>
                  <a:cubicBezTo>
                    <a:pt x="6487660" y="174625"/>
                    <a:pt x="6775734" y="10335"/>
                    <a:pt x="6885008" y="10335"/>
                  </a:cubicBezTo>
                  <a:cubicBezTo>
                    <a:pt x="6924254" y="10335"/>
                    <a:pt x="6987523" y="33036"/>
                    <a:pt x="7075078" y="64468"/>
                  </a:cubicBezTo>
                  <a:cubicBezTo>
                    <a:pt x="7229619" y="119933"/>
                    <a:pt x="7463164" y="203743"/>
                    <a:pt x="7737565" y="219279"/>
                  </a:cubicBezTo>
                  <a:cubicBezTo>
                    <a:pt x="8131411" y="241593"/>
                    <a:pt x="8277744" y="141149"/>
                    <a:pt x="8356351" y="87196"/>
                  </a:cubicBezTo>
                  <a:cubicBezTo>
                    <a:pt x="8361589" y="83605"/>
                    <a:pt x="8366486" y="80247"/>
                    <a:pt x="8371086" y="77178"/>
                  </a:cubicBezTo>
                  <a:cubicBezTo>
                    <a:pt x="8450152" y="24467"/>
                    <a:pt x="8735093" y="-21808"/>
                    <a:pt x="8849687" y="10938"/>
                  </a:cubicBezTo>
                  <a:cubicBezTo>
                    <a:pt x="8968206" y="44801"/>
                    <a:pt x="9183244" y="217506"/>
                    <a:pt x="9165872" y="364757"/>
                  </a:cubicBezTo>
                  <a:cubicBezTo>
                    <a:pt x="9151470" y="487794"/>
                    <a:pt x="9183604" y="574871"/>
                    <a:pt x="9252013" y="597680"/>
                  </a:cubicBezTo>
                  <a:cubicBezTo>
                    <a:pt x="9297379" y="612793"/>
                    <a:pt x="9383791" y="667016"/>
                    <a:pt x="9422496" y="748162"/>
                  </a:cubicBezTo>
                  <a:cubicBezTo>
                    <a:pt x="9444099" y="793402"/>
                    <a:pt x="9446708" y="838615"/>
                    <a:pt x="9430236" y="882540"/>
                  </a:cubicBezTo>
                  <a:cubicBezTo>
                    <a:pt x="9417995" y="914981"/>
                    <a:pt x="9409534" y="954748"/>
                    <a:pt x="9400443" y="996847"/>
                  </a:cubicBezTo>
                  <a:cubicBezTo>
                    <a:pt x="9374159" y="1119713"/>
                    <a:pt x="9344275" y="1258979"/>
                    <a:pt x="9207997" y="1267494"/>
                  </a:cubicBezTo>
                  <a:cubicBezTo>
                    <a:pt x="9050117" y="1277359"/>
                    <a:pt x="8773286" y="1356948"/>
                    <a:pt x="8568895" y="1421972"/>
                  </a:cubicBezTo>
                  <a:cubicBezTo>
                    <a:pt x="8439198" y="1463243"/>
                    <a:pt x="8368745" y="1528789"/>
                    <a:pt x="8358178" y="1572229"/>
                  </a:cubicBezTo>
                  <a:cubicBezTo>
                    <a:pt x="8354821" y="1586055"/>
                    <a:pt x="8357413" y="1597009"/>
                    <a:pt x="8366117" y="1605704"/>
                  </a:cubicBezTo>
                  <a:cubicBezTo>
                    <a:pt x="8403480" y="1643077"/>
                    <a:pt x="8509794" y="1713745"/>
                    <a:pt x="8644650" y="1713745"/>
                  </a:cubicBezTo>
                  <a:cubicBezTo>
                    <a:pt x="8758802" y="1713745"/>
                    <a:pt x="9175053" y="1811021"/>
                    <a:pt x="9243642" y="1900862"/>
                  </a:cubicBezTo>
                  <a:cubicBezTo>
                    <a:pt x="9256694" y="1917919"/>
                    <a:pt x="9256424" y="1932546"/>
                    <a:pt x="9253813" y="1941817"/>
                  </a:cubicBezTo>
                  <a:cubicBezTo>
                    <a:pt x="9238331" y="1998696"/>
                    <a:pt x="9296659" y="2037833"/>
                    <a:pt x="9393062" y="2096989"/>
                  </a:cubicBezTo>
                  <a:cubicBezTo>
                    <a:pt x="9416285" y="2111229"/>
                    <a:pt x="9440318" y="2125955"/>
                    <a:pt x="9464621" y="2142148"/>
                  </a:cubicBezTo>
                  <a:cubicBezTo>
                    <a:pt x="9578666" y="2218181"/>
                    <a:pt x="9541401" y="2291675"/>
                    <a:pt x="9494325" y="2384729"/>
                  </a:cubicBezTo>
                  <a:cubicBezTo>
                    <a:pt x="9486314" y="2400563"/>
                    <a:pt x="9478032" y="2416918"/>
                    <a:pt x="9469931" y="2434362"/>
                  </a:cubicBezTo>
                  <a:cubicBezTo>
                    <a:pt x="9460930" y="2453634"/>
                    <a:pt x="9450489" y="2474957"/>
                    <a:pt x="9439418" y="2497595"/>
                  </a:cubicBezTo>
                  <a:cubicBezTo>
                    <a:pt x="9383700" y="2611631"/>
                    <a:pt x="9307281" y="2767811"/>
                    <a:pt x="9326362" y="2850388"/>
                  </a:cubicBezTo>
                  <a:cubicBezTo>
                    <a:pt x="9328253" y="2858543"/>
                    <a:pt x="9323122" y="2866689"/>
                    <a:pt x="9314932" y="2868570"/>
                  </a:cubicBezTo>
                  <a:cubicBezTo>
                    <a:pt x="9313851" y="2868840"/>
                    <a:pt x="9312681" y="2868966"/>
                    <a:pt x="9311511" y="2868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1" name="Google Shape;12511;p32"/>
            <p:cNvSpPr/>
            <p:nvPr/>
          </p:nvSpPr>
          <p:spPr>
            <a:xfrm>
              <a:off x="-280937" y="3938623"/>
              <a:ext cx="2497426" cy="1243349"/>
            </a:xfrm>
            <a:custGeom>
              <a:avLst/>
              <a:gdLst/>
              <a:ahLst/>
              <a:cxnLst/>
              <a:rect l="l" t="t" r="r" b="b"/>
              <a:pathLst>
                <a:path w="2497426" h="1243349" extrusionOk="0">
                  <a:moveTo>
                    <a:pt x="465164" y="1243331"/>
                  </a:moveTo>
                  <a:cubicBezTo>
                    <a:pt x="396719" y="1243331"/>
                    <a:pt x="368968" y="1224456"/>
                    <a:pt x="337941" y="1203348"/>
                  </a:cubicBezTo>
                  <a:cubicBezTo>
                    <a:pt x="322072" y="1192556"/>
                    <a:pt x="305671" y="1181394"/>
                    <a:pt x="281575" y="1171358"/>
                  </a:cubicBezTo>
                  <a:cubicBezTo>
                    <a:pt x="247704" y="1157244"/>
                    <a:pt x="201014" y="1152266"/>
                    <a:pt x="155865" y="1147451"/>
                  </a:cubicBezTo>
                  <a:cubicBezTo>
                    <a:pt x="85799" y="1139980"/>
                    <a:pt x="19623" y="1132923"/>
                    <a:pt x="3439" y="1089771"/>
                  </a:cubicBezTo>
                  <a:cubicBezTo>
                    <a:pt x="-15256" y="1039923"/>
                    <a:pt x="44871" y="1016582"/>
                    <a:pt x="120985" y="987041"/>
                  </a:cubicBezTo>
                  <a:cubicBezTo>
                    <a:pt x="165127" y="969902"/>
                    <a:pt x="220043" y="948579"/>
                    <a:pt x="272520" y="918209"/>
                  </a:cubicBezTo>
                  <a:cubicBezTo>
                    <a:pt x="386214" y="852383"/>
                    <a:pt x="443668" y="752056"/>
                    <a:pt x="481690" y="685654"/>
                  </a:cubicBezTo>
                  <a:cubicBezTo>
                    <a:pt x="488648" y="673503"/>
                    <a:pt x="494867" y="662638"/>
                    <a:pt x="500565" y="653529"/>
                  </a:cubicBezTo>
                  <a:cubicBezTo>
                    <a:pt x="541377" y="588234"/>
                    <a:pt x="745019" y="471237"/>
                    <a:pt x="835634" y="442946"/>
                  </a:cubicBezTo>
                  <a:cubicBezTo>
                    <a:pt x="852502" y="437680"/>
                    <a:pt x="863223" y="430119"/>
                    <a:pt x="868407" y="419813"/>
                  </a:cubicBezTo>
                  <a:cubicBezTo>
                    <a:pt x="879524" y="397742"/>
                    <a:pt x="866949" y="361630"/>
                    <a:pt x="853636" y="323393"/>
                  </a:cubicBezTo>
                  <a:cubicBezTo>
                    <a:pt x="845922" y="301240"/>
                    <a:pt x="837938" y="278333"/>
                    <a:pt x="833879" y="255992"/>
                  </a:cubicBezTo>
                  <a:cubicBezTo>
                    <a:pt x="820116" y="180292"/>
                    <a:pt x="819990" y="98822"/>
                    <a:pt x="911532" y="16011"/>
                  </a:cubicBezTo>
                  <a:cubicBezTo>
                    <a:pt x="977637" y="-43802"/>
                    <a:pt x="1287943" y="76769"/>
                    <a:pt x="1468021" y="166808"/>
                  </a:cubicBezTo>
                  <a:cubicBezTo>
                    <a:pt x="1635650" y="250636"/>
                    <a:pt x="1770623" y="187214"/>
                    <a:pt x="1913544" y="120101"/>
                  </a:cubicBezTo>
                  <a:cubicBezTo>
                    <a:pt x="1937676" y="108768"/>
                    <a:pt x="1962627" y="97049"/>
                    <a:pt x="1987426" y="86266"/>
                  </a:cubicBezTo>
                  <a:cubicBezTo>
                    <a:pt x="2148978" y="16020"/>
                    <a:pt x="2258145" y="81216"/>
                    <a:pt x="2330379" y="124376"/>
                  </a:cubicBezTo>
                  <a:cubicBezTo>
                    <a:pt x="2336302" y="127923"/>
                    <a:pt x="2341973" y="131298"/>
                    <a:pt x="2347391" y="134440"/>
                  </a:cubicBezTo>
                  <a:cubicBezTo>
                    <a:pt x="2421480" y="177330"/>
                    <a:pt x="2481572" y="268044"/>
                    <a:pt x="2496929" y="360153"/>
                  </a:cubicBezTo>
                  <a:cubicBezTo>
                    <a:pt x="2498125" y="367336"/>
                    <a:pt x="2497747" y="378425"/>
                    <a:pt x="2489106" y="390469"/>
                  </a:cubicBezTo>
                  <a:cubicBezTo>
                    <a:pt x="2446639" y="449616"/>
                    <a:pt x="2224471" y="489707"/>
                    <a:pt x="1938432" y="535973"/>
                  </a:cubicBezTo>
                  <a:cubicBezTo>
                    <a:pt x="1869996" y="547045"/>
                    <a:pt x="1805341" y="557504"/>
                    <a:pt x="1755752" y="567100"/>
                  </a:cubicBezTo>
                  <a:cubicBezTo>
                    <a:pt x="1599403" y="597362"/>
                    <a:pt x="1565945" y="697221"/>
                    <a:pt x="1523585" y="823651"/>
                  </a:cubicBezTo>
                  <a:cubicBezTo>
                    <a:pt x="1507860" y="870592"/>
                    <a:pt x="1491595" y="919118"/>
                    <a:pt x="1467517" y="967292"/>
                  </a:cubicBezTo>
                  <a:cubicBezTo>
                    <a:pt x="1400953" y="1100438"/>
                    <a:pt x="1291589" y="1088106"/>
                    <a:pt x="1185825" y="1076188"/>
                  </a:cubicBezTo>
                  <a:cubicBezTo>
                    <a:pt x="1142511" y="1071319"/>
                    <a:pt x="1097748" y="1066269"/>
                    <a:pt x="1054390" y="1070391"/>
                  </a:cubicBezTo>
                  <a:cubicBezTo>
                    <a:pt x="979662" y="1077503"/>
                    <a:pt x="894250" y="1113237"/>
                    <a:pt x="803815" y="1151078"/>
                  </a:cubicBezTo>
                  <a:cubicBezTo>
                    <a:pt x="714721" y="1188343"/>
                    <a:pt x="622603" y="1226886"/>
                    <a:pt x="537254" y="1238021"/>
                  </a:cubicBezTo>
                  <a:cubicBezTo>
                    <a:pt x="508954" y="1241711"/>
                    <a:pt x="485299" y="1243349"/>
                    <a:pt x="465164" y="1243349"/>
                  </a:cubicBezTo>
                  <a:close/>
                  <a:moveTo>
                    <a:pt x="969544" y="29486"/>
                  </a:moveTo>
                  <a:cubicBezTo>
                    <a:pt x="951578" y="29486"/>
                    <a:pt x="938661" y="32384"/>
                    <a:pt x="931893" y="38496"/>
                  </a:cubicBezTo>
                  <a:lnTo>
                    <a:pt x="931893" y="38496"/>
                  </a:lnTo>
                  <a:cubicBezTo>
                    <a:pt x="855581" y="107535"/>
                    <a:pt x="849235" y="170823"/>
                    <a:pt x="863727" y="250555"/>
                  </a:cubicBezTo>
                  <a:cubicBezTo>
                    <a:pt x="867372" y="270583"/>
                    <a:pt x="874942" y="292357"/>
                    <a:pt x="882278" y="313410"/>
                  </a:cubicBezTo>
                  <a:cubicBezTo>
                    <a:pt x="897769" y="357885"/>
                    <a:pt x="912396" y="399893"/>
                    <a:pt x="895501" y="433450"/>
                  </a:cubicBezTo>
                  <a:cubicBezTo>
                    <a:pt x="886545" y="451227"/>
                    <a:pt x="869442" y="464162"/>
                    <a:pt x="844671" y="471894"/>
                  </a:cubicBezTo>
                  <a:cubicBezTo>
                    <a:pt x="752697" y="500608"/>
                    <a:pt x="559973" y="615697"/>
                    <a:pt x="526290" y="669596"/>
                  </a:cubicBezTo>
                  <a:cubicBezTo>
                    <a:pt x="520773" y="678417"/>
                    <a:pt x="514760" y="688939"/>
                    <a:pt x="508018" y="700713"/>
                  </a:cubicBezTo>
                  <a:cubicBezTo>
                    <a:pt x="470789" y="765729"/>
                    <a:pt x="408483" y="874535"/>
                    <a:pt x="287723" y="944447"/>
                  </a:cubicBezTo>
                  <a:cubicBezTo>
                    <a:pt x="233221" y="976005"/>
                    <a:pt x="177080" y="997788"/>
                    <a:pt x="131976" y="1015304"/>
                  </a:cubicBezTo>
                  <a:cubicBezTo>
                    <a:pt x="64836" y="1041363"/>
                    <a:pt x="24078" y="1058384"/>
                    <a:pt x="31856" y="1079105"/>
                  </a:cubicBezTo>
                  <a:cubicBezTo>
                    <a:pt x="41460" y="1104731"/>
                    <a:pt x="101264" y="1111113"/>
                    <a:pt x="159096" y="1117279"/>
                  </a:cubicBezTo>
                  <a:cubicBezTo>
                    <a:pt x="206398" y="1122320"/>
                    <a:pt x="255319" y="1127531"/>
                    <a:pt x="293259" y="1143337"/>
                  </a:cubicBezTo>
                  <a:cubicBezTo>
                    <a:pt x="320209" y="1154570"/>
                    <a:pt x="338706" y="1167154"/>
                    <a:pt x="355025" y="1178253"/>
                  </a:cubicBezTo>
                  <a:cubicBezTo>
                    <a:pt x="392920" y="1204032"/>
                    <a:pt x="420275" y="1222665"/>
                    <a:pt x="533348" y="1207912"/>
                  </a:cubicBezTo>
                  <a:cubicBezTo>
                    <a:pt x="614664" y="1197299"/>
                    <a:pt x="704883" y="1159566"/>
                    <a:pt x="792122" y="1123066"/>
                  </a:cubicBezTo>
                  <a:cubicBezTo>
                    <a:pt x="884736" y="1084326"/>
                    <a:pt x="972218" y="1047717"/>
                    <a:pt x="1051527" y="1040166"/>
                  </a:cubicBezTo>
                  <a:cubicBezTo>
                    <a:pt x="1098010" y="1035737"/>
                    <a:pt x="1144384" y="1040976"/>
                    <a:pt x="1189237" y="1046025"/>
                  </a:cubicBezTo>
                  <a:cubicBezTo>
                    <a:pt x="1293389" y="1057745"/>
                    <a:pt x="1383302" y="1067889"/>
                    <a:pt x="1440405" y="953700"/>
                  </a:cubicBezTo>
                  <a:cubicBezTo>
                    <a:pt x="1463538" y="907443"/>
                    <a:pt x="1479452" y="859935"/>
                    <a:pt x="1494845" y="813993"/>
                  </a:cubicBezTo>
                  <a:cubicBezTo>
                    <a:pt x="1536727" y="688994"/>
                    <a:pt x="1576287" y="570925"/>
                    <a:pt x="1750010" y="537296"/>
                  </a:cubicBezTo>
                  <a:cubicBezTo>
                    <a:pt x="1800057" y="527611"/>
                    <a:pt x="1864928" y="517116"/>
                    <a:pt x="1933607" y="506008"/>
                  </a:cubicBezTo>
                  <a:cubicBezTo>
                    <a:pt x="2141408" y="472398"/>
                    <a:pt x="2425990" y="426357"/>
                    <a:pt x="2464479" y="372755"/>
                  </a:cubicBezTo>
                  <a:cubicBezTo>
                    <a:pt x="2467575" y="368435"/>
                    <a:pt x="2467179" y="366031"/>
                    <a:pt x="2467026" y="365122"/>
                  </a:cubicBezTo>
                  <a:cubicBezTo>
                    <a:pt x="2453299" y="282743"/>
                    <a:pt x="2397861" y="198672"/>
                    <a:pt x="2332216" y="160669"/>
                  </a:cubicBezTo>
                  <a:cubicBezTo>
                    <a:pt x="2326680" y="157465"/>
                    <a:pt x="2320892" y="154008"/>
                    <a:pt x="2314834" y="150390"/>
                  </a:cubicBezTo>
                  <a:cubicBezTo>
                    <a:pt x="2243932" y="108039"/>
                    <a:pt x="2146827" y="50027"/>
                    <a:pt x="1999531" y="114061"/>
                  </a:cubicBezTo>
                  <a:cubicBezTo>
                    <a:pt x="1975139" y="124673"/>
                    <a:pt x="1950385" y="136294"/>
                    <a:pt x="1926443" y="147536"/>
                  </a:cubicBezTo>
                  <a:cubicBezTo>
                    <a:pt x="1783278" y="214775"/>
                    <a:pt x="1635227" y="284318"/>
                    <a:pt x="1454456" y="193919"/>
                  </a:cubicBezTo>
                  <a:cubicBezTo>
                    <a:pt x="1260544" y="96959"/>
                    <a:pt x="1056316" y="29477"/>
                    <a:pt x="969536" y="29477"/>
                  </a:cubicBezTo>
                  <a:close/>
                  <a:moveTo>
                    <a:pt x="921721" y="27254"/>
                  </a:moveTo>
                  <a:lnTo>
                    <a:pt x="921847" y="27254"/>
                  </a:lnTo>
                  <a:lnTo>
                    <a:pt x="921721" y="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2" name="Google Shape;12512;p32"/>
            <p:cNvSpPr/>
            <p:nvPr/>
          </p:nvSpPr>
          <p:spPr>
            <a:xfrm>
              <a:off x="36428" y="4078648"/>
              <a:ext cx="1995516" cy="975768"/>
            </a:xfrm>
            <a:custGeom>
              <a:avLst/>
              <a:gdLst/>
              <a:ahLst/>
              <a:cxnLst/>
              <a:rect l="l" t="t" r="r" b="b"/>
              <a:pathLst>
                <a:path w="1995516" h="975768" extrusionOk="0">
                  <a:moveTo>
                    <a:pt x="149257" y="975768"/>
                  </a:moveTo>
                  <a:cubicBezTo>
                    <a:pt x="89210" y="975768"/>
                    <a:pt x="20027" y="955380"/>
                    <a:pt x="1124" y="911275"/>
                  </a:cubicBezTo>
                  <a:lnTo>
                    <a:pt x="1124" y="911275"/>
                  </a:lnTo>
                  <a:cubicBezTo>
                    <a:pt x="-9056" y="887503"/>
                    <a:pt x="51702" y="844108"/>
                    <a:pt x="110471" y="802135"/>
                  </a:cubicBezTo>
                  <a:cubicBezTo>
                    <a:pt x="138437" y="782162"/>
                    <a:pt x="164856" y="763295"/>
                    <a:pt x="178078" y="750073"/>
                  </a:cubicBezTo>
                  <a:cubicBezTo>
                    <a:pt x="186567" y="741584"/>
                    <a:pt x="196486" y="733141"/>
                    <a:pt x="206982" y="724212"/>
                  </a:cubicBezTo>
                  <a:cubicBezTo>
                    <a:pt x="246181" y="690872"/>
                    <a:pt x="290611" y="653076"/>
                    <a:pt x="297776" y="584973"/>
                  </a:cubicBezTo>
                  <a:cubicBezTo>
                    <a:pt x="304653" y="519598"/>
                    <a:pt x="359056" y="483656"/>
                    <a:pt x="402775" y="454762"/>
                  </a:cubicBezTo>
                  <a:cubicBezTo>
                    <a:pt x="419076" y="443996"/>
                    <a:pt x="433145" y="434698"/>
                    <a:pt x="442488" y="425355"/>
                  </a:cubicBezTo>
                  <a:cubicBezTo>
                    <a:pt x="463758" y="404076"/>
                    <a:pt x="524489" y="383202"/>
                    <a:pt x="578064" y="364786"/>
                  </a:cubicBezTo>
                  <a:cubicBezTo>
                    <a:pt x="613213" y="352707"/>
                    <a:pt x="646401" y="341302"/>
                    <a:pt x="661064" y="332130"/>
                  </a:cubicBezTo>
                  <a:cubicBezTo>
                    <a:pt x="687438" y="315649"/>
                    <a:pt x="678139" y="277079"/>
                    <a:pt x="668301" y="236249"/>
                  </a:cubicBezTo>
                  <a:cubicBezTo>
                    <a:pt x="665132" y="223090"/>
                    <a:pt x="661847" y="209489"/>
                    <a:pt x="659624" y="196158"/>
                  </a:cubicBezTo>
                  <a:cubicBezTo>
                    <a:pt x="649893" y="137785"/>
                    <a:pt x="679048" y="35694"/>
                    <a:pt x="706898" y="7853"/>
                  </a:cubicBezTo>
                  <a:cubicBezTo>
                    <a:pt x="729230" y="-14452"/>
                    <a:pt x="822329" y="14658"/>
                    <a:pt x="915815" y="46387"/>
                  </a:cubicBezTo>
                  <a:cubicBezTo>
                    <a:pt x="930353" y="51320"/>
                    <a:pt x="942909" y="55587"/>
                    <a:pt x="951253" y="58098"/>
                  </a:cubicBezTo>
                  <a:cubicBezTo>
                    <a:pt x="974584" y="65092"/>
                    <a:pt x="1046585" y="93418"/>
                    <a:pt x="1116209" y="120818"/>
                  </a:cubicBezTo>
                  <a:cubicBezTo>
                    <a:pt x="1185689" y="148155"/>
                    <a:pt x="1257536" y="176418"/>
                    <a:pt x="1280597" y="183349"/>
                  </a:cubicBezTo>
                  <a:cubicBezTo>
                    <a:pt x="1325882" y="196923"/>
                    <a:pt x="1472763" y="160495"/>
                    <a:pt x="1528976" y="137065"/>
                  </a:cubicBezTo>
                  <a:cubicBezTo>
                    <a:pt x="1560030" y="124131"/>
                    <a:pt x="1606593" y="98378"/>
                    <a:pt x="1651626" y="73472"/>
                  </a:cubicBezTo>
                  <a:cubicBezTo>
                    <a:pt x="1686658" y="54101"/>
                    <a:pt x="1719729" y="35811"/>
                    <a:pt x="1742250" y="25405"/>
                  </a:cubicBezTo>
                  <a:cubicBezTo>
                    <a:pt x="1781621" y="7250"/>
                    <a:pt x="1836636" y="24433"/>
                    <a:pt x="1880841" y="38268"/>
                  </a:cubicBezTo>
                  <a:cubicBezTo>
                    <a:pt x="1895351" y="42805"/>
                    <a:pt x="1909060" y="47090"/>
                    <a:pt x="1920519" y="49592"/>
                  </a:cubicBezTo>
                  <a:cubicBezTo>
                    <a:pt x="1940825" y="54020"/>
                    <a:pt x="1956838" y="76532"/>
                    <a:pt x="1966695" y="94634"/>
                  </a:cubicBezTo>
                  <a:cubicBezTo>
                    <a:pt x="1989629" y="136732"/>
                    <a:pt x="2001628" y="195294"/>
                    <a:pt x="1992384" y="219939"/>
                  </a:cubicBezTo>
                  <a:cubicBezTo>
                    <a:pt x="1976802" y="261507"/>
                    <a:pt x="1696542" y="282290"/>
                    <a:pt x="1632237" y="282290"/>
                  </a:cubicBezTo>
                  <a:cubicBezTo>
                    <a:pt x="1554701" y="282290"/>
                    <a:pt x="1331274" y="337927"/>
                    <a:pt x="1271344" y="356370"/>
                  </a:cubicBezTo>
                  <a:cubicBezTo>
                    <a:pt x="1213818" y="374066"/>
                    <a:pt x="1134752" y="519462"/>
                    <a:pt x="1120386" y="573344"/>
                  </a:cubicBezTo>
                  <a:cubicBezTo>
                    <a:pt x="1106019" y="627225"/>
                    <a:pt x="990606" y="799975"/>
                    <a:pt x="961847" y="828743"/>
                  </a:cubicBezTo>
                  <a:cubicBezTo>
                    <a:pt x="946663" y="843919"/>
                    <a:pt x="875814" y="840147"/>
                    <a:pt x="793804" y="835809"/>
                  </a:cubicBezTo>
                  <a:cubicBezTo>
                    <a:pt x="717817" y="831768"/>
                    <a:pt x="639227" y="827618"/>
                    <a:pt x="603366" y="838806"/>
                  </a:cubicBezTo>
                  <a:cubicBezTo>
                    <a:pt x="572033" y="848591"/>
                    <a:pt x="507306" y="870067"/>
                    <a:pt x="438771" y="892813"/>
                  </a:cubicBezTo>
                  <a:cubicBezTo>
                    <a:pt x="346698" y="923355"/>
                    <a:pt x="242347" y="957973"/>
                    <a:pt x="205343" y="968711"/>
                  </a:cubicBezTo>
                  <a:cubicBezTo>
                    <a:pt x="189312" y="973356"/>
                    <a:pt x="169806" y="975750"/>
                    <a:pt x="149248" y="975750"/>
                  </a:cubicBezTo>
                  <a:close/>
                  <a:moveTo>
                    <a:pt x="6930" y="908781"/>
                  </a:moveTo>
                  <a:cubicBezTo>
                    <a:pt x="30270" y="963248"/>
                    <a:pt x="142641" y="980368"/>
                    <a:pt x="203588" y="962653"/>
                  </a:cubicBezTo>
                  <a:cubicBezTo>
                    <a:pt x="240484" y="951951"/>
                    <a:pt x="344771" y="917350"/>
                    <a:pt x="436790" y="886828"/>
                  </a:cubicBezTo>
                  <a:cubicBezTo>
                    <a:pt x="505353" y="864082"/>
                    <a:pt x="570107" y="842596"/>
                    <a:pt x="601494" y="832785"/>
                  </a:cubicBezTo>
                  <a:cubicBezTo>
                    <a:pt x="638444" y="821254"/>
                    <a:pt x="717592" y="825449"/>
                    <a:pt x="794155" y="829517"/>
                  </a:cubicBezTo>
                  <a:cubicBezTo>
                    <a:pt x="867938" y="833442"/>
                    <a:pt x="944205" y="837492"/>
                    <a:pt x="957383" y="824296"/>
                  </a:cubicBezTo>
                  <a:cubicBezTo>
                    <a:pt x="985872" y="795808"/>
                    <a:pt x="1100628" y="622931"/>
                    <a:pt x="1114283" y="571732"/>
                  </a:cubicBezTo>
                  <a:cubicBezTo>
                    <a:pt x="1127253" y="523099"/>
                    <a:pt x="1205887" y="369917"/>
                    <a:pt x="1269481" y="350357"/>
                  </a:cubicBezTo>
                  <a:cubicBezTo>
                    <a:pt x="1331589" y="331248"/>
                    <a:pt x="1552784" y="275989"/>
                    <a:pt x="1632237" y="275989"/>
                  </a:cubicBezTo>
                  <a:cubicBezTo>
                    <a:pt x="1725930" y="275989"/>
                    <a:pt x="1974318" y="250156"/>
                    <a:pt x="1986470" y="217734"/>
                  </a:cubicBezTo>
                  <a:cubicBezTo>
                    <a:pt x="1995021" y="194934"/>
                    <a:pt x="1982950" y="137704"/>
                    <a:pt x="1961141" y="97667"/>
                  </a:cubicBezTo>
                  <a:cubicBezTo>
                    <a:pt x="1948098" y="73706"/>
                    <a:pt x="1933192" y="58836"/>
                    <a:pt x="1919168" y="55776"/>
                  </a:cubicBezTo>
                  <a:cubicBezTo>
                    <a:pt x="1907431" y="53219"/>
                    <a:pt x="1893596" y="48890"/>
                    <a:pt x="1878942" y="44308"/>
                  </a:cubicBezTo>
                  <a:cubicBezTo>
                    <a:pt x="1835763" y="30797"/>
                    <a:pt x="1782053" y="14010"/>
                    <a:pt x="1744896" y="31157"/>
                  </a:cubicBezTo>
                  <a:cubicBezTo>
                    <a:pt x="1722582" y="41455"/>
                    <a:pt x="1689602" y="59700"/>
                    <a:pt x="1654677" y="79008"/>
                  </a:cubicBezTo>
                  <a:cubicBezTo>
                    <a:pt x="1609501" y="103995"/>
                    <a:pt x="1562775" y="129828"/>
                    <a:pt x="1531397" y="142907"/>
                  </a:cubicBezTo>
                  <a:cubicBezTo>
                    <a:pt x="1474492" y="166616"/>
                    <a:pt x="1325360" y="203404"/>
                    <a:pt x="1278770" y="189398"/>
                  </a:cubicBezTo>
                  <a:cubicBezTo>
                    <a:pt x="1255457" y="182404"/>
                    <a:pt x="1183475" y="154086"/>
                    <a:pt x="1113877" y="126705"/>
                  </a:cubicBezTo>
                  <a:cubicBezTo>
                    <a:pt x="1044361" y="99350"/>
                    <a:pt x="972487" y="71078"/>
                    <a:pt x="949417" y="64156"/>
                  </a:cubicBezTo>
                  <a:cubicBezTo>
                    <a:pt x="940955" y="61617"/>
                    <a:pt x="928354" y="57342"/>
                    <a:pt x="913763" y="52391"/>
                  </a:cubicBezTo>
                  <a:cubicBezTo>
                    <a:pt x="850494" y="30914"/>
                    <a:pt x="732731" y="-9069"/>
                    <a:pt x="711344" y="12336"/>
                  </a:cubicBezTo>
                  <a:cubicBezTo>
                    <a:pt x="685043" y="38637"/>
                    <a:pt x="656554" y="139441"/>
                    <a:pt x="665835" y="195141"/>
                  </a:cubicBezTo>
                  <a:cubicBezTo>
                    <a:pt x="668022" y="208246"/>
                    <a:pt x="671271" y="221739"/>
                    <a:pt x="674421" y="234782"/>
                  </a:cubicBezTo>
                  <a:cubicBezTo>
                    <a:pt x="684818" y="277889"/>
                    <a:pt x="694629" y="318610"/>
                    <a:pt x="664394" y="337495"/>
                  </a:cubicBezTo>
                  <a:cubicBezTo>
                    <a:pt x="649119" y="347045"/>
                    <a:pt x="617138" y="358035"/>
                    <a:pt x="580099" y="370772"/>
                  </a:cubicBezTo>
                  <a:cubicBezTo>
                    <a:pt x="527163" y="388963"/>
                    <a:pt x="467179" y="409594"/>
                    <a:pt x="446935" y="429829"/>
                  </a:cubicBezTo>
                  <a:cubicBezTo>
                    <a:pt x="437141" y="439622"/>
                    <a:pt x="422820" y="449082"/>
                    <a:pt x="406232" y="460046"/>
                  </a:cubicBezTo>
                  <a:cubicBezTo>
                    <a:pt x="363629" y="488192"/>
                    <a:pt x="310603" y="523225"/>
                    <a:pt x="304032" y="585648"/>
                  </a:cubicBezTo>
                  <a:cubicBezTo>
                    <a:pt x="296606" y="656253"/>
                    <a:pt x="249161" y="696606"/>
                    <a:pt x="211050" y="729037"/>
                  </a:cubicBezTo>
                  <a:cubicBezTo>
                    <a:pt x="200653" y="737876"/>
                    <a:pt x="190833" y="746238"/>
                    <a:pt x="182516" y="754546"/>
                  </a:cubicBezTo>
                  <a:cubicBezTo>
                    <a:pt x="168924" y="768138"/>
                    <a:pt x="142299" y="787158"/>
                    <a:pt x="114116" y="807284"/>
                  </a:cubicBezTo>
                  <a:cubicBezTo>
                    <a:pt x="65429" y="842065"/>
                    <a:pt x="-1270" y="889699"/>
                    <a:pt x="6912" y="908791"/>
                  </a:cubicBezTo>
                  <a:lnTo>
                    <a:pt x="6912" y="90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3" name="Google Shape;12513;p32"/>
            <p:cNvSpPr/>
            <p:nvPr/>
          </p:nvSpPr>
          <p:spPr>
            <a:xfrm>
              <a:off x="399282" y="4352684"/>
              <a:ext cx="755677" cy="484092"/>
            </a:xfrm>
            <a:custGeom>
              <a:avLst/>
              <a:gdLst/>
              <a:ahLst/>
              <a:cxnLst/>
              <a:rect l="l" t="t" r="r" b="b"/>
              <a:pathLst>
                <a:path w="755677" h="484092" extrusionOk="0">
                  <a:moveTo>
                    <a:pt x="28417" y="484065"/>
                  </a:moveTo>
                  <a:cubicBezTo>
                    <a:pt x="22206" y="484065"/>
                    <a:pt x="16913" y="482013"/>
                    <a:pt x="12629" y="477927"/>
                  </a:cubicBezTo>
                  <a:cubicBezTo>
                    <a:pt x="-9307" y="457008"/>
                    <a:pt x="2781" y="386916"/>
                    <a:pt x="8596" y="353224"/>
                  </a:cubicBezTo>
                  <a:lnTo>
                    <a:pt x="9749" y="346500"/>
                  </a:lnTo>
                  <a:cubicBezTo>
                    <a:pt x="15860" y="309820"/>
                    <a:pt x="129095" y="230520"/>
                    <a:pt x="177494" y="198125"/>
                  </a:cubicBezTo>
                  <a:lnTo>
                    <a:pt x="177494" y="198125"/>
                  </a:lnTo>
                  <a:cubicBezTo>
                    <a:pt x="227226" y="164821"/>
                    <a:pt x="274473" y="174092"/>
                    <a:pt x="316157" y="182283"/>
                  </a:cubicBezTo>
                  <a:cubicBezTo>
                    <a:pt x="332612" y="185514"/>
                    <a:pt x="348157" y="188566"/>
                    <a:pt x="362280" y="188566"/>
                  </a:cubicBezTo>
                  <a:cubicBezTo>
                    <a:pt x="398203" y="188566"/>
                    <a:pt x="419599" y="154595"/>
                    <a:pt x="446675" y="111597"/>
                  </a:cubicBezTo>
                  <a:cubicBezTo>
                    <a:pt x="455802" y="97114"/>
                    <a:pt x="465235" y="82136"/>
                    <a:pt x="476171" y="66834"/>
                  </a:cubicBezTo>
                  <a:cubicBezTo>
                    <a:pt x="523977" y="0"/>
                    <a:pt x="649687" y="0"/>
                    <a:pt x="717232" y="0"/>
                  </a:cubicBezTo>
                  <a:cubicBezTo>
                    <a:pt x="735063" y="0"/>
                    <a:pt x="746873" y="5284"/>
                    <a:pt x="752319" y="15698"/>
                  </a:cubicBezTo>
                  <a:cubicBezTo>
                    <a:pt x="769908" y="49290"/>
                    <a:pt x="714631" y="129032"/>
                    <a:pt x="674270" y="187251"/>
                  </a:cubicBezTo>
                  <a:lnTo>
                    <a:pt x="669913" y="193534"/>
                  </a:lnTo>
                  <a:cubicBezTo>
                    <a:pt x="635340" y="243473"/>
                    <a:pt x="619219" y="311009"/>
                    <a:pt x="607454" y="360317"/>
                  </a:cubicBezTo>
                  <a:cubicBezTo>
                    <a:pt x="602225" y="382235"/>
                    <a:pt x="597697" y="401174"/>
                    <a:pt x="592619" y="414702"/>
                  </a:cubicBezTo>
                  <a:cubicBezTo>
                    <a:pt x="578092" y="453489"/>
                    <a:pt x="466162" y="430823"/>
                    <a:pt x="384423" y="414270"/>
                  </a:cubicBezTo>
                  <a:cubicBezTo>
                    <a:pt x="366843" y="410706"/>
                    <a:pt x="351667" y="407637"/>
                    <a:pt x="339561" y="405620"/>
                  </a:cubicBezTo>
                  <a:cubicBezTo>
                    <a:pt x="293295" y="397915"/>
                    <a:pt x="186838" y="433884"/>
                    <a:pt x="109112" y="460149"/>
                  </a:cubicBezTo>
                  <a:cubicBezTo>
                    <a:pt x="77671" y="470771"/>
                    <a:pt x="50524" y="479943"/>
                    <a:pt x="35726" y="483237"/>
                  </a:cubicBezTo>
                  <a:cubicBezTo>
                    <a:pt x="33160" y="483804"/>
                    <a:pt x="30730" y="484093"/>
                    <a:pt x="28417" y="484093"/>
                  </a:cubicBezTo>
                  <a:close/>
                  <a:moveTo>
                    <a:pt x="255805" y="180915"/>
                  </a:moveTo>
                  <a:cubicBezTo>
                    <a:pt x="231745" y="180915"/>
                    <a:pt x="206622" y="186216"/>
                    <a:pt x="181005" y="203363"/>
                  </a:cubicBezTo>
                  <a:lnTo>
                    <a:pt x="181005" y="203363"/>
                  </a:lnTo>
                  <a:cubicBezTo>
                    <a:pt x="143776" y="228288"/>
                    <a:pt x="21837" y="312323"/>
                    <a:pt x="15968" y="347536"/>
                  </a:cubicBezTo>
                  <a:lnTo>
                    <a:pt x="14816" y="354295"/>
                  </a:lnTo>
                  <a:cubicBezTo>
                    <a:pt x="9631" y="384359"/>
                    <a:pt x="-2511" y="454767"/>
                    <a:pt x="16985" y="473354"/>
                  </a:cubicBezTo>
                  <a:cubicBezTo>
                    <a:pt x="21315" y="477477"/>
                    <a:pt x="27004" y="478683"/>
                    <a:pt x="34358" y="477045"/>
                  </a:cubicBezTo>
                  <a:cubicBezTo>
                    <a:pt x="48822" y="473831"/>
                    <a:pt x="75826" y="464704"/>
                    <a:pt x="107096" y="454146"/>
                  </a:cubicBezTo>
                  <a:cubicBezTo>
                    <a:pt x="185461" y="427655"/>
                    <a:pt x="292782" y="391362"/>
                    <a:pt x="340605" y="399373"/>
                  </a:cubicBezTo>
                  <a:cubicBezTo>
                    <a:pt x="352828" y="401407"/>
                    <a:pt x="368058" y="404495"/>
                    <a:pt x="385692" y="408059"/>
                  </a:cubicBezTo>
                  <a:cubicBezTo>
                    <a:pt x="456135" y="422335"/>
                    <a:pt x="574050" y="446216"/>
                    <a:pt x="586715" y="412470"/>
                  </a:cubicBezTo>
                  <a:cubicBezTo>
                    <a:pt x="591648" y="399311"/>
                    <a:pt x="596121" y="380561"/>
                    <a:pt x="601306" y="358841"/>
                  </a:cubicBezTo>
                  <a:cubicBezTo>
                    <a:pt x="613188" y="309046"/>
                    <a:pt x="629462" y="240844"/>
                    <a:pt x="664719" y="189934"/>
                  </a:cubicBezTo>
                  <a:lnTo>
                    <a:pt x="669076" y="183642"/>
                  </a:lnTo>
                  <a:cubicBezTo>
                    <a:pt x="706295" y="129959"/>
                    <a:pt x="762544" y="48831"/>
                    <a:pt x="746720" y="18623"/>
                  </a:cubicBezTo>
                  <a:cubicBezTo>
                    <a:pt x="742444" y="10459"/>
                    <a:pt x="732517" y="6319"/>
                    <a:pt x="717223" y="6319"/>
                  </a:cubicBezTo>
                  <a:cubicBezTo>
                    <a:pt x="650821" y="6319"/>
                    <a:pt x="527208" y="6319"/>
                    <a:pt x="481302" y="70515"/>
                  </a:cubicBezTo>
                  <a:cubicBezTo>
                    <a:pt x="470474" y="85664"/>
                    <a:pt x="461086" y="100570"/>
                    <a:pt x="452012" y="114972"/>
                  </a:cubicBezTo>
                  <a:cubicBezTo>
                    <a:pt x="423893" y="159618"/>
                    <a:pt x="401669" y="194894"/>
                    <a:pt x="362262" y="194894"/>
                  </a:cubicBezTo>
                  <a:cubicBezTo>
                    <a:pt x="347527" y="194894"/>
                    <a:pt x="331685" y="191779"/>
                    <a:pt x="314924" y="188493"/>
                  </a:cubicBezTo>
                  <a:cubicBezTo>
                    <a:pt x="296247" y="184830"/>
                    <a:pt x="276409" y="180933"/>
                    <a:pt x="255787" y="180933"/>
                  </a:cubicBezTo>
                  <a:close/>
                  <a:moveTo>
                    <a:pt x="179249" y="200735"/>
                  </a:moveTo>
                  <a:lnTo>
                    <a:pt x="179331" y="200735"/>
                  </a:lnTo>
                  <a:lnTo>
                    <a:pt x="179249" y="2007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4" name="Google Shape;12514;p32"/>
            <p:cNvSpPr/>
            <p:nvPr/>
          </p:nvSpPr>
          <p:spPr>
            <a:xfrm>
              <a:off x="-6272771" y="3620352"/>
              <a:ext cx="9260244" cy="2762458"/>
            </a:xfrm>
            <a:custGeom>
              <a:avLst/>
              <a:gdLst/>
              <a:ahLst/>
              <a:cxnLst/>
              <a:rect l="l" t="t" r="r" b="b"/>
              <a:pathLst>
                <a:path w="9260244" h="2762458" extrusionOk="0">
                  <a:moveTo>
                    <a:pt x="9069167" y="2762459"/>
                  </a:moveTo>
                  <a:cubicBezTo>
                    <a:pt x="9068987" y="2762459"/>
                    <a:pt x="9068897" y="2762450"/>
                    <a:pt x="9068717" y="2762432"/>
                  </a:cubicBezTo>
                  <a:cubicBezTo>
                    <a:pt x="9067006" y="2762225"/>
                    <a:pt x="9065836" y="2760640"/>
                    <a:pt x="9066017" y="2758912"/>
                  </a:cubicBezTo>
                  <a:cubicBezTo>
                    <a:pt x="9066197" y="2757256"/>
                    <a:pt x="9086450" y="2592525"/>
                    <a:pt x="9099771" y="2514998"/>
                  </a:cubicBezTo>
                  <a:cubicBezTo>
                    <a:pt x="9110662" y="2451747"/>
                    <a:pt x="9168000" y="2373950"/>
                    <a:pt x="9205895" y="2322463"/>
                  </a:cubicBezTo>
                  <a:cubicBezTo>
                    <a:pt x="9215166" y="2309933"/>
                    <a:pt x="9223177" y="2299096"/>
                    <a:pt x="9228578" y="2290968"/>
                  </a:cubicBezTo>
                  <a:cubicBezTo>
                    <a:pt x="9247660" y="2262389"/>
                    <a:pt x="9263593" y="2187607"/>
                    <a:pt x="9246580" y="2142835"/>
                  </a:cubicBezTo>
                  <a:cubicBezTo>
                    <a:pt x="9239920" y="2125121"/>
                    <a:pt x="9228758" y="2114104"/>
                    <a:pt x="9213546" y="2110098"/>
                  </a:cubicBezTo>
                  <a:cubicBezTo>
                    <a:pt x="9149188" y="2093185"/>
                    <a:pt x="9033073" y="1964693"/>
                    <a:pt x="9012190" y="1908976"/>
                  </a:cubicBezTo>
                  <a:cubicBezTo>
                    <a:pt x="8993107" y="1858227"/>
                    <a:pt x="8863490" y="1797253"/>
                    <a:pt x="8778870" y="1775884"/>
                  </a:cubicBezTo>
                  <a:cubicBezTo>
                    <a:pt x="8698301" y="1755542"/>
                    <a:pt x="8359271" y="1693613"/>
                    <a:pt x="8292123" y="1681408"/>
                  </a:cubicBezTo>
                  <a:cubicBezTo>
                    <a:pt x="8217656" y="1667870"/>
                    <a:pt x="8108138" y="1599596"/>
                    <a:pt x="8080748" y="1558515"/>
                  </a:cubicBezTo>
                  <a:cubicBezTo>
                    <a:pt x="8052592" y="1516281"/>
                    <a:pt x="8080370" y="1461086"/>
                    <a:pt x="8107715" y="1417700"/>
                  </a:cubicBezTo>
                  <a:cubicBezTo>
                    <a:pt x="8123432" y="1392758"/>
                    <a:pt x="8184792" y="1348751"/>
                    <a:pt x="8244128" y="1306184"/>
                  </a:cubicBezTo>
                  <a:cubicBezTo>
                    <a:pt x="8288837" y="1274122"/>
                    <a:pt x="8331070" y="1243824"/>
                    <a:pt x="8351215" y="1223680"/>
                  </a:cubicBezTo>
                  <a:cubicBezTo>
                    <a:pt x="8399758" y="1175145"/>
                    <a:pt x="8598342" y="1114405"/>
                    <a:pt x="8683241" y="1101255"/>
                  </a:cubicBezTo>
                  <a:cubicBezTo>
                    <a:pt x="8702081" y="1098338"/>
                    <a:pt x="8725421" y="1094477"/>
                    <a:pt x="8751192" y="1090210"/>
                  </a:cubicBezTo>
                  <a:cubicBezTo>
                    <a:pt x="8843607" y="1074908"/>
                    <a:pt x="8970154" y="1053953"/>
                    <a:pt x="9028662" y="1053953"/>
                  </a:cubicBezTo>
                  <a:cubicBezTo>
                    <a:pt x="9079518" y="1053953"/>
                    <a:pt x="9090500" y="1003826"/>
                    <a:pt x="9100221" y="959594"/>
                  </a:cubicBezTo>
                  <a:cubicBezTo>
                    <a:pt x="9104092" y="942132"/>
                    <a:pt x="9107692" y="925641"/>
                    <a:pt x="9113633" y="913913"/>
                  </a:cubicBezTo>
                  <a:cubicBezTo>
                    <a:pt x="9133345" y="874407"/>
                    <a:pt x="9151798" y="747067"/>
                    <a:pt x="9151798" y="706013"/>
                  </a:cubicBezTo>
                  <a:cubicBezTo>
                    <a:pt x="9151798" y="678172"/>
                    <a:pt x="9098331" y="633193"/>
                    <a:pt x="9055395" y="597062"/>
                  </a:cubicBezTo>
                  <a:cubicBezTo>
                    <a:pt x="9038833" y="583182"/>
                    <a:pt x="9023261" y="570068"/>
                    <a:pt x="9012910" y="559707"/>
                  </a:cubicBezTo>
                  <a:cubicBezTo>
                    <a:pt x="8975465" y="522272"/>
                    <a:pt x="8924248" y="471010"/>
                    <a:pt x="8924248" y="395427"/>
                  </a:cubicBezTo>
                  <a:cubicBezTo>
                    <a:pt x="8924248" y="319844"/>
                    <a:pt x="8904535" y="181235"/>
                    <a:pt x="8877442" y="135977"/>
                  </a:cubicBezTo>
                  <a:cubicBezTo>
                    <a:pt x="8852149" y="93923"/>
                    <a:pt x="8608360" y="34642"/>
                    <a:pt x="8548881" y="27207"/>
                  </a:cubicBezTo>
                  <a:cubicBezTo>
                    <a:pt x="8495684" y="20546"/>
                    <a:pt x="8315499" y="66956"/>
                    <a:pt x="8288180" y="94283"/>
                  </a:cubicBezTo>
                  <a:cubicBezTo>
                    <a:pt x="8254308" y="128155"/>
                    <a:pt x="7999008" y="185222"/>
                    <a:pt x="7849840" y="216213"/>
                  </a:cubicBezTo>
                  <a:cubicBezTo>
                    <a:pt x="7642858" y="259221"/>
                    <a:pt x="7403895" y="214674"/>
                    <a:pt x="7239885" y="169722"/>
                  </a:cubicBezTo>
                  <a:cubicBezTo>
                    <a:pt x="7180422" y="153421"/>
                    <a:pt x="7080185" y="117263"/>
                    <a:pt x="6983242" y="82285"/>
                  </a:cubicBezTo>
                  <a:cubicBezTo>
                    <a:pt x="6885598" y="47054"/>
                    <a:pt x="6793354" y="13768"/>
                    <a:pt x="6759401" y="7035"/>
                  </a:cubicBezTo>
                  <a:cubicBezTo>
                    <a:pt x="6693468" y="-6017"/>
                    <a:pt x="6464018" y="156508"/>
                    <a:pt x="6431830" y="206411"/>
                  </a:cubicBezTo>
                  <a:cubicBezTo>
                    <a:pt x="6398598" y="257943"/>
                    <a:pt x="6409660" y="363455"/>
                    <a:pt x="6478672" y="432467"/>
                  </a:cubicBezTo>
                  <a:cubicBezTo>
                    <a:pt x="6550493" y="504296"/>
                    <a:pt x="6479077" y="694293"/>
                    <a:pt x="6445503" y="761442"/>
                  </a:cubicBezTo>
                  <a:cubicBezTo>
                    <a:pt x="6410695" y="831057"/>
                    <a:pt x="6290260" y="914786"/>
                    <a:pt x="6221554" y="958496"/>
                  </a:cubicBezTo>
                  <a:cubicBezTo>
                    <a:pt x="6174964" y="988146"/>
                    <a:pt x="6097049" y="1022899"/>
                    <a:pt x="6021691" y="1056510"/>
                  </a:cubicBezTo>
                  <a:cubicBezTo>
                    <a:pt x="5975875" y="1076943"/>
                    <a:pt x="5932598" y="1096241"/>
                    <a:pt x="5897187" y="1113955"/>
                  </a:cubicBezTo>
                  <a:cubicBezTo>
                    <a:pt x="5828148" y="1148475"/>
                    <a:pt x="5713563" y="1133290"/>
                    <a:pt x="5629897" y="1122210"/>
                  </a:cubicBezTo>
                  <a:cubicBezTo>
                    <a:pt x="5597781" y="1117961"/>
                    <a:pt x="5570048" y="1114288"/>
                    <a:pt x="5551425" y="1114288"/>
                  </a:cubicBezTo>
                  <a:cubicBezTo>
                    <a:pt x="5520731" y="1114288"/>
                    <a:pt x="5463411" y="1098401"/>
                    <a:pt x="5384075" y="1076429"/>
                  </a:cubicBezTo>
                  <a:cubicBezTo>
                    <a:pt x="5286466" y="1049381"/>
                    <a:pt x="5164986" y="1015725"/>
                    <a:pt x="5031030" y="994231"/>
                  </a:cubicBezTo>
                  <a:cubicBezTo>
                    <a:pt x="4822932" y="960863"/>
                    <a:pt x="4457943" y="1016635"/>
                    <a:pt x="4258909" y="1052873"/>
                  </a:cubicBezTo>
                  <a:lnTo>
                    <a:pt x="4255633" y="1053476"/>
                  </a:lnTo>
                  <a:cubicBezTo>
                    <a:pt x="4181211" y="1067005"/>
                    <a:pt x="3976902" y="1125288"/>
                    <a:pt x="3912949" y="1189241"/>
                  </a:cubicBezTo>
                  <a:cubicBezTo>
                    <a:pt x="3842235" y="1259954"/>
                    <a:pt x="3776680" y="1305338"/>
                    <a:pt x="3614586" y="1357221"/>
                  </a:cubicBezTo>
                  <a:cubicBezTo>
                    <a:pt x="3562560" y="1373864"/>
                    <a:pt x="3505276" y="1389913"/>
                    <a:pt x="3449883" y="1405422"/>
                  </a:cubicBezTo>
                  <a:cubicBezTo>
                    <a:pt x="3326063" y="1440095"/>
                    <a:pt x="3209110" y="1472859"/>
                    <a:pt x="3176985" y="1504976"/>
                  </a:cubicBezTo>
                  <a:cubicBezTo>
                    <a:pt x="3137938" y="1544023"/>
                    <a:pt x="3181629" y="1698906"/>
                    <a:pt x="3200298" y="1765047"/>
                  </a:cubicBezTo>
                  <a:cubicBezTo>
                    <a:pt x="3203655" y="1776955"/>
                    <a:pt x="3206311" y="1786353"/>
                    <a:pt x="3207733" y="1792338"/>
                  </a:cubicBezTo>
                  <a:cubicBezTo>
                    <a:pt x="3218318" y="1836750"/>
                    <a:pt x="3038232" y="1966268"/>
                    <a:pt x="2991497" y="1991652"/>
                  </a:cubicBezTo>
                  <a:cubicBezTo>
                    <a:pt x="2943368" y="2017791"/>
                    <a:pt x="2836038" y="2122745"/>
                    <a:pt x="2792130" y="2166661"/>
                  </a:cubicBezTo>
                  <a:cubicBezTo>
                    <a:pt x="2763759" y="2195033"/>
                    <a:pt x="2669219" y="2210236"/>
                    <a:pt x="2600198" y="2221335"/>
                  </a:cubicBezTo>
                  <a:cubicBezTo>
                    <a:pt x="2568856" y="2226375"/>
                    <a:pt x="2541790" y="2230732"/>
                    <a:pt x="2529926" y="2234927"/>
                  </a:cubicBezTo>
                  <a:cubicBezTo>
                    <a:pt x="2489691" y="2249094"/>
                    <a:pt x="2294770" y="2187103"/>
                    <a:pt x="2241582" y="2160505"/>
                  </a:cubicBezTo>
                  <a:cubicBezTo>
                    <a:pt x="2213390" y="2146409"/>
                    <a:pt x="2162363" y="2149433"/>
                    <a:pt x="2117294" y="2152098"/>
                  </a:cubicBezTo>
                  <a:cubicBezTo>
                    <a:pt x="2076698" y="2154510"/>
                    <a:pt x="2038335" y="2156778"/>
                    <a:pt x="2018776" y="2146994"/>
                  </a:cubicBezTo>
                  <a:cubicBezTo>
                    <a:pt x="1977343" y="2126282"/>
                    <a:pt x="2036940" y="1953198"/>
                    <a:pt x="2064493" y="1879740"/>
                  </a:cubicBezTo>
                  <a:cubicBezTo>
                    <a:pt x="2085312" y="1824220"/>
                    <a:pt x="2167565" y="1763129"/>
                    <a:pt x="2235074" y="1736126"/>
                  </a:cubicBezTo>
                  <a:cubicBezTo>
                    <a:pt x="2304095" y="1708519"/>
                    <a:pt x="2401002" y="1600874"/>
                    <a:pt x="2395223" y="1577777"/>
                  </a:cubicBezTo>
                  <a:cubicBezTo>
                    <a:pt x="2390867" y="1560360"/>
                    <a:pt x="2257757" y="1571422"/>
                    <a:pt x="2200933" y="1576139"/>
                  </a:cubicBezTo>
                  <a:cubicBezTo>
                    <a:pt x="2173785" y="1578389"/>
                    <a:pt x="2152335" y="1580171"/>
                    <a:pt x="2141723" y="1580171"/>
                  </a:cubicBezTo>
                  <a:cubicBezTo>
                    <a:pt x="2102784" y="1580171"/>
                    <a:pt x="1954174" y="1620308"/>
                    <a:pt x="1904065" y="1647311"/>
                  </a:cubicBezTo>
                  <a:cubicBezTo>
                    <a:pt x="1875846" y="1662523"/>
                    <a:pt x="1851687" y="1701165"/>
                    <a:pt x="1828320" y="1738538"/>
                  </a:cubicBezTo>
                  <a:cubicBezTo>
                    <a:pt x="1810858" y="1766478"/>
                    <a:pt x="1792801" y="1795354"/>
                    <a:pt x="1772602" y="1815561"/>
                  </a:cubicBezTo>
                  <a:cubicBezTo>
                    <a:pt x="1725094" y="1863060"/>
                    <a:pt x="1463979" y="2004307"/>
                    <a:pt x="1400017" y="2025631"/>
                  </a:cubicBezTo>
                  <a:cubicBezTo>
                    <a:pt x="1333957" y="2047648"/>
                    <a:pt x="1087487" y="2049421"/>
                    <a:pt x="1085047" y="2049421"/>
                  </a:cubicBezTo>
                  <a:cubicBezTo>
                    <a:pt x="1064246" y="2049421"/>
                    <a:pt x="951362" y="2173115"/>
                    <a:pt x="883916" y="2247024"/>
                  </a:cubicBezTo>
                  <a:cubicBezTo>
                    <a:pt x="856795" y="2276746"/>
                    <a:pt x="833374" y="2302408"/>
                    <a:pt x="820583" y="2315199"/>
                  </a:cubicBezTo>
                  <a:cubicBezTo>
                    <a:pt x="771311" y="2364480"/>
                    <a:pt x="587561" y="2464763"/>
                    <a:pt x="447205" y="2474223"/>
                  </a:cubicBezTo>
                  <a:cubicBezTo>
                    <a:pt x="306553" y="2483638"/>
                    <a:pt x="5409" y="2407668"/>
                    <a:pt x="2385" y="2406885"/>
                  </a:cubicBezTo>
                  <a:cubicBezTo>
                    <a:pt x="693" y="2406462"/>
                    <a:pt x="-333" y="2404734"/>
                    <a:pt x="99" y="2403050"/>
                  </a:cubicBezTo>
                  <a:cubicBezTo>
                    <a:pt x="522" y="2401367"/>
                    <a:pt x="2214" y="2400305"/>
                    <a:pt x="3933" y="2400764"/>
                  </a:cubicBezTo>
                  <a:cubicBezTo>
                    <a:pt x="6949" y="2401529"/>
                    <a:pt x="307255" y="2477346"/>
                    <a:pt x="446773" y="2467913"/>
                  </a:cubicBezTo>
                  <a:cubicBezTo>
                    <a:pt x="585680" y="2458552"/>
                    <a:pt x="767413" y="2359431"/>
                    <a:pt x="816110" y="2310725"/>
                  </a:cubicBezTo>
                  <a:cubicBezTo>
                    <a:pt x="828802" y="2298034"/>
                    <a:pt x="852178" y="2272416"/>
                    <a:pt x="879253" y="2242757"/>
                  </a:cubicBezTo>
                  <a:cubicBezTo>
                    <a:pt x="978941" y="2133519"/>
                    <a:pt x="1063237" y="2043093"/>
                    <a:pt x="1085047" y="2043093"/>
                  </a:cubicBezTo>
                  <a:cubicBezTo>
                    <a:pt x="1124940" y="2043093"/>
                    <a:pt x="1339844" y="2039015"/>
                    <a:pt x="1398009" y="2019627"/>
                  </a:cubicBezTo>
                  <a:cubicBezTo>
                    <a:pt x="1459919" y="1998987"/>
                    <a:pt x="1722475" y="1856733"/>
                    <a:pt x="1768129" y="1811088"/>
                  </a:cubicBezTo>
                  <a:cubicBezTo>
                    <a:pt x="1787823" y="1791393"/>
                    <a:pt x="1805682" y="1762815"/>
                    <a:pt x="1822964" y="1735181"/>
                  </a:cubicBezTo>
                  <a:cubicBezTo>
                    <a:pt x="1846763" y="1697106"/>
                    <a:pt x="1871363" y="1657753"/>
                    <a:pt x="1901058" y="1641739"/>
                  </a:cubicBezTo>
                  <a:cubicBezTo>
                    <a:pt x="1952968" y="1613755"/>
                    <a:pt x="2101209" y="1573844"/>
                    <a:pt x="2141714" y="1573844"/>
                  </a:cubicBezTo>
                  <a:cubicBezTo>
                    <a:pt x="2152065" y="1573844"/>
                    <a:pt x="2173398" y="1572070"/>
                    <a:pt x="2200402" y="1569829"/>
                  </a:cubicBezTo>
                  <a:cubicBezTo>
                    <a:pt x="2307246" y="1560945"/>
                    <a:pt x="2396123" y="1555319"/>
                    <a:pt x="2401353" y="1576238"/>
                  </a:cubicBezTo>
                  <a:cubicBezTo>
                    <a:pt x="2408599" y="1605231"/>
                    <a:pt x="2306904" y="1714190"/>
                    <a:pt x="2237414" y="1741986"/>
                  </a:cubicBezTo>
                  <a:cubicBezTo>
                    <a:pt x="2171184" y="1768476"/>
                    <a:pt x="2090605" y="1828073"/>
                    <a:pt x="2070398" y="1881954"/>
                  </a:cubicBezTo>
                  <a:cubicBezTo>
                    <a:pt x="2027075" y="1997484"/>
                    <a:pt x="1991502" y="2126291"/>
                    <a:pt x="2021593" y="2141332"/>
                  </a:cubicBezTo>
                  <a:cubicBezTo>
                    <a:pt x="2039631" y="2150351"/>
                    <a:pt x="2077166" y="2148137"/>
                    <a:pt x="2116916" y="2145779"/>
                  </a:cubicBezTo>
                  <a:cubicBezTo>
                    <a:pt x="2164973" y="2142926"/>
                    <a:pt x="2214704" y="2139982"/>
                    <a:pt x="2244399" y="2154834"/>
                  </a:cubicBezTo>
                  <a:cubicBezTo>
                    <a:pt x="2302088" y="2183683"/>
                    <a:pt x="2491815" y="2241686"/>
                    <a:pt x="2527802" y="2228950"/>
                  </a:cubicBezTo>
                  <a:cubicBezTo>
                    <a:pt x="2540205" y="2224566"/>
                    <a:pt x="2566228" y="2220381"/>
                    <a:pt x="2599181" y="2215079"/>
                  </a:cubicBezTo>
                  <a:cubicBezTo>
                    <a:pt x="2667365" y="2204116"/>
                    <a:pt x="2760725" y="2189101"/>
                    <a:pt x="2787657" y="2162179"/>
                  </a:cubicBezTo>
                  <a:cubicBezTo>
                    <a:pt x="2842438" y="2107398"/>
                    <a:pt x="2941379" y="2011670"/>
                    <a:pt x="2988482" y="1986089"/>
                  </a:cubicBezTo>
                  <a:cubicBezTo>
                    <a:pt x="3042984" y="1956484"/>
                    <a:pt x="3210289" y="1830314"/>
                    <a:pt x="3201585" y="1793797"/>
                  </a:cubicBezTo>
                  <a:cubicBezTo>
                    <a:pt x="3200190" y="1787937"/>
                    <a:pt x="3197553" y="1778585"/>
                    <a:pt x="3194213" y="1766748"/>
                  </a:cubicBezTo>
                  <a:cubicBezTo>
                    <a:pt x="3173654" y="1693847"/>
                    <a:pt x="3130854" y="1542150"/>
                    <a:pt x="3172520" y="1500493"/>
                  </a:cubicBezTo>
                  <a:cubicBezTo>
                    <a:pt x="3205816" y="1467197"/>
                    <a:pt x="3323542" y="1434226"/>
                    <a:pt x="3448181" y="1399320"/>
                  </a:cubicBezTo>
                  <a:cubicBezTo>
                    <a:pt x="3503521" y="1383820"/>
                    <a:pt x="3560741" y="1367788"/>
                    <a:pt x="3612660" y="1351181"/>
                  </a:cubicBezTo>
                  <a:cubicBezTo>
                    <a:pt x="3773511" y="1299704"/>
                    <a:pt x="3838482" y="1254752"/>
                    <a:pt x="3908475" y="1184759"/>
                  </a:cubicBezTo>
                  <a:cubicBezTo>
                    <a:pt x="3973418" y="1119815"/>
                    <a:pt x="4179492" y="1060884"/>
                    <a:pt x="4254489" y="1047239"/>
                  </a:cubicBezTo>
                  <a:lnTo>
                    <a:pt x="4257766" y="1046644"/>
                  </a:lnTo>
                  <a:cubicBezTo>
                    <a:pt x="4457196" y="1010334"/>
                    <a:pt x="4822968" y="954409"/>
                    <a:pt x="5032021" y="987984"/>
                  </a:cubicBezTo>
                  <a:cubicBezTo>
                    <a:pt x="5166318" y="1009523"/>
                    <a:pt x="5287987" y="1043233"/>
                    <a:pt x="5385758" y="1070317"/>
                  </a:cubicBezTo>
                  <a:cubicBezTo>
                    <a:pt x="5461647" y="1091344"/>
                    <a:pt x="5521586" y="1107951"/>
                    <a:pt x="5551425" y="1107951"/>
                  </a:cubicBezTo>
                  <a:cubicBezTo>
                    <a:pt x="5570462" y="1107951"/>
                    <a:pt x="5598393" y="1111651"/>
                    <a:pt x="5630716" y="1115926"/>
                  </a:cubicBezTo>
                  <a:cubicBezTo>
                    <a:pt x="5713590" y="1126899"/>
                    <a:pt x="5827059" y="1141931"/>
                    <a:pt x="5894352" y="1108285"/>
                  </a:cubicBezTo>
                  <a:cubicBezTo>
                    <a:pt x="5929897" y="1090507"/>
                    <a:pt x="5973229" y="1071181"/>
                    <a:pt x="6019108" y="1050722"/>
                  </a:cubicBezTo>
                  <a:cubicBezTo>
                    <a:pt x="6094250" y="1017202"/>
                    <a:pt x="6171957" y="982547"/>
                    <a:pt x="6218151" y="953149"/>
                  </a:cubicBezTo>
                  <a:cubicBezTo>
                    <a:pt x="6286299" y="909790"/>
                    <a:pt x="6405718" y="826853"/>
                    <a:pt x="6439841" y="758597"/>
                  </a:cubicBezTo>
                  <a:cubicBezTo>
                    <a:pt x="6472849" y="692583"/>
                    <a:pt x="6543382" y="506105"/>
                    <a:pt x="6474199" y="436913"/>
                  </a:cubicBezTo>
                  <a:cubicBezTo>
                    <a:pt x="6403053" y="365777"/>
                    <a:pt x="6391964" y="256521"/>
                    <a:pt x="6426511" y="202964"/>
                  </a:cubicBezTo>
                  <a:cubicBezTo>
                    <a:pt x="6461435" y="148813"/>
                    <a:pt x="6691973" y="-12839"/>
                    <a:pt x="6760616" y="815"/>
                  </a:cubicBezTo>
                  <a:cubicBezTo>
                    <a:pt x="6795037" y="7638"/>
                    <a:pt x="6887497" y="40996"/>
                    <a:pt x="6985376" y="76317"/>
                  </a:cubicBezTo>
                  <a:cubicBezTo>
                    <a:pt x="7082201" y="111251"/>
                    <a:pt x="7182313" y="147372"/>
                    <a:pt x="7241531" y="163601"/>
                  </a:cubicBezTo>
                  <a:cubicBezTo>
                    <a:pt x="7404876" y="208365"/>
                    <a:pt x="7642768" y="252767"/>
                    <a:pt x="7848535" y="210011"/>
                  </a:cubicBezTo>
                  <a:cubicBezTo>
                    <a:pt x="8101198" y="157499"/>
                    <a:pt x="8259808" y="113681"/>
                    <a:pt x="8283697" y="89792"/>
                  </a:cubicBezTo>
                  <a:cubicBezTo>
                    <a:pt x="8311691" y="61798"/>
                    <a:pt x="8495567" y="14137"/>
                    <a:pt x="8549646" y="20915"/>
                  </a:cubicBezTo>
                  <a:cubicBezTo>
                    <a:pt x="8594769" y="26558"/>
                    <a:pt x="8853678" y="84202"/>
                    <a:pt x="8882843" y="132709"/>
                  </a:cubicBezTo>
                  <a:cubicBezTo>
                    <a:pt x="8910476" y="178832"/>
                    <a:pt x="8930549" y="321635"/>
                    <a:pt x="8930549" y="395400"/>
                  </a:cubicBezTo>
                  <a:cubicBezTo>
                    <a:pt x="8930549" y="469165"/>
                    <a:pt x="8980686" y="518563"/>
                    <a:pt x="9017410" y="555216"/>
                  </a:cubicBezTo>
                  <a:cubicBezTo>
                    <a:pt x="9027492" y="565378"/>
                    <a:pt x="9043064" y="578412"/>
                    <a:pt x="9059446" y="592202"/>
                  </a:cubicBezTo>
                  <a:cubicBezTo>
                    <a:pt x="9105712" y="631114"/>
                    <a:pt x="9158099" y="675202"/>
                    <a:pt x="9158099" y="705986"/>
                  </a:cubicBezTo>
                  <a:cubicBezTo>
                    <a:pt x="9158099" y="747499"/>
                    <a:pt x="9139376" y="876522"/>
                    <a:pt x="9119213" y="916712"/>
                  </a:cubicBezTo>
                  <a:cubicBezTo>
                    <a:pt x="9113723" y="927748"/>
                    <a:pt x="9110212" y="943860"/>
                    <a:pt x="9106432" y="960926"/>
                  </a:cubicBezTo>
                  <a:cubicBezTo>
                    <a:pt x="9096710" y="1005185"/>
                    <a:pt x="9084559" y="1060245"/>
                    <a:pt x="9028662" y="1060245"/>
                  </a:cubicBezTo>
                  <a:cubicBezTo>
                    <a:pt x="8972674" y="1060245"/>
                    <a:pt x="8844416" y="1081155"/>
                    <a:pt x="8752217" y="1096412"/>
                  </a:cubicBezTo>
                  <a:cubicBezTo>
                    <a:pt x="8726438" y="1100678"/>
                    <a:pt x="8703071" y="1104549"/>
                    <a:pt x="8684205" y="1107474"/>
                  </a:cubicBezTo>
                  <a:cubicBezTo>
                    <a:pt x="8600017" y="1120517"/>
                    <a:pt x="8403394" y="1180429"/>
                    <a:pt x="8355688" y="1228117"/>
                  </a:cubicBezTo>
                  <a:cubicBezTo>
                    <a:pt x="8335184" y="1248631"/>
                    <a:pt x="8292743" y="1279064"/>
                    <a:pt x="8247818" y="1311288"/>
                  </a:cubicBezTo>
                  <a:cubicBezTo>
                    <a:pt x="8188978" y="1353504"/>
                    <a:pt x="8128130" y="1397142"/>
                    <a:pt x="8113062" y="1421040"/>
                  </a:cubicBezTo>
                  <a:cubicBezTo>
                    <a:pt x="8086733" y="1462805"/>
                    <a:pt x="8059865" y="1515759"/>
                    <a:pt x="8086005" y="1554977"/>
                  </a:cubicBezTo>
                  <a:cubicBezTo>
                    <a:pt x="8112756" y="1595104"/>
                    <a:pt x="8220122" y="1661857"/>
                    <a:pt x="8293257" y="1675152"/>
                  </a:cubicBezTo>
                  <a:cubicBezTo>
                    <a:pt x="8360441" y="1687366"/>
                    <a:pt x="8699660" y="1749331"/>
                    <a:pt x="8780418" y="1769727"/>
                  </a:cubicBezTo>
                  <a:cubicBezTo>
                    <a:pt x="8864570" y="1790979"/>
                    <a:pt x="8997608" y="1851989"/>
                    <a:pt x="9018130" y="1906716"/>
                  </a:cubicBezTo>
                  <a:cubicBezTo>
                    <a:pt x="9038563" y="1961407"/>
                    <a:pt x="9152338" y="2087415"/>
                    <a:pt x="9215166" y="2103950"/>
                  </a:cubicBezTo>
                  <a:cubicBezTo>
                    <a:pt x="9232449" y="2108505"/>
                    <a:pt x="9245051" y="2120819"/>
                    <a:pt x="9252521" y="2140558"/>
                  </a:cubicBezTo>
                  <a:cubicBezTo>
                    <a:pt x="9270794" y="2188777"/>
                    <a:pt x="9253421" y="2265107"/>
                    <a:pt x="9233799" y="2294433"/>
                  </a:cubicBezTo>
                  <a:cubicBezTo>
                    <a:pt x="9228308" y="2302687"/>
                    <a:pt x="9220297" y="2313570"/>
                    <a:pt x="9211025" y="2326162"/>
                  </a:cubicBezTo>
                  <a:cubicBezTo>
                    <a:pt x="9173491" y="2377172"/>
                    <a:pt x="9116693" y="2454249"/>
                    <a:pt x="9106072" y="2516033"/>
                  </a:cubicBezTo>
                  <a:cubicBezTo>
                    <a:pt x="9092660" y="2593407"/>
                    <a:pt x="9072498" y="2757985"/>
                    <a:pt x="9072318" y="2759641"/>
                  </a:cubicBezTo>
                  <a:cubicBezTo>
                    <a:pt x="9072137" y="2761243"/>
                    <a:pt x="9070697" y="2762423"/>
                    <a:pt x="9069167" y="27624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5" name="Google Shape;12515;p32"/>
            <p:cNvSpPr/>
            <p:nvPr/>
          </p:nvSpPr>
          <p:spPr>
            <a:xfrm>
              <a:off x="-2995674" y="3708433"/>
              <a:ext cx="5682096" cy="2688148"/>
            </a:xfrm>
            <a:custGeom>
              <a:avLst/>
              <a:gdLst/>
              <a:ahLst/>
              <a:cxnLst/>
              <a:rect l="l" t="t" r="r" b="b"/>
              <a:pathLst>
                <a:path w="5682096" h="2688148" extrusionOk="0">
                  <a:moveTo>
                    <a:pt x="4667697" y="2688140"/>
                  </a:moveTo>
                  <a:cubicBezTo>
                    <a:pt x="4666212" y="2688140"/>
                    <a:pt x="4664880" y="2687087"/>
                    <a:pt x="4664592" y="2685575"/>
                  </a:cubicBezTo>
                  <a:cubicBezTo>
                    <a:pt x="4664303" y="2684080"/>
                    <a:pt x="4635635" y="2534724"/>
                    <a:pt x="4624239" y="2450050"/>
                  </a:cubicBezTo>
                  <a:cubicBezTo>
                    <a:pt x="4612330" y="2361649"/>
                    <a:pt x="4618911" y="2273662"/>
                    <a:pt x="4630063" y="2229314"/>
                  </a:cubicBezTo>
                  <a:cubicBezTo>
                    <a:pt x="4641927" y="2182148"/>
                    <a:pt x="4716663" y="1992232"/>
                    <a:pt x="4748969" y="1945714"/>
                  </a:cubicBezTo>
                  <a:cubicBezTo>
                    <a:pt x="4782093" y="1898034"/>
                    <a:pt x="4960136" y="1846413"/>
                    <a:pt x="5007618" y="1846413"/>
                  </a:cubicBezTo>
                  <a:cubicBezTo>
                    <a:pt x="5026997" y="1846413"/>
                    <a:pt x="5068951" y="1844360"/>
                    <a:pt x="5117540" y="1841993"/>
                  </a:cubicBezTo>
                  <a:cubicBezTo>
                    <a:pt x="5185706" y="1838662"/>
                    <a:pt x="5262954" y="1834891"/>
                    <a:pt x="5312974" y="1834891"/>
                  </a:cubicBezTo>
                  <a:cubicBezTo>
                    <a:pt x="5342642" y="1834891"/>
                    <a:pt x="5380455" y="1839616"/>
                    <a:pt x="5417018" y="1844189"/>
                  </a:cubicBezTo>
                  <a:cubicBezTo>
                    <a:pt x="5474239" y="1851345"/>
                    <a:pt x="5533403" y="1858735"/>
                    <a:pt x="5548444" y="1845467"/>
                  </a:cubicBezTo>
                  <a:cubicBezTo>
                    <a:pt x="5550703" y="1843478"/>
                    <a:pt x="5551802" y="1841048"/>
                    <a:pt x="5551802" y="1838051"/>
                  </a:cubicBezTo>
                  <a:cubicBezTo>
                    <a:pt x="5551802" y="1802973"/>
                    <a:pt x="5260272" y="1737507"/>
                    <a:pt x="5186228" y="1737507"/>
                  </a:cubicBezTo>
                  <a:cubicBezTo>
                    <a:pt x="5146739" y="1737507"/>
                    <a:pt x="5096459" y="1717768"/>
                    <a:pt x="5047844" y="1698676"/>
                  </a:cubicBezTo>
                  <a:cubicBezTo>
                    <a:pt x="5016700" y="1686453"/>
                    <a:pt x="4987275" y="1674904"/>
                    <a:pt x="4960767" y="1668279"/>
                  </a:cubicBezTo>
                  <a:cubicBezTo>
                    <a:pt x="4893699" y="1651510"/>
                    <a:pt x="4707509" y="1559698"/>
                    <a:pt x="4653943" y="1506123"/>
                  </a:cubicBezTo>
                  <a:cubicBezTo>
                    <a:pt x="4630045" y="1482225"/>
                    <a:pt x="4625607" y="1452845"/>
                    <a:pt x="4640739" y="1418793"/>
                  </a:cubicBezTo>
                  <a:cubicBezTo>
                    <a:pt x="4654276" y="1388315"/>
                    <a:pt x="4681064" y="1359574"/>
                    <a:pt x="4700038" y="1340600"/>
                  </a:cubicBezTo>
                  <a:cubicBezTo>
                    <a:pt x="4718283" y="1322355"/>
                    <a:pt x="4748672" y="1288195"/>
                    <a:pt x="4783849" y="1248626"/>
                  </a:cubicBezTo>
                  <a:cubicBezTo>
                    <a:pt x="4832347" y="1194088"/>
                    <a:pt x="4887326" y="1132277"/>
                    <a:pt x="4932772" y="1086830"/>
                  </a:cubicBezTo>
                  <a:cubicBezTo>
                    <a:pt x="5003270" y="1016342"/>
                    <a:pt x="5154067" y="960696"/>
                    <a:pt x="5226535" y="933963"/>
                  </a:cubicBezTo>
                  <a:cubicBezTo>
                    <a:pt x="5236023" y="930461"/>
                    <a:pt x="5244331" y="927401"/>
                    <a:pt x="5251127" y="924799"/>
                  </a:cubicBezTo>
                  <a:cubicBezTo>
                    <a:pt x="5284566" y="912009"/>
                    <a:pt x="5359258" y="902971"/>
                    <a:pt x="5431492" y="894223"/>
                  </a:cubicBezTo>
                  <a:cubicBezTo>
                    <a:pt x="5489388" y="887211"/>
                    <a:pt x="5544079" y="880586"/>
                    <a:pt x="5568563" y="872881"/>
                  </a:cubicBezTo>
                  <a:cubicBezTo>
                    <a:pt x="5620688" y="856472"/>
                    <a:pt x="5660923" y="790133"/>
                    <a:pt x="5672895" y="748269"/>
                  </a:cubicBezTo>
                  <a:cubicBezTo>
                    <a:pt x="5684237" y="708627"/>
                    <a:pt x="5660833" y="565625"/>
                    <a:pt x="5633380" y="538199"/>
                  </a:cubicBezTo>
                  <a:cubicBezTo>
                    <a:pt x="5606286" y="511123"/>
                    <a:pt x="5521360" y="383289"/>
                    <a:pt x="5521360" y="322792"/>
                  </a:cubicBezTo>
                  <a:cubicBezTo>
                    <a:pt x="5521360" y="266309"/>
                    <a:pt x="5450070" y="106889"/>
                    <a:pt x="5364406" y="95233"/>
                  </a:cubicBezTo>
                  <a:cubicBezTo>
                    <a:pt x="5275339" y="83126"/>
                    <a:pt x="5139098" y="96619"/>
                    <a:pt x="5065315" y="140211"/>
                  </a:cubicBezTo>
                  <a:cubicBezTo>
                    <a:pt x="5014018" y="170518"/>
                    <a:pt x="4893095" y="186316"/>
                    <a:pt x="4795928" y="198998"/>
                  </a:cubicBezTo>
                  <a:cubicBezTo>
                    <a:pt x="4748158" y="205236"/>
                    <a:pt x="4706897" y="210628"/>
                    <a:pt x="4685817" y="216380"/>
                  </a:cubicBezTo>
                  <a:cubicBezTo>
                    <a:pt x="4646598" y="227082"/>
                    <a:pt x="4572869" y="224768"/>
                    <a:pt x="4461246" y="221276"/>
                  </a:cubicBezTo>
                  <a:cubicBezTo>
                    <a:pt x="4393278" y="219143"/>
                    <a:pt x="4308676" y="216496"/>
                    <a:pt x="4212543" y="216496"/>
                  </a:cubicBezTo>
                  <a:cubicBezTo>
                    <a:pt x="3999846" y="216496"/>
                    <a:pt x="3638934" y="70812"/>
                    <a:pt x="3520343" y="22935"/>
                  </a:cubicBezTo>
                  <a:cubicBezTo>
                    <a:pt x="3500145" y="14780"/>
                    <a:pt x="3485554" y="8894"/>
                    <a:pt x="3479838" y="6985"/>
                  </a:cubicBezTo>
                  <a:cubicBezTo>
                    <a:pt x="3446282" y="-4294"/>
                    <a:pt x="3342561" y="102326"/>
                    <a:pt x="3298320" y="147844"/>
                  </a:cubicBezTo>
                  <a:cubicBezTo>
                    <a:pt x="3292064" y="154289"/>
                    <a:pt x="3286790" y="159717"/>
                    <a:pt x="3282793" y="163714"/>
                  </a:cubicBezTo>
                  <a:cubicBezTo>
                    <a:pt x="3257121" y="189376"/>
                    <a:pt x="3272109" y="223536"/>
                    <a:pt x="3287978" y="259693"/>
                  </a:cubicBezTo>
                  <a:cubicBezTo>
                    <a:pt x="3291911" y="268658"/>
                    <a:pt x="3295989" y="277939"/>
                    <a:pt x="3299427" y="287111"/>
                  </a:cubicBezTo>
                  <a:cubicBezTo>
                    <a:pt x="3310625" y="316968"/>
                    <a:pt x="3303208" y="400319"/>
                    <a:pt x="3296025" y="480924"/>
                  </a:cubicBezTo>
                  <a:cubicBezTo>
                    <a:pt x="3291947" y="526668"/>
                    <a:pt x="3288104" y="569892"/>
                    <a:pt x="3288104" y="599344"/>
                  </a:cubicBezTo>
                  <a:cubicBezTo>
                    <a:pt x="3288104" y="665295"/>
                    <a:pt x="3169252" y="771149"/>
                    <a:pt x="3098233" y="834392"/>
                  </a:cubicBezTo>
                  <a:cubicBezTo>
                    <a:pt x="3080870" y="849856"/>
                    <a:pt x="3065874" y="863213"/>
                    <a:pt x="3056719" y="872367"/>
                  </a:cubicBezTo>
                  <a:cubicBezTo>
                    <a:pt x="3034153" y="894934"/>
                    <a:pt x="3002640" y="916977"/>
                    <a:pt x="2969273" y="940326"/>
                  </a:cubicBezTo>
                  <a:cubicBezTo>
                    <a:pt x="2934654" y="964540"/>
                    <a:pt x="2898848" y="989590"/>
                    <a:pt x="2872357" y="1016090"/>
                  </a:cubicBezTo>
                  <a:cubicBezTo>
                    <a:pt x="2819898" y="1068548"/>
                    <a:pt x="2728158" y="1103383"/>
                    <a:pt x="2679300" y="1113996"/>
                  </a:cubicBezTo>
                  <a:cubicBezTo>
                    <a:pt x="2647552" y="1120899"/>
                    <a:pt x="2588244" y="1118730"/>
                    <a:pt x="2525479" y="1116417"/>
                  </a:cubicBezTo>
                  <a:cubicBezTo>
                    <a:pt x="2494019" y="1115264"/>
                    <a:pt x="2461498" y="1114067"/>
                    <a:pt x="2432244" y="1114067"/>
                  </a:cubicBezTo>
                  <a:cubicBezTo>
                    <a:pt x="2344312" y="1114067"/>
                    <a:pt x="2147987" y="1097604"/>
                    <a:pt x="2056985" y="1074858"/>
                  </a:cubicBezTo>
                  <a:cubicBezTo>
                    <a:pt x="1965713" y="1052040"/>
                    <a:pt x="1826663" y="1028799"/>
                    <a:pt x="1751899" y="1016981"/>
                  </a:cubicBezTo>
                  <a:cubicBezTo>
                    <a:pt x="1680655" y="1005711"/>
                    <a:pt x="1428352" y="1005774"/>
                    <a:pt x="1333146" y="1005819"/>
                  </a:cubicBezTo>
                  <a:lnTo>
                    <a:pt x="1320283" y="1005819"/>
                  </a:lnTo>
                  <a:cubicBezTo>
                    <a:pt x="1237545" y="1005819"/>
                    <a:pt x="1041283" y="1064840"/>
                    <a:pt x="976789" y="1084228"/>
                  </a:cubicBezTo>
                  <a:lnTo>
                    <a:pt x="969741" y="1086344"/>
                  </a:lnTo>
                  <a:cubicBezTo>
                    <a:pt x="909397" y="1104454"/>
                    <a:pt x="740103" y="1184853"/>
                    <a:pt x="706898" y="1218067"/>
                  </a:cubicBezTo>
                  <a:cubicBezTo>
                    <a:pt x="671793" y="1253172"/>
                    <a:pt x="496423" y="1322823"/>
                    <a:pt x="456953" y="1334362"/>
                  </a:cubicBezTo>
                  <a:cubicBezTo>
                    <a:pt x="446638" y="1337378"/>
                    <a:pt x="425719" y="1344507"/>
                    <a:pt x="399237" y="1353535"/>
                  </a:cubicBezTo>
                  <a:cubicBezTo>
                    <a:pt x="320828" y="1380259"/>
                    <a:pt x="202337" y="1420648"/>
                    <a:pt x="166422" y="1420648"/>
                  </a:cubicBezTo>
                  <a:cubicBezTo>
                    <a:pt x="119931" y="1420648"/>
                    <a:pt x="49037" y="1484142"/>
                    <a:pt x="32628" y="1522433"/>
                  </a:cubicBezTo>
                  <a:cubicBezTo>
                    <a:pt x="15958" y="1561327"/>
                    <a:pt x="38056" y="1697893"/>
                    <a:pt x="49244" y="1709081"/>
                  </a:cubicBezTo>
                  <a:cubicBezTo>
                    <a:pt x="55419" y="1715256"/>
                    <a:pt x="47696" y="1735167"/>
                    <a:pt x="32349" y="1772774"/>
                  </a:cubicBezTo>
                  <a:cubicBezTo>
                    <a:pt x="18307" y="1807212"/>
                    <a:pt x="-946" y="1854378"/>
                    <a:pt x="8919" y="1864235"/>
                  </a:cubicBezTo>
                  <a:cubicBezTo>
                    <a:pt x="27345" y="1882660"/>
                    <a:pt x="182624" y="1869690"/>
                    <a:pt x="248936" y="1864154"/>
                  </a:cubicBezTo>
                  <a:lnTo>
                    <a:pt x="254165" y="1863722"/>
                  </a:lnTo>
                  <a:cubicBezTo>
                    <a:pt x="306480" y="1859311"/>
                    <a:pt x="372036" y="1890816"/>
                    <a:pt x="424711" y="1916090"/>
                  </a:cubicBezTo>
                  <a:cubicBezTo>
                    <a:pt x="442803" y="1924777"/>
                    <a:pt x="459897" y="1932986"/>
                    <a:pt x="474541" y="1938836"/>
                  </a:cubicBezTo>
                  <a:cubicBezTo>
                    <a:pt x="532293" y="1961934"/>
                    <a:pt x="567109" y="2057733"/>
                    <a:pt x="590143" y="2121128"/>
                  </a:cubicBezTo>
                  <a:lnTo>
                    <a:pt x="591566" y="2125044"/>
                  </a:lnTo>
                  <a:cubicBezTo>
                    <a:pt x="605950" y="2164613"/>
                    <a:pt x="662747" y="2173731"/>
                    <a:pt x="722875" y="2183390"/>
                  </a:cubicBezTo>
                  <a:cubicBezTo>
                    <a:pt x="754451" y="2188458"/>
                    <a:pt x="787089" y="2193696"/>
                    <a:pt x="812968" y="2203849"/>
                  </a:cubicBezTo>
                  <a:cubicBezTo>
                    <a:pt x="868649" y="2225695"/>
                    <a:pt x="963053" y="2220772"/>
                    <a:pt x="1031966" y="2217171"/>
                  </a:cubicBezTo>
                  <a:cubicBezTo>
                    <a:pt x="1052687" y="2216082"/>
                    <a:pt x="1070573" y="2215155"/>
                    <a:pt x="1084074" y="2215155"/>
                  </a:cubicBezTo>
                  <a:cubicBezTo>
                    <a:pt x="1128936" y="2215155"/>
                    <a:pt x="1236114" y="2146323"/>
                    <a:pt x="1307033" y="2100768"/>
                  </a:cubicBezTo>
                  <a:cubicBezTo>
                    <a:pt x="1325477" y="2088922"/>
                    <a:pt x="1341418" y="2078679"/>
                    <a:pt x="1353291" y="2071568"/>
                  </a:cubicBezTo>
                  <a:cubicBezTo>
                    <a:pt x="1420377" y="2031351"/>
                    <a:pt x="1548796" y="1997821"/>
                    <a:pt x="1672284" y="2019316"/>
                  </a:cubicBezTo>
                  <a:cubicBezTo>
                    <a:pt x="1775860" y="2037327"/>
                    <a:pt x="1887043" y="2035482"/>
                    <a:pt x="1985093" y="2033835"/>
                  </a:cubicBezTo>
                  <a:cubicBezTo>
                    <a:pt x="2012600" y="2033376"/>
                    <a:pt x="2038578" y="2032944"/>
                    <a:pt x="2063520" y="2032944"/>
                  </a:cubicBezTo>
                  <a:cubicBezTo>
                    <a:pt x="2153271" y="2032944"/>
                    <a:pt x="2233075" y="2087257"/>
                    <a:pt x="2303482" y="2135180"/>
                  </a:cubicBezTo>
                  <a:cubicBezTo>
                    <a:pt x="2324824" y="2149707"/>
                    <a:pt x="2344978" y="2163416"/>
                    <a:pt x="2364736" y="2175280"/>
                  </a:cubicBezTo>
                  <a:cubicBezTo>
                    <a:pt x="2448905" y="2225776"/>
                    <a:pt x="2515793" y="2280117"/>
                    <a:pt x="2538197" y="2302502"/>
                  </a:cubicBezTo>
                  <a:cubicBezTo>
                    <a:pt x="2560817" y="2325123"/>
                    <a:pt x="2537693" y="2400525"/>
                    <a:pt x="2527261" y="2421381"/>
                  </a:cubicBezTo>
                  <a:cubicBezTo>
                    <a:pt x="2516000" y="2443902"/>
                    <a:pt x="2476017" y="2580792"/>
                    <a:pt x="2475612" y="2582178"/>
                  </a:cubicBezTo>
                  <a:cubicBezTo>
                    <a:pt x="2475126" y="2583834"/>
                    <a:pt x="2473344" y="2584807"/>
                    <a:pt x="2471697" y="2584329"/>
                  </a:cubicBezTo>
                  <a:cubicBezTo>
                    <a:pt x="2470022" y="2583834"/>
                    <a:pt x="2469059" y="2582079"/>
                    <a:pt x="2469545" y="2580405"/>
                  </a:cubicBezTo>
                  <a:cubicBezTo>
                    <a:pt x="2471201" y="2574752"/>
                    <a:pt x="2510087" y="2441598"/>
                    <a:pt x="2521608" y="2418563"/>
                  </a:cubicBezTo>
                  <a:cubicBezTo>
                    <a:pt x="2534210" y="2393378"/>
                    <a:pt x="2551852" y="2325105"/>
                    <a:pt x="2533733" y="2306976"/>
                  </a:cubicBezTo>
                  <a:cubicBezTo>
                    <a:pt x="2511554" y="2284806"/>
                    <a:pt x="2445170" y="2230907"/>
                    <a:pt x="2361495" y="2180707"/>
                  </a:cubicBezTo>
                  <a:cubicBezTo>
                    <a:pt x="2341576" y="2168754"/>
                    <a:pt x="2321341" y="2154991"/>
                    <a:pt x="2299927" y="2140418"/>
                  </a:cubicBezTo>
                  <a:cubicBezTo>
                    <a:pt x="2230276" y="2093009"/>
                    <a:pt x="2151326" y="2039272"/>
                    <a:pt x="2063520" y="2039272"/>
                  </a:cubicBezTo>
                  <a:cubicBezTo>
                    <a:pt x="2038632" y="2039272"/>
                    <a:pt x="2012681" y="2039704"/>
                    <a:pt x="1985201" y="2040163"/>
                  </a:cubicBezTo>
                  <a:cubicBezTo>
                    <a:pt x="1886827" y="2041801"/>
                    <a:pt x="1775356" y="2043664"/>
                    <a:pt x="1671195" y="2025545"/>
                  </a:cubicBezTo>
                  <a:cubicBezTo>
                    <a:pt x="1530875" y="2001170"/>
                    <a:pt x="1404021" y="2048534"/>
                    <a:pt x="1356531" y="2076996"/>
                  </a:cubicBezTo>
                  <a:cubicBezTo>
                    <a:pt x="1344740" y="2084071"/>
                    <a:pt x="1328843" y="2094278"/>
                    <a:pt x="1310445" y="2106097"/>
                  </a:cubicBezTo>
                  <a:cubicBezTo>
                    <a:pt x="1238904" y="2152048"/>
                    <a:pt x="1130800" y="2221492"/>
                    <a:pt x="1084074" y="2221492"/>
                  </a:cubicBezTo>
                  <a:cubicBezTo>
                    <a:pt x="1070734" y="2221492"/>
                    <a:pt x="1052921" y="2222428"/>
                    <a:pt x="1032290" y="2223499"/>
                  </a:cubicBezTo>
                  <a:cubicBezTo>
                    <a:pt x="962810" y="2227145"/>
                    <a:pt x="867623" y="2232104"/>
                    <a:pt x="810654" y="2209754"/>
                  </a:cubicBezTo>
                  <a:cubicBezTo>
                    <a:pt x="785415" y="2199853"/>
                    <a:pt x="753110" y="2194659"/>
                    <a:pt x="721867" y="2189646"/>
                  </a:cubicBezTo>
                  <a:cubicBezTo>
                    <a:pt x="662576" y="2180122"/>
                    <a:pt x="601278" y="2170284"/>
                    <a:pt x="585625" y="2127222"/>
                  </a:cubicBezTo>
                  <a:lnTo>
                    <a:pt x="584203" y="2123298"/>
                  </a:lnTo>
                  <a:cubicBezTo>
                    <a:pt x="561547" y="2060965"/>
                    <a:pt x="527324" y="1966758"/>
                    <a:pt x="472192" y="1944715"/>
                  </a:cubicBezTo>
                  <a:cubicBezTo>
                    <a:pt x="457358" y="1938782"/>
                    <a:pt x="440166" y="1930528"/>
                    <a:pt x="421974" y="1921798"/>
                  </a:cubicBezTo>
                  <a:cubicBezTo>
                    <a:pt x="369992" y="1896855"/>
                    <a:pt x="305301" y="1865927"/>
                    <a:pt x="254696" y="1870023"/>
                  </a:cubicBezTo>
                  <a:lnTo>
                    <a:pt x="249467" y="1870464"/>
                  </a:lnTo>
                  <a:cubicBezTo>
                    <a:pt x="132857" y="1880194"/>
                    <a:pt x="22475" y="1886738"/>
                    <a:pt x="4455" y="1868709"/>
                  </a:cubicBezTo>
                  <a:cubicBezTo>
                    <a:pt x="-7454" y="1856800"/>
                    <a:pt x="6084" y="1820453"/>
                    <a:pt x="26507" y="1770389"/>
                  </a:cubicBezTo>
                  <a:cubicBezTo>
                    <a:pt x="35590" y="1748147"/>
                    <a:pt x="48011" y="1717678"/>
                    <a:pt x="44771" y="1713537"/>
                  </a:cubicBezTo>
                  <a:cubicBezTo>
                    <a:pt x="31908" y="1700674"/>
                    <a:pt x="9396" y="1560616"/>
                    <a:pt x="26823" y="1519940"/>
                  </a:cubicBezTo>
                  <a:cubicBezTo>
                    <a:pt x="43880" y="1480154"/>
                    <a:pt x="116186" y="1414320"/>
                    <a:pt x="166431" y="1414320"/>
                  </a:cubicBezTo>
                  <a:cubicBezTo>
                    <a:pt x="201302" y="1414320"/>
                    <a:pt x="323943" y="1372518"/>
                    <a:pt x="397212" y="1347549"/>
                  </a:cubicBezTo>
                  <a:cubicBezTo>
                    <a:pt x="423766" y="1338494"/>
                    <a:pt x="444738" y="1331347"/>
                    <a:pt x="455189" y="1328295"/>
                  </a:cubicBezTo>
                  <a:cubicBezTo>
                    <a:pt x="493093" y="1317215"/>
                    <a:pt x="668706" y="1247330"/>
                    <a:pt x="702442" y="1213594"/>
                  </a:cubicBezTo>
                  <a:cubicBezTo>
                    <a:pt x="738177" y="1177859"/>
                    <a:pt x="913142" y="1096731"/>
                    <a:pt x="967941" y="1080295"/>
                  </a:cubicBezTo>
                  <a:lnTo>
                    <a:pt x="974980" y="1078180"/>
                  </a:lnTo>
                  <a:cubicBezTo>
                    <a:pt x="1039698" y="1058719"/>
                    <a:pt x="1236626" y="999500"/>
                    <a:pt x="1320292" y="999500"/>
                  </a:cubicBezTo>
                  <a:lnTo>
                    <a:pt x="1333155" y="999500"/>
                  </a:lnTo>
                  <a:cubicBezTo>
                    <a:pt x="1428316" y="999410"/>
                    <a:pt x="1681150" y="999392"/>
                    <a:pt x="1752889" y="1010743"/>
                  </a:cubicBezTo>
                  <a:cubicBezTo>
                    <a:pt x="1827761" y="1022580"/>
                    <a:pt x="1967018" y="1045856"/>
                    <a:pt x="2058515" y="1068737"/>
                  </a:cubicBezTo>
                  <a:cubicBezTo>
                    <a:pt x="2149085" y="1091385"/>
                    <a:pt x="2344618" y="1107766"/>
                    <a:pt x="2432244" y="1107766"/>
                  </a:cubicBezTo>
                  <a:cubicBezTo>
                    <a:pt x="2461597" y="1107766"/>
                    <a:pt x="2494190" y="1108964"/>
                    <a:pt x="2525713" y="1110116"/>
                  </a:cubicBezTo>
                  <a:cubicBezTo>
                    <a:pt x="2588064" y="1112402"/>
                    <a:pt x="2646986" y="1114581"/>
                    <a:pt x="2677949" y="1107838"/>
                  </a:cubicBezTo>
                  <a:cubicBezTo>
                    <a:pt x="2724243" y="1097775"/>
                    <a:pt x="2816748" y="1062760"/>
                    <a:pt x="2867884" y="1011634"/>
                  </a:cubicBezTo>
                  <a:cubicBezTo>
                    <a:pt x="2894770" y="984747"/>
                    <a:pt x="2930802" y="959535"/>
                    <a:pt x="2965645" y="935169"/>
                  </a:cubicBezTo>
                  <a:cubicBezTo>
                    <a:pt x="2998779" y="911982"/>
                    <a:pt x="3030076" y="890091"/>
                    <a:pt x="3052246" y="867921"/>
                  </a:cubicBezTo>
                  <a:cubicBezTo>
                    <a:pt x="3061526" y="858641"/>
                    <a:pt x="3076585" y="845229"/>
                    <a:pt x="3094029" y="829693"/>
                  </a:cubicBezTo>
                  <a:cubicBezTo>
                    <a:pt x="3164256" y="767153"/>
                    <a:pt x="3281776" y="662478"/>
                    <a:pt x="3281776" y="599371"/>
                  </a:cubicBezTo>
                  <a:cubicBezTo>
                    <a:pt x="3281776" y="569640"/>
                    <a:pt x="3285637" y="526290"/>
                    <a:pt x="3289715" y="480393"/>
                  </a:cubicBezTo>
                  <a:cubicBezTo>
                    <a:pt x="3296493" y="404216"/>
                    <a:pt x="3304189" y="317868"/>
                    <a:pt x="3293495" y="289361"/>
                  </a:cubicBezTo>
                  <a:cubicBezTo>
                    <a:pt x="3290111" y="280342"/>
                    <a:pt x="3286079" y="271152"/>
                    <a:pt x="3282181" y="262259"/>
                  </a:cubicBezTo>
                  <a:cubicBezTo>
                    <a:pt x="3266150" y="225750"/>
                    <a:pt x="3249588" y="187990"/>
                    <a:pt x="3278310" y="159267"/>
                  </a:cubicBezTo>
                  <a:cubicBezTo>
                    <a:pt x="3282289" y="155288"/>
                    <a:pt x="3287546" y="149888"/>
                    <a:pt x="3293774" y="143470"/>
                  </a:cubicBezTo>
                  <a:cubicBezTo>
                    <a:pt x="3342660" y="93171"/>
                    <a:pt x="3444337" y="-11359"/>
                    <a:pt x="3481818" y="1008"/>
                  </a:cubicBezTo>
                  <a:cubicBezTo>
                    <a:pt x="3487714" y="2979"/>
                    <a:pt x="3501630" y="8596"/>
                    <a:pt x="3522684" y="17093"/>
                  </a:cubicBezTo>
                  <a:cubicBezTo>
                    <a:pt x="3641004" y="64845"/>
                    <a:pt x="4001052" y="210187"/>
                    <a:pt x="4212516" y="210187"/>
                  </a:cubicBezTo>
                  <a:cubicBezTo>
                    <a:pt x="4308748" y="210187"/>
                    <a:pt x="4393404" y="212842"/>
                    <a:pt x="4461417" y="214967"/>
                  </a:cubicBezTo>
                  <a:cubicBezTo>
                    <a:pt x="4568459" y="218333"/>
                    <a:pt x="4645806" y="220745"/>
                    <a:pt x="4684124" y="210295"/>
                  </a:cubicBezTo>
                  <a:cubicBezTo>
                    <a:pt x="4705628" y="204435"/>
                    <a:pt x="4747087" y="199016"/>
                    <a:pt x="4795082" y="192751"/>
                  </a:cubicBezTo>
                  <a:cubicBezTo>
                    <a:pt x="4891674" y="180132"/>
                    <a:pt x="5011884" y="164434"/>
                    <a:pt x="5062075" y="134784"/>
                  </a:cubicBezTo>
                  <a:cubicBezTo>
                    <a:pt x="5137027" y="90498"/>
                    <a:pt x="5275052" y="76699"/>
                    <a:pt x="5365226" y="88995"/>
                  </a:cubicBezTo>
                  <a:cubicBezTo>
                    <a:pt x="5453869" y="101056"/>
                    <a:pt x="5527643" y="264815"/>
                    <a:pt x="5527643" y="322810"/>
                  </a:cubicBezTo>
                  <a:cubicBezTo>
                    <a:pt x="5527643" y="377816"/>
                    <a:pt x="5607636" y="503571"/>
                    <a:pt x="5637790" y="533743"/>
                  </a:cubicBezTo>
                  <a:cubicBezTo>
                    <a:pt x="5666774" y="562727"/>
                    <a:pt x="5690987" y="707808"/>
                    <a:pt x="5678925" y="750023"/>
                  </a:cubicBezTo>
                  <a:cubicBezTo>
                    <a:pt x="5666594" y="793238"/>
                    <a:pt x="5624738" y="861809"/>
                    <a:pt x="5570461" y="878921"/>
                  </a:cubicBezTo>
                  <a:cubicBezTo>
                    <a:pt x="5545385" y="886805"/>
                    <a:pt x="5490414" y="893467"/>
                    <a:pt x="5432212" y="900505"/>
                  </a:cubicBezTo>
                  <a:cubicBezTo>
                    <a:pt x="5360356" y="909209"/>
                    <a:pt x="5286051" y="918202"/>
                    <a:pt x="5253341" y="930704"/>
                  </a:cubicBezTo>
                  <a:cubicBezTo>
                    <a:pt x="5246518" y="933315"/>
                    <a:pt x="5238201" y="936384"/>
                    <a:pt x="5228677" y="939904"/>
                  </a:cubicBezTo>
                  <a:cubicBezTo>
                    <a:pt x="5156632" y="966484"/>
                    <a:pt x="5006717" y="1021805"/>
                    <a:pt x="4937201" y="1091312"/>
                  </a:cubicBezTo>
                  <a:cubicBezTo>
                    <a:pt x="4891889" y="1136633"/>
                    <a:pt x="4836982" y="1198372"/>
                    <a:pt x="4788538" y="1252839"/>
                  </a:cubicBezTo>
                  <a:cubicBezTo>
                    <a:pt x="4753289" y="1292480"/>
                    <a:pt x="4722847" y="1326711"/>
                    <a:pt x="4704476" y="1345083"/>
                  </a:cubicBezTo>
                  <a:cubicBezTo>
                    <a:pt x="4686104" y="1363454"/>
                    <a:pt x="4659596" y="1391853"/>
                    <a:pt x="4646481" y="1421368"/>
                  </a:cubicBezTo>
                  <a:cubicBezTo>
                    <a:pt x="4632322" y="1453241"/>
                    <a:pt x="4636211" y="1479497"/>
                    <a:pt x="4658381" y="1501667"/>
                  </a:cubicBezTo>
                  <a:cubicBezTo>
                    <a:pt x="4711371" y="1554657"/>
                    <a:pt x="4895795" y="1645542"/>
                    <a:pt x="4962270" y="1662158"/>
                  </a:cubicBezTo>
                  <a:cubicBezTo>
                    <a:pt x="4989183" y="1668882"/>
                    <a:pt x="5018779" y="1680503"/>
                    <a:pt x="5050121" y="1692807"/>
                  </a:cubicBezTo>
                  <a:cubicBezTo>
                    <a:pt x="5098196" y="1711683"/>
                    <a:pt x="5147910" y="1731198"/>
                    <a:pt x="5186201" y="1731198"/>
                  </a:cubicBezTo>
                  <a:cubicBezTo>
                    <a:pt x="5242162" y="1731198"/>
                    <a:pt x="5558093" y="1793296"/>
                    <a:pt x="5558093" y="1838059"/>
                  </a:cubicBezTo>
                  <a:cubicBezTo>
                    <a:pt x="5558093" y="1842902"/>
                    <a:pt x="5556240" y="1846998"/>
                    <a:pt x="5552603" y="1850211"/>
                  </a:cubicBezTo>
                  <a:cubicBezTo>
                    <a:pt x="5535429" y="1865369"/>
                    <a:pt x="5477515" y="1858132"/>
                    <a:pt x="5416208" y="1850472"/>
                  </a:cubicBezTo>
                  <a:cubicBezTo>
                    <a:pt x="5379834" y="1845927"/>
                    <a:pt x="5342236" y="1841219"/>
                    <a:pt x="5312947" y="1841219"/>
                  </a:cubicBezTo>
                  <a:cubicBezTo>
                    <a:pt x="5263080" y="1841219"/>
                    <a:pt x="5185913" y="1844990"/>
                    <a:pt x="5117819" y="1848312"/>
                  </a:cubicBezTo>
                  <a:cubicBezTo>
                    <a:pt x="5069150" y="1850688"/>
                    <a:pt x="5027123" y="1852740"/>
                    <a:pt x="5007590" y="1852740"/>
                  </a:cubicBezTo>
                  <a:cubicBezTo>
                    <a:pt x="4962215" y="1852740"/>
                    <a:pt x="4785577" y="1904074"/>
                    <a:pt x="4754145" y="1949332"/>
                  </a:cubicBezTo>
                  <a:cubicBezTo>
                    <a:pt x="4722955" y="1994221"/>
                    <a:pt x="4647642" y="2185217"/>
                    <a:pt x="4636175" y="2230871"/>
                  </a:cubicBezTo>
                  <a:cubicBezTo>
                    <a:pt x="4625157" y="2274653"/>
                    <a:pt x="4618686" y="2361649"/>
                    <a:pt x="4630468" y="2449222"/>
                  </a:cubicBezTo>
                  <a:cubicBezTo>
                    <a:pt x="4641845" y="2533716"/>
                    <a:pt x="4670487" y="2682892"/>
                    <a:pt x="4670776" y="2684395"/>
                  </a:cubicBezTo>
                  <a:cubicBezTo>
                    <a:pt x="4671099" y="2686097"/>
                    <a:pt x="4669984" y="2687762"/>
                    <a:pt x="4668273" y="2688086"/>
                  </a:cubicBezTo>
                  <a:cubicBezTo>
                    <a:pt x="4668066" y="2688131"/>
                    <a:pt x="4667868" y="2688149"/>
                    <a:pt x="4667670" y="2688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6" name="Google Shape;12516;p32"/>
            <p:cNvSpPr/>
            <p:nvPr/>
          </p:nvSpPr>
          <p:spPr>
            <a:xfrm>
              <a:off x="-2888460" y="3877394"/>
              <a:ext cx="5427881" cy="2553753"/>
            </a:xfrm>
            <a:custGeom>
              <a:avLst/>
              <a:gdLst/>
              <a:ahLst/>
              <a:cxnLst/>
              <a:rect l="l" t="t" r="r" b="b"/>
              <a:pathLst>
                <a:path w="5427881" h="2553753" extrusionOk="0">
                  <a:moveTo>
                    <a:pt x="2480616" y="2553754"/>
                  </a:moveTo>
                  <a:cubicBezTo>
                    <a:pt x="2480373" y="2553754"/>
                    <a:pt x="2480138" y="2553726"/>
                    <a:pt x="2479895" y="2553663"/>
                  </a:cubicBezTo>
                  <a:cubicBezTo>
                    <a:pt x="2478194" y="2553267"/>
                    <a:pt x="2477141" y="2551575"/>
                    <a:pt x="2477528" y="2549874"/>
                  </a:cubicBezTo>
                  <a:cubicBezTo>
                    <a:pt x="2478446" y="2545914"/>
                    <a:pt x="2569511" y="2152463"/>
                    <a:pt x="2563903" y="2113164"/>
                  </a:cubicBezTo>
                  <a:cubicBezTo>
                    <a:pt x="2558170" y="2073063"/>
                    <a:pt x="2429894" y="1963735"/>
                    <a:pt x="2323365" y="1896460"/>
                  </a:cubicBezTo>
                  <a:cubicBezTo>
                    <a:pt x="2220616" y="1831570"/>
                    <a:pt x="2123575" y="1770282"/>
                    <a:pt x="2059450" y="1758625"/>
                  </a:cubicBezTo>
                  <a:cubicBezTo>
                    <a:pt x="2021078" y="1751604"/>
                    <a:pt x="1919851" y="1768715"/>
                    <a:pt x="1838534" y="1782442"/>
                  </a:cubicBezTo>
                  <a:cubicBezTo>
                    <a:pt x="1785850" y="1791326"/>
                    <a:pt x="1740358" y="1799004"/>
                    <a:pt x="1720097" y="1799004"/>
                  </a:cubicBezTo>
                  <a:cubicBezTo>
                    <a:pt x="1667233" y="1799004"/>
                    <a:pt x="1445723" y="1746131"/>
                    <a:pt x="1396450" y="1729704"/>
                  </a:cubicBezTo>
                  <a:cubicBezTo>
                    <a:pt x="1347070" y="1713241"/>
                    <a:pt x="1156722" y="1835108"/>
                    <a:pt x="1093912" y="1879088"/>
                  </a:cubicBezTo>
                  <a:cubicBezTo>
                    <a:pt x="1058807" y="1903670"/>
                    <a:pt x="1010281" y="1924283"/>
                    <a:pt x="967463" y="1942483"/>
                  </a:cubicBezTo>
                  <a:cubicBezTo>
                    <a:pt x="939118" y="1954527"/>
                    <a:pt x="912339" y="1965904"/>
                    <a:pt x="891988" y="1977219"/>
                  </a:cubicBezTo>
                  <a:cubicBezTo>
                    <a:pt x="837846" y="2007264"/>
                    <a:pt x="672971" y="1934967"/>
                    <a:pt x="617848" y="1896379"/>
                  </a:cubicBezTo>
                  <a:cubicBezTo>
                    <a:pt x="566415" y="1860383"/>
                    <a:pt x="555479" y="1806430"/>
                    <a:pt x="545838" y="1758823"/>
                  </a:cubicBezTo>
                  <a:cubicBezTo>
                    <a:pt x="544470" y="1752054"/>
                    <a:pt x="543120" y="1745393"/>
                    <a:pt x="541680" y="1738922"/>
                  </a:cubicBezTo>
                  <a:cubicBezTo>
                    <a:pt x="533426" y="1701774"/>
                    <a:pt x="454927" y="1669838"/>
                    <a:pt x="391855" y="1644175"/>
                  </a:cubicBezTo>
                  <a:cubicBezTo>
                    <a:pt x="370631" y="1635552"/>
                    <a:pt x="350585" y="1627397"/>
                    <a:pt x="335940" y="1620070"/>
                  </a:cubicBezTo>
                  <a:cubicBezTo>
                    <a:pt x="278989" y="1591599"/>
                    <a:pt x="209491" y="1591599"/>
                    <a:pt x="158752" y="1591599"/>
                  </a:cubicBezTo>
                  <a:lnTo>
                    <a:pt x="20476" y="1591599"/>
                  </a:lnTo>
                  <a:cubicBezTo>
                    <a:pt x="16056" y="1591599"/>
                    <a:pt x="12284" y="1589934"/>
                    <a:pt x="9260" y="1586639"/>
                  </a:cubicBezTo>
                  <a:cubicBezTo>
                    <a:pt x="-3972" y="1572264"/>
                    <a:pt x="-200" y="1527079"/>
                    <a:pt x="3445" y="1483387"/>
                  </a:cubicBezTo>
                  <a:cubicBezTo>
                    <a:pt x="5669" y="1456743"/>
                    <a:pt x="7775" y="1431576"/>
                    <a:pt x="5822" y="1415995"/>
                  </a:cubicBezTo>
                  <a:cubicBezTo>
                    <a:pt x="1627" y="1382457"/>
                    <a:pt x="28487" y="1363734"/>
                    <a:pt x="56921" y="1343905"/>
                  </a:cubicBezTo>
                  <a:cubicBezTo>
                    <a:pt x="69496" y="1335137"/>
                    <a:pt x="82503" y="1326064"/>
                    <a:pt x="93151" y="1315425"/>
                  </a:cubicBezTo>
                  <a:cubicBezTo>
                    <a:pt x="114853" y="1293714"/>
                    <a:pt x="166367" y="1287701"/>
                    <a:pt x="226017" y="1280734"/>
                  </a:cubicBezTo>
                  <a:cubicBezTo>
                    <a:pt x="263705" y="1276332"/>
                    <a:pt x="302680" y="1271778"/>
                    <a:pt x="336552" y="1262741"/>
                  </a:cubicBezTo>
                  <a:cubicBezTo>
                    <a:pt x="375842" y="1252272"/>
                    <a:pt x="452577" y="1219589"/>
                    <a:pt x="533813" y="1184998"/>
                  </a:cubicBezTo>
                  <a:cubicBezTo>
                    <a:pt x="630441" y="1143844"/>
                    <a:pt x="739958" y="1097209"/>
                    <a:pt x="808970" y="1078388"/>
                  </a:cubicBezTo>
                  <a:cubicBezTo>
                    <a:pt x="902780" y="1052797"/>
                    <a:pt x="989885" y="1008404"/>
                    <a:pt x="1059878" y="972732"/>
                  </a:cubicBezTo>
                  <a:cubicBezTo>
                    <a:pt x="1083605" y="960634"/>
                    <a:pt x="1106018" y="949212"/>
                    <a:pt x="1125362" y="940292"/>
                  </a:cubicBezTo>
                  <a:cubicBezTo>
                    <a:pt x="1169710" y="919832"/>
                    <a:pt x="1301056" y="932677"/>
                    <a:pt x="1428071" y="945089"/>
                  </a:cubicBezTo>
                  <a:cubicBezTo>
                    <a:pt x="1517408" y="953838"/>
                    <a:pt x="1601830" y="962092"/>
                    <a:pt x="1644856" y="957304"/>
                  </a:cubicBezTo>
                  <a:cubicBezTo>
                    <a:pt x="1748181" y="945872"/>
                    <a:pt x="2111333" y="1030384"/>
                    <a:pt x="2204882" y="1055327"/>
                  </a:cubicBezTo>
                  <a:cubicBezTo>
                    <a:pt x="2286910" y="1077209"/>
                    <a:pt x="2468644" y="1062986"/>
                    <a:pt x="2571753" y="1026595"/>
                  </a:cubicBezTo>
                  <a:cubicBezTo>
                    <a:pt x="2672620" y="990995"/>
                    <a:pt x="2826099" y="904503"/>
                    <a:pt x="2887559" y="848623"/>
                  </a:cubicBezTo>
                  <a:cubicBezTo>
                    <a:pt x="2915850" y="822907"/>
                    <a:pt x="2935751" y="810000"/>
                    <a:pt x="2955005" y="797506"/>
                  </a:cubicBezTo>
                  <a:cubicBezTo>
                    <a:pt x="2978921" y="781988"/>
                    <a:pt x="2999587" y="768585"/>
                    <a:pt x="3031380" y="733615"/>
                  </a:cubicBezTo>
                  <a:cubicBezTo>
                    <a:pt x="3060850" y="701193"/>
                    <a:pt x="3091003" y="657187"/>
                    <a:pt x="3117602" y="618346"/>
                  </a:cubicBezTo>
                  <a:cubicBezTo>
                    <a:pt x="3143121" y="581091"/>
                    <a:pt x="3167234" y="545905"/>
                    <a:pt x="3187037" y="526093"/>
                  </a:cubicBezTo>
                  <a:cubicBezTo>
                    <a:pt x="3201574" y="511556"/>
                    <a:pt x="3221854" y="493491"/>
                    <a:pt x="3243322" y="474363"/>
                  </a:cubicBezTo>
                  <a:cubicBezTo>
                    <a:pt x="3280154" y="441554"/>
                    <a:pt x="3321893" y="404370"/>
                    <a:pt x="3336448" y="382533"/>
                  </a:cubicBezTo>
                  <a:cubicBezTo>
                    <a:pt x="3348941" y="363784"/>
                    <a:pt x="3337564" y="317878"/>
                    <a:pt x="3325512" y="269280"/>
                  </a:cubicBezTo>
                  <a:cubicBezTo>
                    <a:pt x="3316465" y="232790"/>
                    <a:pt x="3307113" y="195066"/>
                    <a:pt x="3307113" y="165353"/>
                  </a:cubicBezTo>
                  <a:cubicBezTo>
                    <a:pt x="3307113" y="94541"/>
                    <a:pt x="3319372" y="59283"/>
                    <a:pt x="3395370" y="24205"/>
                  </a:cubicBezTo>
                  <a:cubicBezTo>
                    <a:pt x="3464516" y="-7722"/>
                    <a:pt x="3560289" y="-953"/>
                    <a:pt x="3644792" y="5051"/>
                  </a:cubicBezTo>
                  <a:cubicBezTo>
                    <a:pt x="3652570" y="5600"/>
                    <a:pt x="3660211" y="6140"/>
                    <a:pt x="3667691" y="6635"/>
                  </a:cubicBezTo>
                  <a:cubicBezTo>
                    <a:pt x="3743553" y="11694"/>
                    <a:pt x="3916727" y="85539"/>
                    <a:pt x="4009754" y="125217"/>
                  </a:cubicBezTo>
                  <a:cubicBezTo>
                    <a:pt x="4022977" y="130851"/>
                    <a:pt x="4034318" y="135685"/>
                    <a:pt x="4043194" y="139384"/>
                  </a:cubicBezTo>
                  <a:cubicBezTo>
                    <a:pt x="4112341" y="168197"/>
                    <a:pt x="4245621" y="173193"/>
                    <a:pt x="4346650" y="150744"/>
                  </a:cubicBezTo>
                  <a:cubicBezTo>
                    <a:pt x="4394240" y="140176"/>
                    <a:pt x="4458742" y="127422"/>
                    <a:pt x="4521120" y="115090"/>
                  </a:cubicBezTo>
                  <a:cubicBezTo>
                    <a:pt x="4591987" y="101085"/>
                    <a:pt x="4658911" y="87853"/>
                    <a:pt x="4680621" y="81651"/>
                  </a:cubicBezTo>
                  <a:cubicBezTo>
                    <a:pt x="4721027" y="70111"/>
                    <a:pt x="4830627" y="52577"/>
                    <a:pt x="4900943" y="64288"/>
                  </a:cubicBezTo>
                  <a:cubicBezTo>
                    <a:pt x="4945472" y="71705"/>
                    <a:pt x="4997886" y="67024"/>
                    <a:pt x="5044125" y="62884"/>
                  </a:cubicBezTo>
                  <a:cubicBezTo>
                    <a:pt x="5069400" y="60624"/>
                    <a:pt x="5093271" y="58491"/>
                    <a:pt x="5113606" y="58491"/>
                  </a:cubicBezTo>
                  <a:cubicBezTo>
                    <a:pt x="5121427" y="58491"/>
                    <a:pt x="5128403" y="58383"/>
                    <a:pt x="5134758" y="58284"/>
                  </a:cubicBezTo>
                  <a:cubicBezTo>
                    <a:pt x="5174831" y="57636"/>
                    <a:pt x="5191439" y="57411"/>
                    <a:pt x="5241981" y="87744"/>
                  </a:cubicBezTo>
                  <a:cubicBezTo>
                    <a:pt x="5292099" y="117809"/>
                    <a:pt x="5308139" y="186227"/>
                    <a:pt x="5322289" y="246589"/>
                  </a:cubicBezTo>
                  <a:cubicBezTo>
                    <a:pt x="5324791" y="257264"/>
                    <a:pt x="5327257" y="267750"/>
                    <a:pt x="5329840" y="277805"/>
                  </a:cubicBezTo>
                  <a:cubicBezTo>
                    <a:pt x="5333288" y="291216"/>
                    <a:pt x="5346934" y="310983"/>
                    <a:pt x="5362731" y="333864"/>
                  </a:cubicBezTo>
                  <a:cubicBezTo>
                    <a:pt x="5391751" y="375918"/>
                    <a:pt x="5427881" y="428250"/>
                    <a:pt x="5427881" y="478423"/>
                  </a:cubicBezTo>
                  <a:cubicBezTo>
                    <a:pt x="5427881" y="556094"/>
                    <a:pt x="5353316" y="620353"/>
                    <a:pt x="5315258" y="620353"/>
                  </a:cubicBezTo>
                  <a:cubicBezTo>
                    <a:pt x="5281801" y="620353"/>
                    <a:pt x="5065827" y="685522"/>
                    <a:pt x="5011181" y="709807"/>
                  </a:cubicBezTo>
                  <a:cubicBezTo>
                    <a:pt x="4960648" y="732265"/>
                    <a:pt x="4851005" y="801151"/>
                    <a:pt x="4812417" y="858480"/>
                  </a:cubicBezTo>
                  <a:cubicBezTo>
                    <a:pt x="4779220" y="907797"/>
                    <a:pt x="4584192" y="1100431"/>
                    <a:pt x="4500913" y="1182693"/>
                  </a:cubicBezTo>
                  <a:cubicBezTo>
                    <a:pt x="4485944" y="1197473"/>
                    <a:pt x="4474215" y="1209067"/>
                    <a:pt x="4467122" y="1216160"/>
                  </a:cubicBezTo>
                  <a:cubicBezTo>
                    <a:pt x="4421532" y="1261751"/>
                    <a:pt x="4421640" y="1358801"/>
                    <a:pt x="4421685" y="1395328"/>
                  </a:cubicBezTo>
                  <a:lnTo>
                    <a:pt x="4421685" y="1398290"/>
                  </a:lnTo>
                  <a:cubicBezTo>
                    <a:pt x="4421685" y="1431171"/>
                    <a:pt x="4515567" y="1504747"/>
                    <a:pt x="4584075" y="1516160"/>
                  </a:cubicBezTo>
                  <a:cubicBezTo>
                    <a:pt x="4650818" y="1527276"/>
                    <a:pt x="4684663" y="1555576"/>
                    <a:pt x="4684663" y="1600249"/>
                  </a:cubicBezTo>
                  <a:cubicBezTo>
                    <a:pt x="4684663" y="1628072"/>
                    <a:pt x="4627910" y="1665337"/>
                    <a:pt x="4573021" y="1701378"/>
                  </a:cubicBezTo>
                  <a:cubicBezTo>
                    <a:pt x="4544731" y="1719956"/>
                    <a:pt x="4518006" y="1737508"/>
                    <a:pt x="4505134" y="1750380"/>
                  </a:cubicBezTo>
                  <a:cubicBezTo>
                    <a:pt x="4470047" y="1785475"/>
                    <a:pt x="4442963" y="1885479"/>
                    <a:pt x="4436906" y="1944175"/>
                  </a:cubicBezTo>
                  <a:cubicBezTo>
                    <a:pt x="4434151" y="1970882"/>
                    <a:pt x="4423548" y="2013215"/>
                    <a:pt x="4413286" y="2054152"/>
                  </a:cubicBezTo>
                  <a:cubicBezTo>
                    <a:pt x="4402241" y="2098204"/>
                    <a:pt x="4390837" y="2143750"/>
                    <a:pt x="4390837" y="2164560"/>
                  </a:cubicBezTo>
                  <a:cubicBezTo>
                    <a:pt x="4390837" y="2204283"/>
                    <a:pt x="4413637" y="2438826"/>
                    <a:pt x="4413872" y="2441185"/>
                  </a:cubicBezTo>
                  <a:cubicBezTo>
                    <a:pt x="4414042" y="2442922"/>
                    <a:pt x="4412764" y="2444470"/>
                    <a:pt x="4411036" y="2444641"/>
                  </a:cubicBezTo>
                  <a:cubicBezTo>
                    <a:pt x="4409317" y="2444830"/>
                    <a:pt x="4407750" y="2443543"/>
                    <a:pt x="4407580" y="2441806"/>
                  </a:cubicBezTo>
                  <a:cubicBezTo>
                    <a:pt x="4406644" y="2432138"/>
                    <a:pt x="4384527" y="2204589"/>
                    <a:pt x="4384527" y="2164569"/>
                  </a:cubicBezTo>
                  <a:cubicBezTo>
                    <a:pt x="4384527" y="2142985"/>
                    <a:pt x="4395527" y="2099095"/>
                    <a:pt x="4407175" y="2052622"/>
                  </a:cubicBezTo>
                  <a:cubicBezTo>
                    <a:pt x="4417373" y="2011900"/>
                    <a:pt x="4427931" y="1969802"/>
                    <a:pt x="4430641" y="1943527"/>
                  </a:cubicBezTo>
                  <a:cubicBezTo>
                    <a:pt x="4436798" y="1883903"/>
                    <a:pt x="4464557" y="1782046"/>
                    <a:pt x="4500688" y="1745924"/>
                  </a:cubicBezTo>
                  <a:cubicBezTo>
                    <a:pt x="4514028" y="1732585"/>
                    <a:pt x="4541014" y="1714870"/>
                    <a:pt x="4569574" y="1696112"/>
                  </a:cubicBezTo>
                  <a:cubicBezTo>
                    <a:pt x="4618045" y="1664283"/>
                    <a:pt x="4678362" y="1624678"/>
                    <a:pt x="4678362" y="1600267"/>
                  </a:cubicBezTo>
                  <a:cubicBezTo>
                    <a:pt x="4678362" y="1558565"/>
                    <a:pt x="4647191" y="1533100"/>
                    <a:pt x="4583058" y="1522407"/>
                  </a:cubicBezTo>
                  <a:cubicBezTo>
                    <a:pt x="4515675" y="1511174"/>
                    <a:pt x="4415393" y="1436950"/>
                    <a:pt x="4415393" y="1398299"/>
                  </a:cubicBezTo>
                  <a:lnTo>
                    <a:pt x="4415393" y="1395346"/>
                  </a:lnTo>
                  <a:cubicBezTo>
                    <a:pt x="4415348" y="1358100"/>
                    <a:pt x="4415248" y="1259141"/>
                    <a:pt x="4462685" y="1211704"/>
                  </a:cubicBezTo>
                  <a:cubicBezTo>
                    <a:pt x="4469786" y="1204602"/>
                    <a:pt x="4481534" y="1193009"/>
                    <a:pt x="4496511" y="1178202"/>
                  </a:cubicBezTo>
                  <a:cubicBezTo>
                    <a:pt x="4579655" y="1096084"/>
                    <a:pt x="4774369" y="903765"/>
                    <a:pt x="4807205" y="854960"/>
                  </a:cubicBezTo>
                  <a:cubicBezTo>
                    <a:pt x="4846477" y="796633"/>
                    <a:pt x="4957516" y="726766"/>
                    <a:pt x="5008651" y="704038"/>
                  </a:cubicBezTo>
                  <a:cubicBezTo>
                    <a:pt x="5057807" y="682192"/>
                    <a:pt x="5278786" y="614044"/>
                    <a:pt x="5315294" y="614044"/>
                  </a:cubicBezTo>
                  <a:cubicBezTo>
                    <a:pt x="5346123" y="614044"/>
                    <a:pt x="5421599" y="555347"/>
                    <a:pt x="5421599" y="478432"/>
                  </a:cubicBezTo>
                  <a:cubicBezTo>
                    <a:pt x="5421599" y="430231"/>
                    <a:pt x="5386098" y="378789"/>
                    <a:pt x="5357564" y="337464"/>
                  </a:cubicBezTo>
                  <a:cubicBezTo>
                    <a:pt x="5341425" y="314079"/>
                    <a:pt x="5327482" y="293890"/>
                    <a:pt x="5323756" y="279389"/>
                  </a:cubicBezTo>
                  <a:cubicBezTo>
                    <a:pt x="5321155" y="269290"/>
                    <a:pt x="5318688" y="258758"/>
                    <a:pt x="5316168" y="248029"/>
                  </a:cubicBezTo>
                  <a:cubicBezTo>
                    <a:pt x="5302306" y="188891"/>
                    <a:pt x="5286590" y="121859"/>
                    <a:pt x="5238767" y="93163"/>
                  </a:cubicBezTo>
                  <a:cubicBezTo>
                    <a:pt x="5189755" y="63766"/>
                    <a:pt x="5174742" y="63999"/>
                    <a:pt x="5134893" y="64602"/>
                  </a:cubicBezTo>
                  <a:cubicBezTo>
                    <a:pt x="5128502" y="64702"/>
                    <a:pt x="5121499" y="64809"/>
                    <a:pt x="5113642" y="64809"/>
                  </a:cubicBezTo>
                  <a:cubicBezTo>
                    <a:pt x="5093587" y="64809"/>
                    <a:pt x="5069859" y="66934"/>
                    <a:pt x="5044728" y="69175"/>
                  </a:cubicBezTo>
                  <a:cubicBezTo>
                    <a:pt x="4998102" y="73361"/>
                    <a:pt x="4945256" y="78077"/>
                    <a:pt x="4899953" y="70517"/>
                  </a:cubicBezTo>
                  <a:cubicBezTo>
                    <a:pt x="4830590" y="58968"/>
                    <a:pt x="4722333" y="76313"/>
                    <a:pt x="4682403" y="87718"/>
                  </a:cubicBezTo>
                  <a:cubicBezTo>
                    <a:pt x="4660441" y="93992"/>
                    <a:pt x="4593382" y="107250"/>
                    <a:pt x="4522390" y="121274"/>
                  </a:cubicBezTo>
                  <a:cubicBezTo>
                    <a:pt x="4460048" y="133597"/>
                    <a:pt x="4395581" y="146342"/>
                    <a:pt x="4348064" y="156901"/>
                  </a:cubicBezTo>
                  <a:cubicBezTo>
                    <a:pt x="4245964" y="179593"/>
                    <a:pt x="4111000" y="174462"/>
                    <a:pt x="4040808" y="145208"/>
                  </a:cubicBezTo>
                  <a:cubicBezTo>
                    <a:pt x="4031924" y="141509"/>
                    <a:pt x="4020565" y="136657"/>
                    <a:pt x="4007324" y="131013"/>
                  </a:cubicBezTo>
                  <a:cubicBezTo>
                    <a:pt x="3921236" y="94298"/>
                    <a:pt x="3742104" y="17914"/>
                    <a:pt x="3667322" y="12927"/>
                  </a:cubicBezTo>
                  <a:cubicBezTo>
                    <a:pt x="3659842" y="12423"/>
                    <a:pt x="3652182" y="11883"/>
                    <a:pt x="3644396" y="11334"/>
                  </a:cubicBezTo>
                  <a:cubicBezTo>
                    <a:pt x="3560667" y="5402"/>
                    <a:pt x="3465750" y="-1313"/>
                    <a:pt x="3398070" y="29930"/>
                  </a:cubicBezTo>
                  <a:cubicBezTo>
                    <a:pt x="3326259" y="63073"/>
                    <a:pt x="3313477" y="94225"/>
                    <a:pt x="3313477" y="165335"/>
                  </a:cubicBezTo>
                  <a:cubicBezTo>
                    <a:pt x="3313477" y="194274"/>
                    <a:pt x="3322739" y="231620"/>
                    <a:pt x="3331695" y="267732"/>
                  </a:cubicBezTo>
                  <a:cubicBezTo>
                    <a:pt x="3344090" y="317725"/>
                    <a:pt x="3355800" y="364945"/>
                    <a:pt x="3341758" y="386017"/>
                  </a:cubicBezTo>
                  <a:cubicBezTo>
                    <a:pt x="3326754" y="408520"/>
                    <a:pt x="3286509" y="444380"/>
                    <a:pt x="3247588" y="479053"/>
                  </a:cubicBezTo>
                  <a:cubicBezTo>
                    <a:pt x="3226183" y="498127"/>
                    <a:pt x="3205967" y="516129"/>
                    <a:pt x="3191565" y="530531"/>
                  </a:cubicBezTo>
                  <a:cubicBezTo>
                    <a:pt x="3172176" y="549928"/>
                    <a:pt x="3148233" y="584880"/>
                    <a:pt x="3122868" y="621893"/>
                  </a:cubicBezTo>
                  <a:cubicBezTo>
                    <a:pt x="3096152" y="660895"/>
                    <a:pt x="3065872" y="705100"/>
                    <a:pt x="3036114" y="737837"/>
                  </a:cubicBezTo>
                  <a:cubicBezTo>
                    <a:pt x="3003773" y="773419"/>
                    <a:pt x="2981774" y="787686"/>
                    <a:pt x="2958497" y="802781"/>
                  </a:cubicBezTo>
                  <a:cubicBezTo>
                    <a:pt x="2939460" y="815139"/>
                    <a:pt x="2919774" y="827903"/>
                    <a:pt x="2891862" y="853277"/>
                  </a:cubicBezTo>
                  <a:cubicBezTo>
                    <a:pt x="2829924" y="909588"/>
                    <a:pt x="2675401" y="996702"/>
                    <a:pt x="2573913" y="1032527"/>
                  </a:cubicBezTo>
                  <a:cubicBezTo>
                    <a:pt x="2480562" y="1065489"/>
                    <a:pt x="2294444" y="1085706"/>
                    <a:pt x="2203316" y="1061402"/>
                  </a:cubicBezTo>
                  <a:cubicBezTo>
                    <a:pt x="2110010" y="1036523"/>
                    <a:pt x="1747856" y="952074"/>
                    <a:pt x="1645621" y="963551"/>
                  </a:cubicBezTo>
                  <a:cubicBezTo>
                    <a:pt x="1601911" y="968420"/>
                    <a:pt x="1517210" y="960121"/>
                    <a:pt x="1427513" y="951345"/>
                  </a:cubicBezTo>
                  <a:cubicBezTo>
                    <a:pt x="1307212" y="939589"/>
                    <a:pt x="1170854" y="926250"/>
                    <a:pt x="1128071" y="945998"/>
                  </a:cubicBezTo>
                  <a:cubicBezTo>
                    <a:pt x="1108844" y="954873"/>
                    <a:pt x="1086486" y="966269"/>
                    <a:pt x="1062812" y="978331"/>
                  </a:cubicBezTo>
                  <a:cubicBezTo>
                    <a:pt x="992567" y="1014137"/>
                    <a:pt x="905139" y="1058693"/>
                    <a:pt x="810698" y="1084454"/>
                  </a:cubicBezTo>
                  <a:cubicBezTo>
                    <a:pt x="742091" y="1103168"/>
                    <a:pt x="632781" y="1149713"/>
                    <a:pt x="536342" y="1190776"/>
                  </a:cubicBezTo>
                  <a:cubicBezTo>
                    <a:pt x="454890" y="1225467"/>
                    <a:pt x="377958" y="1258231"/>
                    <a:pt x="338235" y="1268817"/>
                  </a:cubicBezTo>
                  <a:cubicBezTo>
                    <a:pt x="303923" y="1277971"/>
                    <a:pt x="264714" y="1282544"/>
                    <a:pt x="226809" y="1286972"/>
                  </a:cubicBezTo>
                  <a:cubicBezTo>
                    <a:pt x="170768" y="1293516"/>
                    <a:pt x="117832" y="1299700"/>
                    <a:pt x="97679" y="1319853"/>
                  </a:cubicBezTo>
                  <a:cubicBezTo>
                    <a:pt x="86634" y="1330889"/>
                    <a:pt x="73403" y="1340124"/>
                    <a:pt x="60594" y="1349053"/>
                  </a:cubicBezTo>
                  <a:cubicBezTo>
                    <a:pt x="32609" y="1368577"/>
                    <a:pt x="8432" y="1385427"/>
                    <a:pt x="12158" y="1415176"/>
                  </a:cubicBezTo>
                  <a:cubicBezTo>
                    <a:pt x="14193" y="1431423"/>
                    <a:pt x="12059" y="1456896"/>
                    <a:pt x="9809" y="1483882"/>
                  </a:cubicBezTo>
                  <a:cubicBezTo>
                    <a:pt x="6443" y="1524243"/>
                    <a:pt x="2617" y="1569987"/>
                    <a:pt x="13977" y="1582337"/>
                  </a:cubicBezTo>
                  <a:cubicBezTo>
                    <a:pt x="15804" y="1584326"/>
                    <a:pt x="17892" y="1585253"/>
                    <a:pt x="20538" y="1585253"/>
                  </a:cubicBezTo>
                  <a:lnTo>
                    <a:pt x="158814" y="1585253"/>
                  </a:lnTo>
                  <a:cubicBezTo>
                    <a:pt x="210193" y="1585253"/>
                    <a:pt x="280547" y="1585253"/>
                    <a:pt x="338829" y="1614390"/>
                  </a:cubicBezTo>
                  <a:cubicBezTo>
                    <a:pt x="353258" y="1621600"/>
                    <a:pt x="373187" y="1629710"/>
                    <a:pt x="394295" y="1638297"/>
                  </a:cubicBezTo>
                  <a:cubicBezTo>
                    <a:pt x="458743" y="1664508"/>
                    <a:pt x="538943" y="1697138"/>
                    <a:pt x="547918" y="1737517"/>
                  </a:cubicBezTo>
                  <a:cubicBezTo>
                    <a:pt x="549358" y="1744025"/>
                    <a:pt x="550717" y="1750722"/>
                    <a:pt x="552103" y="1757536"/>
                  </a:cubicBezTo>
                  <a:cubicBezTo>
                    <a:pt x="561518" y="1803973"/>
                    <a:pt x="572185" y="1856621"/>
                    <a:pt x="621547" y="1891176"/>
                  </a:cubicBezTo>
                  <a:cubicBezTo>
                    <a:pt x="682387" y="1933770"/>
                    <a:pt x="840753" y="1998461"/>
                    <a:pt x="888982" y="1971656"/>
                  </a:cubicBezTo>
                  <a:cubicBezTo>
                    <a:pt x="909630" y="1960188"/>
                    <a:pt x="936553" y="1948748"/>
                    <a:pt x="965060" y="1936632"/>
                  </a:cubicBezTo>
                  <a:cubicBezTo>
                    <a:pt x="1007590" y="1918567"/>
                    <a:pt x="1055791" y="1898080"/>
                    <a:pt x="1090347" y="1873885"/>
                  </a:cubicBezTo>
                  <a:cubicBezTo>
                    <a:pt x="1092795" y="1872175"/>
                    <a:pt x="1336889" y="1703187"/>
                    <a:pt x="1398520" y="1723673"/>
                  </a:cubicBezTo>
                  <a:cubicBezTo>
                    <a:pt x="1447550" y="1740019"/>
                    <a:pt x="1667773" y="1792650"/>
                    <a:pt x="1720160" y="1792650"/>
                  </a:cubicBezTo>
                  <a:cubicBezTo>
                    <a:pt x="1739890" y="1792650"/>
                    <a:pt x="1785148" y="1785017"/>
                    <a:pt x="1837553" y="1776168"/>
                  </a:cubicBezTo>
                  <a:cubicBezTo>
                    <a:pt x="1923622" y="1761650"/>
                    <a:pt x="2021177" y="1745195"/>
                    <a:pt x="2060656" y="1752369"/>
                  </a:cubicBezTo>
                  <a:cubicBezTo>
                    <a:pt x="2125978" y="1764251"/>
                    <a:pt x="2223533" y="1825855"/>
                    <a:pt x="2326803" y="1891086"/>
                  </a:cubicBezTo>
                  <a:cubicBezTo>
                    <a:pt x="2436717" y="1960504"/>
                    <a:pt x="2564173" y="2069832"/>
                    <a:pt x="2570231" y="2112246"/>
                  </a:cubicBezTo>
                  <a:cubicBezTo>
                    <a:pt x="2576010" y="2152697"/>
                    <a:pt x="2487528" y="2535022"/>
                    <a:pt x="2483757" y="2551269"/>
                  </a:cubicBezTo>
                  <a:cubicBezTo>
                    <a:pt x="2483415" y="2552727"/>
                    <a:pt x="2482119" y="2553718"/>
                    <a:pt x="2480687" y="25537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7" name="Google Shape;12517;p32"/>
            <p:cNvSpPr/>
            <p:nvPr/>
          </p:nvSpPr>
          <p:spPr>
            <a:xfrm>
              <a:off x="2165464" y="4015794"/>
              <a:ext cx="260868" cy="412626"/>
            </a:xfrm>
            <a:custGeom>
              <a:avLst/>
              <a:gdLst/>
              <a:ahLst/>
              <a:cxnLst/>
              <a:rect l="l" t="t" r="r" b="b"/>
              <a:pathLst>
                <a:path w="260868" h="412626" extrusionOk="0">
                  <a:moveTo>
                    <a:pt x="216283" y="412626"/>
                  </a:moveTo>
                  <a:cubicBezTo>
                    <a:pt x="200072" y="412626"/>
                    <a:pt x="183078" y="408179"/>
                    <a:pt x="172493" y="398440"/>
                  </a:cubicBezTo>
                  <a:cubicBezTo>
                    <a:pt x="142249" y="370627"/>
                    <a:pt x="133500" y="341094"/>
                    <a:pt x="128270" y="323442"/>
                  </a:cubicBezTo>
                  <a:cubicBezTo>
                    <a:pt x="126596" y="317789"/>
                    <a:pt x="125273" y="313325"/>
                    <a:pt x="123877" y="311228"/>
                  </a:cubicBezTo>
                  <a:cubicBezTo>
                    <a:pt x="120295" y="305863"/>
                    <a:pt x="119503" y="283558"/>
                    <a:pt x="118504" y="247607"/>
                  </a:cubicBezTo>
                  <a:cubicBezTo>
                    <a:pt x="117720" y="219218"/>
                    <a:pt x="116901" y="189865"/>
                    <a:pt x="113832" y="178766"/>
                  </a:cubicBezTo>
                  <a:cubicBezTo>
                    <a:pt x="109853" y="164373"/>
                    <a:pt x="81608" y="133544"/>
                    <a:pt x="51697" y="100906"/>
                  </a:cubicBezTo>
                  <a:cubicBezTo>
                    <a:pt x="34846" y="82525"/>
                    <a:pt x="17429" y="63524"/>
                    <a:pt x="2163" y="45189"/>
                  </a:cubicBezTo>
                  <a:cubicBezTo>
                    <a:pt x="642" y="43362"/>
                    <a:pt x="-2310" y="38420"/>
                    <a:pt x="3208" y="32047"/>
                  </a:cubicBezTo>
                  <a:cubicBezTo>
                    <a:pt x="21030" y="11470"/>
                    <a:pt x="116118" y="-10151"/>
                    <a:pt x="140998" y="5179"/>
                  </a:cubicBezTo>
                  <a:lnTo>
                    <a:pt x="140998" y="5179"/>
                  </a:lnTo>
                  <a:cubicBezTo>
                    <a:pt x="184338" y="31849"/>
                    <a:pt x="206652" y="119709"/>
                    <a:pt x="209866" y="148693"/>
                  </a:cubicBezTo>
                  <a:cubicBezTo>
                    <a:pt x="212125" y="169018"/>
                    <a:pt x="206760" y="200864"/>
                    <a:pt x="202026" y="228957"/>
                  </a:cubicBezTo>
                  <a:cubicBezTo>
                    <a:pt x="199964" y="241217"/>
                    <a:pt x="198011" y="252783"/>
                    <a:pt x="197030" y="261694"/>
                  </a:cubicBezTo>
                  <a:cubicBezTo>
                    <a:pt x="195356" y="276717"/>
                    <a:pt x="214663" y="305845"/>
                    <a:pt x="231702" y="331534"/>
                  </a:cubicBezTo>
                  <a:cubicBezTo>
                    <a:pt x="246473" y="353803"/>
                    <a:pt x="259219" y="373039"/>
                    <a:pt x="260722" y="385065"/>
                  </a:cubicBezTo>
                  <a:cubicBezTo>
                    <a:pt x="261794" y="393606"/>
                    <a:pt x="256960" y="401096"/>
                    <a:pt x="247131" y="406163"/>
                  </a:cubicBezTo>
                  <a:cubicBezTo>
                    <a:pt x="238975" y="410367"/>
                    <a:pt x="227823" y="412617"/>
                    <a:pt x="216292" y="412617"/>
                  </a:cubicBezTo>
                  <a:close/>
                  <a:moveTo>
                    <a:pt x="114120" y="6232"/>
                  </a:moveTo>
                  <a:cubicBezTo>
                    <a:pt x="78404" y="6232"/>
                    <a:pt x="20166" y="22101"/>
                    <a:pt x="7969" y="36197"/>
                  </a:cubicBezTo>
                  <a:cubicBezTo>
                    <a:pt x="5367" y="39194"/>
                    <a:pt x="6430" y="40463"/>
                    <a:pt x="6997" y="41147"/>
                  </a:cubicBezTo>
                  <a:cubicBezTo>
                    <a:pt x="22182" y="59365"/>
                    <a:pt x="39545" y="78313"/>
                    <a:pt x="56342" y="96639"/>
                  </a:cubicBezTo>
                  <a:cubicBezTo>
                    <a:pt x="88097" y="131294"/>
                    <a:pt x="115533" y="161232"/>
                    <a:pt x="119917" y="177092"/>
                  </a:cubicBezTo>
                  <a:cubicBezTo>
                    <a:pt x="123184" y="188929"/>
                    <a:pt x="124012" y="218678"/>
                    <a:pt x="124813" y="247437"/>
                  </a:cubicBezTo>
                  <a:cubicBezTo>
                    <a:pt x="125507" y="272460"/>
                    <a:pt x="126371" y="303604"/>
                    <a:pt x="129125" y="307726"/>
                  </a:cubicBezTo>
                  <a:cubicBezTo>
                    <a:pt x="131052" y="310625"/>
                    <a:pt x="132419" y="315242"/>
                    <a:pt x="134319" y="321651"/>
                  </a:cubicBezTo>
                  <a:cubicBezTo>
                    <a:pt x="139359" y="338672"/>
                    <a:pt x="147802" y="367152"/>
                    <a:pt x="176769" y="393787"/>
                  </a:cubicBezTo>
                  <a:cubicBezTo>
                    <a:pt x="192808" y="408540"/>
                    <a:pt x="226788" y="409557"/>
                    <a:pt x="244223" y="400555"/>
                  </a:cubicBezTo>
                  <a:cubicBezTo>
                    <a:pt x="249390" y="397891"/>
                    <a:pt x="255358" y="393184"/>
                    <a:pt x="254440" y="385865"/>
                  </a:cubicBezTo>
                  <a:cubicBezTo>
                    <a:pt x="253116" y="375307"/>
                    <a:pt x="240155" y="355747"/>
                    <a:pt x="226418" y="335036"/>
                  </a:cubicBezTo>
                  <a:cubicBezTo>
                    <a:pt x="207930" y="307150"/>
                    <a:pt x="188802" y="278319"/>
                    <a:pt x="190729" y="261001"/>
                  </a:cubicBezTo>
                  <a:cubicBezTo>
                    <a:pt x="191738" y="251919"/>
                    <a:pt x="193699" y="240262"/>
                    <a:pt x="195788" y="227913"/>
                  </a:cubicBezTo>
                  <a:cubicBezTo>
                    <a:pt x="200450" y="200225"/>
                    <a:pt x="205734" y="168847"/>
                    <a:pt x="203574" y="149405"/>
                  </a:cubicBezTo>
                  <a:cubicBezTo>
                    <a:pt x="200567" y="122365"/>
                    <a:pt x="178514" y="35702"/>
                    <a:pt x="137676" y="10570"/>
                  </a:cubicBezTo>
                  <a:lnTo>
                    <a:pt x="137676" y="10570"/>
                  </a:lnTo>
                  <a:cubicBezTo>
                    <a:pt x="132753" y="7537"/>
                    <a:pt x="124363" y="6240"/>
                    <a:pt x="114120" y="62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8" name="Google Shape;12518;p32"/>
            <p:cNvSpPr/>
            <p:nvPr/>
          </p:nvSpPr>
          <p:spPr>
            <a:xfrm>
              <a:off x="-2779701" y="4504488"/>
              <a:ext cx="4786173" cy="1850103"/>
            </a:xfrm>
            <a:custGeom>
              <a:avLst/>
              <a:gdLst/>
              <a:ahLst/>
              <a:cxnLst/>
              <a:rect l="l" t="t" r="r" b="b"/>
              <a:pathLst>
                <a:path w="4786173" h="1850103" extrusionOk="0">
                  <a:moveTo>
                    <a:pt x="2556174" y="1850068"/>
                  </a:moveTo>
                  <a:cubicBezTo>
                    <a:pt x="2555913" y="1850068"/>
                    <a:pt x="2555634" y="1850032"/>
                    <a:pt x="2555363" y="1849960"/>
                  </a:cubicBezTo>
                  <a:cubicBezTo>
                    <a:pt x="2553681" y="1849519"/>
                    <a:pt x="2552672" y="1847791"/>
                    <a:pt x="2553113" y="1846107"/>
                  </a:cubicBezTo>
                  <a:cubicBezTo>
                    <a:pt x="2581161" y="1740136"/>
                    <a:pt x="2646213" y="1460280"/>
                    <a:pt x="2610856" y="1438174"/>
                  </a:cubicBezTo>
                  <a:cubicBezTo>
                    <a:pt x="2599541" y="1431108"/>
                    <a:pt x="2568361" y="1404752"/>
                    <a:pt x="2525201" y="1368279"/>
                  </a:cubicBezTo>
                  <a:cubicBezTo>
                    <a:pt x="2396358" y="1259401"/>
                    <a:pt x="2156548" y="1056740"/>
                    <a:pt x="2059812" y="1044120"/>
                  </a:cubicBezTo>
                  <a:cubicBezTo>
                    <a:pt x="1991224" y="1035182"/>
                    <a:pt x="1877170" y="1048566"/>
                    <a:pt x="1776545" y="1060376"/>
                  </a:cubicBezTo>
                  <a:cubicBezTo>
                    <a:pt x="1685570" y="1071061"/>
                    <a:pt x="1606981" y="1080269"/>
                    <a:pt x="1574784" y="1072231"/>
                  </a:cubicBezTo>
                  <a:cubicBezTo>
                    <a:pt x="1553892" y="1067001"/>
                    <a:pt x="1518427" y="1053913"/>
                    <a:pt x="1477373" y="1038764"/>
                  </a:cubicBezTo>
                  <a:cubicBezTo>
                    <a:pt x="1388612" y="1006000"/>
                    <a:pt x="1267069" y="961129"/>
                    <a:pt x="1233054" y="976242"/>
                  </a:cubicBezTo>
                  <a:cubicBezTo>
                    <a:pt x="1195753" y="992822"/>
                    <a:pt x="867516" y="1139181"/>
                    <a:pt x="828046" y="1173008"/>
                  </a:cubicBezTo>
                  <a:cubicBezTo>
                    <a:pt x="817506" y="1182045"/>
                    <a:pt x="811177" y="1191388"/>
                    <a:pt x="805066" y="1200425"/>
                  </a:cubicBezTo>
                  <a:cubicBezTo>
                    <a:pt x="788549" y="1224828"/>
                    <a:pt x="775470" y="1244126"/>
                    <a:pt x="696034" y="1235746"/>
                  </a:cubicBezTo>
                  <a:cubicBezTo>
                    <a:pt x="603907" y="1226043"/>
                    <a:pt x="549927" y="1136400"/>
                    <a:pt x="523986" y="1093321"/>
                  </a:cubicBezTo>
                  <a:cubicBezTo>
                    <a:pt x="519521" y="1085903"/>
                    <a:pt x="515993" y="1080044"/>
                    <a:pt x="513481" y="1076695"/>
                  </a:cubicBezTo>
                  <a:cubicBezTo>
                    <a:pt x="493742" y="1050367"/>
                    <a:pt x="400661" y="948338"/>
                    <a:pt x="363846" y="948338"/>
                  </a:cubicBezTo>
                  <a:cubicBezTo>
                    <a:pt x="346555" y="948338"/>
                    <a:pt x="303538" y="936898"/>
                    <a:pt x="257983" y="924782"/>
                  </a:cubicBezTo>
                  <a:cubicBezTo>
                    <a:pt x="201950" y="909885"/>
                    <a:pt x="132245" y="891334"/>
                    <a:pt x="117043" y="897392"/>
                  </a:cubicBezTo>
                  <a:cubicBezTo>
                    <a:pt x="93747" y="906717"/>
                    <a:pt x="38777" y="898130"/>
                    <a:pt x="13871" y="881253"/>
                  </a:cubicBezTo>
                  <a:cubicBezTo>
                    <a:pt x="4663" y="875024"/>
                    <a:pt x="0" y="868093"/>
                    <a:pt x="0" y="860649"/>
                  </a:cubicBezTo>
                  <a:cubicBezTo>
                    <a:pt x="0" y="835914"/>
                    <a:pt x="15536" y="739133"/>
                    <a:pt x="59516" y="739133"/>
                  </a:cubicBezTo>
                  <a:cubicBezTo>
                    <a:pt x="100201" y="739133"/>
                    <a:pt x="239801" y="733489"/>
                    <a:pt x="290234" y="727881"/>
                  </a:cubicBezTo>
                  <a:cubicBezTo>
                    <a:pt x="338742" y="722490"/>
                    <a:pt x="512104" y="628382"/>
                    <a:pt x="564986" y="593134"/>
                  </a:cubicBezTo>
                  <a:cubicBezTo>
                    <a:pt x="596301" y="572260"/>
                    <a:pt x="673495" y="553664"/>
                    <a:pt x="741598" y="537255"/>
                  </a:cubicBezTo>
                  <a:cubicBezTo>
                    <a:pt x="784741" y="526858"/>
                    <a:pt x="825490" y="517047"/>
                    <a:pt x="847362" y="508298"/>
                  </a:cubicBezTo>
                  <a:cubicBezTo>
                    <a:pt x="865122" y="501196"/>
                    <a:pt x="888624" y="488072"/>
                    <a:pt x="913521" y="474165"/>
                  </a:cubicBezTo>
                  <a:cubicBezTo>
                    <a:pt x="967411" y="444074"/>
                    <a:pt x="1034470" y="406629"/>
                    <a:pt x="1085237" y="406629"/>
                  </a:cubicBezTo>
                  <a:cubicBezTo>
                    <a:pt x="1095741" y="406629"/>
                    <a:pt x="1108784" y="406512"/>
                    <a:pt x="1123654" y="406386"/>
                  </a:cubicBezTo>
                  <a:cubicBezTo>
                    <a:pt x="1214548" y="405549"/>
                    <a:pt x="1366721" y="404217"/>
                    <a:pt x="1429955" y="423687"/>
                  </a:cubicBezTo>
                  <a:cubicBezTo>
                    <a:pt x="1500479" y="445388"/>
                    <a:pt x="1834504" y="530657"/>
                    <a:pt x="1936073" y="524986"/>
                  </a:cubicBezTo>
                  <a:cubicBezTo>
                    <a:pt x="1976075" y="522763"/>
                    <a:pt x="2025887" y="517893"/>
                    <a:pt x="2074070" y="513176"/>
                  </a:cubicBezTo>
                  <a:cubicBezTo>
                    <a:pt x="2148591" y="505885"/>
                    <a:pt x="2218962" y="499008"/>
                    <a:pt x="2246614" y="502465"/>
                  </a:cubicBezTo>
                  <a:cubicBezTo>
                    <a:pt x="2253536" y="503329"/>
                    <a:pt x="2261916" y="504193"/>
                    <a:pt x="2271295" y="505165"/>
                  </a:cubicBezTo>
                  <a:cubicBezTo>
                    <a:pt x="2324844" y="510692"/>
                    <a:pt x="2405773" y="519036"/>
                    <a:pt x="2439887" y="548281"/>
                  </a:cubicBezTo>
                  <a:cubicBezTo>
                    <a:pt x="2478682" y="581531"/>
                    <a:pt x="2580369" y="638077"/>
                    <a:pt x="2664269" y="666034"/>
                  </a:cubicBezTo>
                  <a:cubicBezTo>
                    <a:pt x="2699986" y="677943"/>
                    <a:pt x="2740995" y="698997"/>
                    <a:pt x="2780654" y="719358"/>
                  </a:cubicBezTo>
                  <a:cubicBezTo>
                    <a:pt x="2834310" y="746901"/>
                    <a:pt x="2889803" y="775390"/>
                    <a:pt x="2928418" y="778612"/>
                  </a:cubicBezTo>
                  <a:cubicBezTo>
                    <a:pt x="2996592" y="784175"/>
                    <a:pt x="3230947" y="709267"/>
                    <a:pt x="3287763" y="688618"/>
                  </a:cubicBezTo>
                  <a:cubicBezTo>
                    <a:pt x="3353147" y="664837"/>
                    <a:pt x="3553757" y="598238"/>
                    <a:pt x="3616000" y="603908"/>
                  </a:cubicBezTo>
                  <a:cubicBezTo>
                    <a:pt x="3625793" y="604799"/>
                    <a:pt x="3638251" y="606249"/>
                    <a:pt x="3652482" y="607905"/>
                  </a:cubicBezTo>
                  <a:cubicBezTo>
                    <a:pt x="3727794" y="616681"/>
                    <a:pt x="3853856" y="631371"/>
                    <a:pt x="3895568" y="598921"/>
                  </a:cubicBezTo>
                  <a:cubicBezTo>
                    <a:pt x="3944561" y="560811"/>
                    <a:pt x="4023510" y="438260"/>
                    <a:pt x="4063718" y="352100"/>
                  </a:cubicBezTo>
                  <a:cubicBezTo>
                    <a:pt x="4068903" y="341002"/>
                    <a:pt x="4074277" y="329111"/>
                    <a:pt x="4079867" y="316762"/>
                  </a:cubicBezTo>
                  <a:cubicBezTo>
                    <a:pt x="4117014" y="234680"/>
                    <a:pt x="4163236" y="132507"/>
                    <a:pt x="4222977" y="102641"/>
                  </a:cubicBezTo>
                  <a:cubicBezTo>
                    <a:pt x="4293195" y="67537"/>
                    <a:pt x="4457592" y="29390"/>
                    <a:pt x="4518017" y="40362"/>
                  </a:cubicBezTo>
                  <a:cubicBezTo>
                    <a:pt x="4545795" y="45457"/>
                    <a:pt x="4592223" y="32720"/>
                    <a:pt x="4637112" y="20434"/>
                  </a:cubicBezTo>
                  <a:cubicBezTo>
                    <a:pt x="4692451" y="5294"/>
                    <a:pt x="4744712" y="-9009"/>
                    <a:pt x="4767269" y="7085"/>
                  </a:cubicBezTo>
                  <a:cubicBezTo>
                    <a:pt x="4780384" y="16455"/>
                    <a:pt x="4786730" y="27175"/>
                    <a:pt x="4786135" y="38931"/>
                  </a:cubicBezTo>
                  <a:cubicBezTo>
                    <a:pt x="4784876" y="63792"/>
                    <a:pt x="4752417" y="85944"/>
                    <a:pt x="4733181" y="96944"/>
                  </a:cubicBezTo>
                  <a:cubicBezTo>
                    <a:pt x="4694035" y="119311"/>
                    <a:pt x="4660119" y="147557"/>
                    <a:pt x="4587128" y="209332"/>
                  </a:cubicBezTo>
                  <a:cubicBezTo>
                    <a:pt x="4578478" y="216642"/>
                    <a:pt x="4570854" y="223023"/>
                    <a:pt x="4564040" y="228721"/>
                  </a:cubicBezTo>
                  <a:cubicBezTo>
                    <a:pt x="4513553" y="270918"/>
                    <a:pt x="4508269" y="275329"/>
                    <a:pt x="4463803" y="349436"/>
                  </a:cubicBezTo>
                  <a:cubicBezTo>
                    <a:pt x="4437331" y="393551"/>
                    <a:pt x="4405557" y="421787"/>
                    <a:pt x="4371911" y="451671"/>
                  </a:cubicBezTo>
                  <a:cubicBezTo>
                    <a:pt x="4341657" y="478540"/>
                    <a:pt x="4310378" y="506326"/>
                    <a:pt x="4283383" y="546823"/>
                  </a:cubicBezTo>
                  <a:cubicBezTo>
                    <a:pt x="4266011" y="572881"/>
                    <a:pt x="4246704" y="598678"/>
                    <a:pt x="4228026" y="623621"/>
                  </a:cubicBezTo>
                  <a:cubicBezTo>
                    <a:pt x="4188178" y="676845"/>
                    <a:pt x="4150535" y="727125"/>
                    <a:pt x="4154261" y="753157"/>
                  </a:cubicBezTo>
                  <a:cubicBezTo>
                    <a:pt x="4155216" y="759872"/>
                    <a:pt x="4155864" y="767766"/>
                    <a:pt x="4156539" y="776119"/>
                  </a:cubicBezTo>
                  <a:cubicBezTo>
                    <a:pt x="4159914" y="817668"/>
                    <a:pt x="4164540" y="874574"/>
                    <a:pt x="4214435" y="897248"/>
                  </a:cubicBezTo>
                  <a:cubicBezTo>
                    <a:pt x="4235272" y="906717"/>
                    <a:pt x="4263005" y="910957"/>
                    <a:pt x="4289828" y="915070"/>
                  </a:cubicBezTo>
                  <a:cubicBezTo>
                    <a:pt x="4326455" y="920678"/>
                    <a:pt x="4358084" y="925521"/>
                    <a:pt x="4365339" y="942920"/>
                  </a:cubicBezTo>
                  <a:cubicBezTo>
                    <a:pt x="4368958" y="951597"/>
                    <a:pt x="4366086" y="962164"/>
                    <a:pt x="4356573" y="975243"/>
                  </a:cubicBezTo>
                  <a:cubicBezTo>
                    <a:pt x="4316238" y="1030708"/>
                    <a:pt x="4271070" y="1113879"/>
                    <a:pt x="4238089" y="1174610"/>
                  </a:cubicBezTo>
                  <a:lnTo>
                    <a:pt x="4227162" y="1194692"/>
                  </a:lnTo>
                  <a:cubicBezTo>
                    <a:pt x="4222842" y="1202622"/>
                    <a:pt x="4218611" y="1210093"/>
                    <a:pt x="4214552" y="1217249"/>
                  </a:cubicBezTo>
                  <a:cubicBezTo>
                    <a:pt x="4187467" y="1265036"/>
                    <a:pt x="4167898" y="1299573"/>
                    <a:pt x="4182400" y="1367226"/>
                  </a:cubicBezTo>
                  <a:cubicBezTo>
                    <a:pt x="4195910" y="1430307"/>
                    <a:pt x="4181292" y="1485034"/>
                    <a:pt x="4165801" y="1542966"/>
                  </a:cubicBezTo>
                  <a:cubicBezTo>
                    <a:pt x="4161840" y="1557772"/>
                    <a:pt x="4157745" y="1573074"/>
                    <a:pt x="4154208" y="1588394"/>
                  </a:cubicBezTo>
                  <a:cubicBezTo>
                    <a:pt x="4137511" y="1660755"/>
                    <a:pt x="4103846" y="1840076"/>
                    <a:pt x="4103513" y="1841886"/>
                  </a:cubicBezTo>
                  <a:cubicBezTo>
                    <a:pt x="4103189" y="1843605"/>
                    <a:pt x="4101487" y="1844721"/>
                    <a:pt x="4099831" y="1844415"/>
                  </a:cubicBezTo>
                  <a:cubicBezTo>
                    <a:pt x="4098112" y="1844091"/>
                    <a:pt x="4096987" y="1842444"/>
                    <a:pt x="4097311" y="1840725"/>
                  </a:cubicBezTo>
                  <a:cubicBezTo>
                    <a:pt x="4097653" y="1838924"/>
                    <a:pt x="4131327" y="1659468"/>
                    <a:pt x="4148060" y="1586981"/>
                  </a:cubicBezTo>
                  <a:cubicBezTo>
                    <a:pt x="4151624" y="1571553"/>
                    <a:pt x="4155728" y="1556188"/>
                    <a:pt x="4159698" y="1541336"/>
                  </a:cubicBezTo>
                  <a:cubicBezTo>
                    <a:pt x="4174991" y="1484161"/>
                    <a:pt x="4189429" y="1430154"/>
                    <a:pt x="4176224" y="1368550"/>
                  </a:cubicBezTo>
                  <a:cubicBezTo>
                    <a:pt x="4161219" y="1298538"/>
                    <a:pt x="4181292" y="1263137"/>
                    <a:pt x="4209070" y="1214134"/>
                  </a:cubicBezTo>
                  <a:cubicBezTo>
                    <a:pt x="4213111" y="1206997"/>
                    <a:pt x="4217324" y="1199561"/>
                    <a:pt x="4221636" y="1191667"/>
                  </a:cubicBezTo>
                  <a:lnTo>
                    <a:pt x="4232545" y="1171595"/>
                  </a:lnTo>
                  <a:cubicBezTo>
                    <a:pt x="4265615" y="1110711"/>
                    <a:pt x="4310892" y="1027324"/>
                    <a:pt x="4351469" y="971526"/>
                  </a:cubicBezTo>
                  <a:cubicBezTo>
                    <a:pt x="4359462" y="960535"/>
                    <a:pt x="4362171" y="951732"/>
                    <a:pt x="4359507" y="945350"/>
                  </a:cubicBezTo>
                  <a:cubicBezTo>
                    <a:pt x="4353611" y="931227"/>
                    <a:pt x="4322161" y="926411"/>
                    <a:pt x="4288865" y="921317"/>
                  </a:cubicBezTo>
                  <a:cubicBezTo>
                    <a:pt x="4261619" y="917149"/>
                    <a:pt x="4233445" y="912829"/>
                    <a:pt x="4211806" y="903000"/>
                  </a:cubicBezTo>
                  <a:cubicBezTo>
                    <a:pt x="4158528" y="878786"/>
                    <a:pt x="4153730" y="819739"/>
                    <a:pt x="4150238" y="776632"/>
                  </a:cubicBezTo>
                  <a:cubicBezTo>
                    <a:pt x="4149563" y="768378"/>
                    <a:pt x="4148933" y="760574"/>
                    <a:pt x="4147996" y="754048"/>
                  </a:cubicBezTo>
                  <a:cubicBezTo>
                    <a:pt x="4143910" y="725433"/>
                    <a:pt x="4180545" y="676494"/>
                    <a:pt x="4222967" y="619831"/>
                  </a:cubicBezTo>
                  <a:cubicBezTo>
                    <a:pt x="4241582" y="594952"/>
                    <a:pt x="4260844" y="569236"/>
                    <a:pt x="4278118" y="543321"/>
                  </a:cubicBezTo>
                  <a:cubicBezTo>
                    <a:pt x="4305572" y="502150"/>
                    <a:pt x="4337157" y="474093"/>
                    <a:pt x="4367706" y="446954"/>
                  </a:cubicBezTo>
                  <a:cubicBezTo>
                    <a:pt x="4400984" y="417404"/>
                    <a:pt x="4432407" y="389482"/>
                    <a:pt x="4458384" y="346195"/>
                  </a:cubicBezTo>
                  <a:cubicBezTo>
                    <a:pt x="4503399" y="271170"/>
                    <a:pt x="4508755" y="266697"/>
                    <a:pt x="4559990" y="223869"/>
                  </a:cubicBezTo>
                  <a:cubicBezTo>
                    <a:pt x="4566795" y="218189"/>
                    <a:pt x="4574410" y="211817"/>
                    <a:pt x="4583042" y="204508"/>
                  </a:cubicBezTo>
                  <a:cubicBezTo>
                    <a:pt x="4656348" y="142481"/>
                    <a:pt x="4690426" y="114100"/>
                    <a:pt x="4730049" y="91453"/>
                  </a:cubicBezTo>
                  <a:cubicBezTo>
                    <a:pt x="4760879" y="73837"/>
                    <a:pt x="4779015" y="54575"/>
                    <a:pt x="4779826" y="38616"/>
                  </a:cubicBezTo>
                  <a:cubicBezTo>
                    <a:pt x="4780303" y="29147"/>
                    <a:pt x="4774848" y="20272"/>
                    <a:pt x="4763596" y="12233"/>
                  </a:cubicBezTo>
                  <a:cubicBezTo>
                    <a:pt x="4743506" y="-2105"/>
                    <a:pt x="4690273" y="12450"/>
                    <a:pt x="4638786" y="26536"/>
                  </a:cubicBezTo>
                  <a:cubicBezTo>
                    <a:pt x="4593232" y="39003"/>
                    <a:pt x="4546146" y="51902"/>
                    <a:pt x="4516892" y="46591"/>
                  </a:cubicBezTo>
                  <a:cubicBezTo>
                    <a:pt x="4457520" y="35745"/>
                    <a:pt x="4295256" y="73577"/>
                    <a:pt x="4225812" y="108303"/>
                  </a:cubicBezTo>
                  <a:cubicBezTo>
                    <a:pt x="4168079" y="137170"/>
                    <a:pt x="4122370" y="238199"/>
                    <a:pt x="4085637" y="319381"/>
                  </a:cubicBezTo>
                  <a:cubicBezTo>
                    <a:pt x="4080037" y="331749"/>
                    <a:pt x="4074655" y="343657"/>
                    <a:pt x="4069461" y="354782"/>
                  </a:cubicBezTo>
                  <a:cubicBezTo>
                    <a:pt x="4028092" y="443417"/>
                    <a:pt x="3949917" y="564681"/>
                    <a:pt x="3899456" y="603917"/>
                  </a:cubicBezTo>
                  <a:cubicBezTo>
                    <a:pt x="3855719" y="637960"/>
                    <a:pt x="3728046" y="623072"/>
                    <a:pt x="3651761" y="614197"/>
                  </a:cubicBezTo>
                  <a:cubicBezTo>
                    <a:pt x="3637594" y="612549"/>
                    <a:pt x="3625190" y="611100"/>
                    <a:pt x="3615442" y="610218"/>
                  </a:cubicBezTo>
                  <a:cubicBezTo>
                    <a:pt x="3554432" y="604655"/>
                    <a:pt x="3354965" y="670922"/>
                    <a:pt x="3289932" y="694577"/>
                  </a:cubicBezTo>
                  <a:cubicBezTo>
                    <a:pt x="3232838" y="715334"/>
                    <a:pt x="2997106" y="790791"/>
                    <a:pt x="2927895" y="784931"/>
                  </a:cubicBezTo>
                  <a:cubicBezTo>
                    <a:pt x="2888038" y="781601"/>
                    <a:pt x="2834472" y="754111"/>
                    <a:pt x="2777774" y="725010"/>
                  </a:cubicBezTo>
                  <a:cubicBezTo>
                    <a:pt x="2738330" y="704757"/>
                    <a:pt x="2697537" y="683821"/>
                    <a:pt x="2662280" y="672065"/>
                  </a:cubicBezTo>
                  <a:cubicBezTo>
                    <a:pt x="2577695" y="643865"/>
                    <a:pt x="2475028" y="586743"/>
                    <a:pt x="2435792" y="553115"/>
                  </a:cubicBezTo>
                  <a:cubicBezTo>
                    <a:pt x="2403163" y="525148"/>
                    <a:pt x="2320226" y="516597"/>
                    <a:pt x="2270656" y="511484"/>
                  </a:cubicBezTo>
                  <a:cubicBezTo>
                    <a:pt x="2261223" y="510512"/>
                    <a:pt x="2252798" y="509639"/>
                    <a:pt x="2245840" y="508766"/>
                  </a:cubicBezTo>
                  <a:cubicBezTo>
                    <a:pt x="2218881" y="505417"/>
                    <a:pt x="2148861" y="512240"/>
                    <a:pt x="2074692" y="519495"/>
                  </a:cubicBezTo>
                  <a:cubicBezTo>
                    <a:pt x="2026454" y="524212"/>
                    <a:pt x="1976569" y="529090"/>
                    <a:pt x="1936433" y="531322"/>
                  </a:cubicBezTo>
                  <a:cubicBezTo>
                    <a:pt x="1834108" y="537102"/>
                    <a:pt x="1498850" y="451518"/>
                    <a:pt x="1428110" y="429744"/>
                  </a:cubicBezTo>
                  <a:cubicBezTo>
                    <a:pt x="1365821" y="410581"/>
                    <a:pt x="1214259" y="411931"/>
                    <a:pt x="1123725" y="412732"/>
                  </a:cubicBezTo>
                  <a:cubicBezTo>
                    <a:pt x="1108837" y="412858"/>
                    <a:pt x="1095768" y="412975"/>
                    <a:pt x="1085255" y="412975"/>
                  </a:cubicBezTo>
                  <a:cubicBezTo>
                    <a:pt x="1036135" y="412975"/>
                    <a:pt x="969869" y="449979"/>
                    <a:pt x="916617" y="479710"/>
                  </a:cubicBezTo>
                  <a:cubicBezTo>
                    <a:pt x="891540" y="493716"/>
                    <a:pt x="867858" y="506938"/>
                    <a:pt x="849730" y="514193"/>
                  </a:cubicBezTo>
                  <a:cubicBezTo>
                    <a:pt x="827434" y="523114"/>
                    <a:pt x="786469" y="532988"/>
                    <a:pt x="743102" y="543429"/>
                  </a:cubicBezTo>
                  <a:cubicBezTo>
                    <a:pt x="675503" y="559712"/>
                    <a:pt x="598894" y="578165"/>
                    <a:pt x="568515" y="598417"/>
                  </a:cubicBezTo>
                  <a:cubicBezTo>
                    <a:pt x="521429" y="629805"/>
                    <a:pt x="343827" y="728313"/>
                    <a:pt x="290963" y="734191"/>
                  </a:cubicBezTo>
                  <a:cubicBezTo>
                    <a:pt x="240350" y="739817"/>
                    <a:pt x="100345" y="745479"/>
                    <a:pt x="59543" y="745479"/>
                  </a:cubicBezTo>
                  <a:cubicBezTo>
                    <a:pt x="22926" y="745479"/>
                    <a:pt x="6346" y="833843"/>
                    <a:pt x="6346" y="860676"/>
                  </a:cubicBezTo>
                  <a:cubicBezTo>
                    <a:pt x="6346" y="865888"/>
                    <a:pt x="10081" y="871063"/>
                    <a:pt x="17444" y="876050"/>
                  </a:cubicBezTo>
                  <a:cubicBezTo>
                    <a:pt x="40595" y="891721"/>
                    <a:pt x="93315" y="900119"/>
                    <a:pt x="114729" y="891559"/>
                  </a:cubicBezTo>
                  <a:cubicBezTo>
                    <a:pt x="131804" y="884718"/>
                    <a:pt x="196802" y="901991"/>
                    <a:pt x="259639" y="918716"/>
                  </a:cubicBezTo>
                  <a:cubicBezTo>
                    <a:pt x="304780" y="930723"/>
                    <a:pt x="347410" y="942055"/>
                    <a:pt x="363882" y="942055"/>
                  </a:cubicBezTo>
                  <a:cubicBezTo>
                    <a:pt x="405017" y="942055"/>
                    <a:pt x="501924" y="1050736"/>
                    <a:pt x="518576" y="1072942"/>
                  </a:cubicBezTo>
                  <a:cubicBezTo>
                    <a:pt x="521277" y="1076542"/>
                    <a:pt x="524877" y="1082528"/>
                    <a:pt x="529440" y="1090089"/>
                  </a:cubicBezTo>
                  <a:cubicBezTo>
                    <a:pt x="554851" y="1132305"/>
                    <a:pt x="607733" y="1220129"/>
                    <a:pt x="696737" y="1229499"/>
                  </a:cubicBezTo>
                  <a:cubicBezTo>
                    <a:pt x="772428" y="1237456"/>
                    <a:pt x="783940" y="1220462"/>
                    <a:pt x="799872" y="1196924"/>
                  </a:cubicBezTo>
                  <a:cubicBezTo>
                    <a:pt x="805921" y="1187977"/>
                    <a:pt x="812780" y="1177832"/>
                    <a:pt x="823968" y="1168246"/>
                  </a:cubicBezTo>
                  <a:cubicBezTo>
                    <a:pt x="863285" y="1134546"/>
                    <a:pt x="1169524" y="997611"/>
                    <a:pt x="1230516" y="970508"/>
                  </a:cubicBezTo>
                  <a:cubicBezTo>
                    <a:pt x="1266844" y="954342"/>
                    <a:pt x="1384814" y="997899"/>
                    <a:pt x="1479587" y="1032878"/>
                  </a:cubicBezTo>
                  <a:cubicBezTo>
                    <a:pt x="1520471" y="1047972"/>
                    <a:pt x="1555782" y="1061006"/>
                    <a:pt x="1576350" y="1066137"/>
                  </a:cubicBezTo>
                  <a:cubicBezTo>
                    <a:pt x="1607440" y="1073932"/>
                    <a:pt x="1689234" y="1064301"/>
                    <a:pt x="1775852" y="1054138"/>
                  </a:cubicBezTo>
                  <a:cubicBezTo>
                    <a:pt x="1876836" y="1042293"/>
                    <a:pt x="1991314" y="1028836"/>
                    <a:pt x="2060668" y="1037891"/>
                  </a:cubicBezTo>
                  <a:cubicBezTo>
                    <a:pt x="2159257" y="1050754"/>
                    <a:pt x="2399994" y="1254199"/>
                    <a:pt x="2529323" y="1363491"/>
                  </a:cubicBezTo>
                  <a:cubicBezTo>
                    <a:pt x="2572286" y="1399793"/>
                    <a:pt x="2603313" y="1426031"/>
                    <a:pt x="2614240" y="1432854"/>
                  </a:cubicBezTo>
                  <a:cubicBezTo>
                    <a:pt x="2659984" y="1461442"/>
                    <a:pt x="2569711" y="1808302"/>
                    <a:pt x="2559270" y="1847745"/>
                  </a:cubicBezTo>
                  <a:cubicBezTo>
                    <a:pt x="2558892" y="1849168"/>
                    <a:pt x="2557614" y="1850104"/>
                    <a:pt x="2556219" y="1850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9" name="Google Shape;12519;p32"/>
            <p:cNvSpPr/>
            <p:nvPr/>
          </p:nvSpPr>
          <p:spPr>
            <a:xfrm>
              <a:off x="-2537532" y="4658116"/>
              <a:ext cx="4273342" cy="1679554"/>
            </a:xfrm>
            <a:custGeom>
              <a:avLst/>
              <a:gdLst/>
              <a:ahLst/>
              <a:cxnLst/>
              <a:rect l="l" t="t" r="r" b="b"/>
              <a:pathLst>
                <a:path w="4273342" h="1679554" extrusionOk="0">
                  <a:moveTo>
                    <a:pt x="3655333" y="1679536"/>
                  </a:moveTo>
                  <a:cubicBezTo>
                    <a:pt x="3654829" y="1679536"/>
                    <a:pt x="3654307" y="1679410"/>
                    <a:pt x="3653830" y="1679149"/>
                  </a:cubicBezTo>
                  <a:cubicBezTo>
                    <a:pt x="3652291" y="1678321"/>
                    <a:pt x="3651724" y="1676412"/>
                    <a:pt x="3652543" y="1674883"/>
                  </a:cubicBezTo>
                  <a:cubicBezTo>
                    <a:pt x="3654118" y="1671957"/>
                    <a:pt x="3809830" y="1382038"/>
                    <a:pt x="3804348" y="1327275"/>
                  </a:cubicBezTo>
                  <a:cubicBezTo>
                    <a:pt x="3802584" y="1309668"/>
                    <a:pt x="3798560" y="1287913"/>
                    <a:pt x="3794293" y="1264879"/>
                  </a:cubicBezTo>
                  <a:cubicBezTo>
                    <a:pt x="3784780" y="1213509"/>
                    <a:pt x="3774005" y="1155280"/>
                    <a:pt x="3781836" y="1112227"/>
                  </a:cubicBezTo>
                  <a:cubicBezTo>
                    <a:pt x="3787372" y="1081777"/>
                    <a:pt x="3825213" y="1026122"/>
                    <a:pt x="3861802" y="972313"/>
                  </a:cubicBezTo>
                  <a:cubicBezTo>
                    <a:pt x="3896817" y="920817"/>
                    <a:pt x="3936503" y="862445"/>
                    <a:pt x="3928771" y="849537"/>
                  </a:cubicBezTo>
                  <a:cubicBezTo>
                    <a:pt x="3921993" y="838250"/>
                    <a:pt x="3901813" y="825387"/>
                    <a:pt x="3880453" y="811759"/>
                  </a:cubicBezTo>
                  <a:cubicBezTo>
                    <a:pt x="3850668" y="792767"/>
                    <a:pt x="3816914" y="771245"/>
                    <a:pt x="3810091" y="747347"/>
                  </a:cubicBezTo>
                  <a:cubicBezTo>
                    <a:pt x="3799019" y="708588"/>
                    <a:pt x="3798128" y="640340"/>
                    <a:pt x="3815806" y="593202"/>
                  </a:cubicBezTo>
                  <a:cubicBezTo>
                    <a:pt x="3832918" y="547574"/>
                    <a:pt x="3961562" y="368388"/>
                    <a:pt x="3996703" y="327378"/>
                  </a:cubicBezTo>
                  <a:cubicBezTo>
                    <a:pt x="4029954" y="288583"/>
                    <a:pt x="4091873" y="198814"/>
                    <a:pt x="4108993" y="164583"/>
                  </a:cubicBezTo>
                  <a:cubicBezTo>
                    <a:pt x="4117184" y="148201"/>
                    <a:pt x="4153287" y="118713"/>
                    <a:pt x="4191506" y="87488"/>
                  </a:cubicBezTo>
                  <a:cubicBezTo>
                    <a:pt x="4221391" y="63077"/>
                    <a:pt x="4271411" y="22220"/>
                    <a:pt x="4266991" y="15587"/>
                  </a:cubicBezTo>
                  <a:cubicBezTo>
                    <a:pt x="4258448" y="2778"/>
                    <a:pt x="4208861" y="3291"/>
                    <a:pt x="4140614" y="16928"/>
                  </a:cubicBezTo>
                  <a:cubicBezTo>
                    <a:pt x="4119029" y="21239"/>
                    <a:pt x="4098849" y="19862"/>
                    <a:pt x="4081044" y="18665"/>
                  </a:cubicBezTo>
                  <a:cubicBezTo>
                    <a:pt x="4050962" y="16604"/>
                    <a:pt x="4027217" y="15001"/>
                    <a:pt x="4007136" y="38432"/>
                  </a:cubicBezTo>
                  <a:cubicBezTo>
                    <a:pt x="3974839" y="76110"/>
                    <a:pt x="3918357" y="198400"/>
                    <a:pt x="3906287" y="234630"/>
                  </a:cubicBezTo>
                  <a:cubicBezTo>
                    <a:pt x="3894414" y="270230"/>
                    <a:pt x="3776543" y="472082"/>
                    <a:pt x="3719278" y="517888"/>
                  </a:cubicBezTo>
                  <a:cubicBezTo>
                    <a:pt x="3676946" y="551760"/>
                    <a:pt x="3544853" y="551364"/>
                    <a:pt x="3448513" y="551094"/>
                  </a:cubicBezTo>
                  <a:cubicBezTo>
                    <a:pt x="3414903" y="550986"/>
                    <a:pt x="3385865" y="550905"/>
                    <a:pt x="3368142" y="552390"/>
                  </a:cubicBezTo>
                  <a:cubicBezTo>
                    <a:pt x="3299895" y="558079"/>
                    <a:pt x="3154499" y="603193"/>
                    <a:pt x="3082111" y="647740"/>
                  </a:cubicBezTo>
                  <a:cubicBezTo>
                    <a:pt x="3005736" y="694744"/>
                    <a:pt x="2798358" y="755340"/>
                    <a:pt x="2696699" y="738336"/>
                  </a:cubicBezTo>
                  <a:cubicBezTo>
                    <a:pt x="2591772" y="720847"/>
                    <a:pt x="2217719" y="560995"/>
                    <a:pt x="2143495" y="523883"/>
                  </a:cubicBezTo>
                  <a:cubicBezTo>
                    <a:pt x="2131830" y="518050"/>
                    <a:pt x="2119795" y="511723"/>
                    <a:pt x="2107446" y="505242"/>
                  </a:cubicBezTo>
                  <a:cubicBezTo>
                    <a:pt x="2036246" y="467824"/>
                    <a:pt x="1955523" y="425437"/>
                    <a:pt x="1874936" y="439632"/>
                  </a:cubicBezTo>
                  <a:cubicBezTo>
                    <a:pt x="1845907" y="444763"/>
                    <a:pt x="1820911" y="451478"/>
                    <a:pt x="1796743" y="457968"/>
                  </a:cubicBezTo>
                  <a:cubicBezTo>
                    <a:pt x="1741169" y="472892"/>
                    <a:pt x="1688692" y="487024"/>
                    <a:pt x="1597961" y="479120"/>
                  </a:cubicBezTo>
                  <a:cubicBezTo>
                    <a:pt x="1532216" y="473405"/>
                    <a:pt x="1405146" y="442621"/>
                    <a:pt x="1293036" y="415464"/>
                  </a:cubicBezTo>
                  <a:cubicBezTo>
                    <a:pt x="1183096" y="388839"/>
                    <a:pt x="1079249" y="363707"/>
                    <a:pt x="1051877" y="366399"/>
                  </a:cubicBezTo>
                  <a:cubicBezTo>
                    <a:pt x="1044757" y="367119"/>
                    <a:pt x="1035657" y="367920"/>
                    <a:pt x="1025026" y="368856"/>
                  </a:cubicBezTo>
                  <a:cubicBezTo>
                    <a:pt x="953620" y="375148"/>
                    <a:pt x="805028" y="388244"/>
                    <a:pt x="731650" y="422476"/>
                  </a:cubicBezTo>
                  <a:cubicBezTo>
                    <a:pt x="685718" y="443917"/>
                    <a:pt x="616085" y="453899"/>
                    <a:pt x="554652" y="462711"/>
                  </a:cubicBezTo>
                  <a:cubicBezTo>
                    <a:pt x="502355" y="470209"/>
                    <a:pt x="452956" y="477293"/>
                    <a:pt x="427402" y="490075"/>
                  </a:cubicBezTo>
                  <a:cubicBezTo>
                    <a:pt x="418445" y="494549"/>
                    <a:pt x="408787" y="499310"/>
                    <a:pt x="398679" y="504288"/>
                  </a:cubicBezTo>
                  <a:cubicBezTo>
                    <a:pt x="345626" y="530427"/>
                    <a:pt x="279593" y="562948"/>
                    <a:pt x="241896" y="591221"/>
                  </a:cubicBezTo>
                  <a:cubicBezTo>
                    <a:pt x="217566" y="609467"/>
                    <a:pt x="154675" y="619494"/>
                    <a:pt x="99201" y="628333"/>
                  </a:cubicBezTo>
                  <a:cubicBezTo>
                    <a:pt x="58803" y="634778"/>
                    <a:pt x="8532" y="642789"/>
                    <a:pt x="6362" y="651448"/>
                  </a:cubicBezTo>
                  <a:cubicBezTo>
                    <a:pt x="6309" y="651664"/>
                    <a:pt x="6164" y="652240"/>
                    <a:pt x="6866" y="653356"/>
                  </a:cubicBezTo>
                  <a:cubicBezTo>
                    <a:pt x="17272" y="669847"/>
                    <a:pt x="118175" y="690342"/>
                    <a:pt x="161273" y="699082"/>
                  </a:cubicBezTo>
                  <a:cubicBezTo>
                    <a:pt x="172389" y="701341"/>
                    <a:pt x="180418" y="702971"/>
                    <a:pt x="184415" y="703970"/>
                  </a:cubicBezTo>
                  <a:cubicBezTo>
                    <a:pt x="186368" y="704465"/>
                    <a:pt x="188844" y="705041"/>
                    <a:pt x="191733" y="705707"/>
                  </a:cubicBezTo>
                  <a:cubicBezTo>
                    <a:pt x="224110" y="713232"/>
                    <a:pt x="299945" y="730884"/>
                    <a:pt x="310701" y="773891"/>
                  </a:cubicBezTo>
                  <a:cubicBezTo>
                    <a:pt x="321233" y="816008"/>
                    <a:pt x="438131" y="929306"/>
                    <a:pt x="471066" y="929306"/>
                  </a:cubicBezTo>
                  <a:cubicBezTo>
                    <a:pt x="504002" y="929306"/>
                    <a:pt x="657832" y="830958"/>
                    <a:pt x="694476" y="800418"/>
                  </a:cubicBezTo>
                  <a:cubicBezTo>
                    <a:pt x="728995" y="771650"/>
                    <a:pt x="961469" y="681305"/>
                    <a:pt x="1024207" y="698353"/>
                  </a:cubicBezTo>
                  <a:cubicBezTo>
                    <a:pt x="1044829" y="703979"/>
                    <a:pt x="1072057" y="714718"/>
                    <a:pt x="1100870" y="726077"/>
                  </a:cubicBezTo>
                  <a:cubicBezTo>
                    <a:pt x="1158568" y="748832"/>
                    <a:pt x="1230361" y="777140"/>
                    <a:pt x="1282631" y="777140"/>
                  </a:cubicBezTo>
                  <a:cubicBezTo>
                    <a:pt x="1363651" y="777140"/>
                    <a:pt x="1633956" y="771362"/>
                    <a:pt x="1716380" y="765871"/>
                  </a:cubicBezTo>
                  <a:cubicBezTo>
                    <a:pt x="1800271" y="760227"/>
                    <a:pt x="1953696" y="833155"/>
                    <a:pt x="2016984" y="873444"/>
                  </a:cubicBezTo>
                  <a:cubicBezTo>
                    <a:pt x="2078650" y="912680"/>
                    <a:pt x="2241986" y="1008453"/>
                    <a:pt x="2332439" y="1059337"/>
                  </a:cubicBezTo>
                  <a:cubicBezTo>
                    <a:pt x="2429004" y="1113659"/>
                    <a:pt x="2493326" y="1201258"/>
                    <a:pt x="2514236" y="1263979"/>
                  </a:cubicBezTo>
                  <a:cubicBezTo>
                    <a:pt x="2533462" y="1321676"/>
                    <a:pt x="2505027" y="1510845"/>
                    <a:pt x="2491363" y="1601757"/>
                  </a:cubicBezTo>
                  <a:cubicBezTo>
                    <a:pt x="2488942" y="1617860"/>
                    <a:pt x="2487079" y="1630255"/>
                    <a:pt x="2486188" y="1637339"/>
                  </a:cubicBezTo>
                  <a:cubicBezTo>
                    <a:pt x="2485972" y="1639067"/>
                    <a:pt x="2484334" y="1640228"/>
                    <a:pt x="2482659" y="1640075"/>
                  </a:cubicBezTo>
                  <a:cubicBezTo>
                    <a:pt x="2480931" y="1639850"/>
                    <a:pt x="2479707" y="1638284"/>
                    <a:pt x="2479923" y="1636546"/>
                  </a:cubicBezTo>
                  <a:cubicBezTo>
                    <a:pt x="2480814" y="1629435"/>
                    <a:pt x="2482677" y="1616987"/>
                    <a:pt x="2485117" y="1600812"/>
                  </a:cubicBezTo>
                  <a:cubicBezTo>
                    <a:pt x="2497647" y="1517452"/>
                    <a:pt x="2526999" y="1322234"/>
                    <a:pt x="2508241" y="1265977"/>
                  </a:cubicBezTo>
                  <a:cubicBezTo>
                    <a:pt x="2487718" y="1204409"/>
                    <a:pt x="2424440" y="1118330"/>
                    <a:pt x="2329342" y="1064845"/>
                  </a:cubicBezTo>
                  <a:cubicBezTo>
                    <a:pt x="2238818" y="1013935"/>
                    <a:pt x="2075338" y="918063"/>
                    <a:pt x="2013590" y="878782"/>
                  </a:cubicBezTo>
                  <a:cubicBezTo>
                    <a:pt x="1950915" y="838898"/>
                    <a:pt x="1799551" y="766627"/>
                    <a:pt x="1716803" y="772181"/>
                  </a:cubicBezTo>
                  <a:cubicBezTo>
                    <a:pt x="1634280" y="777681"/>
                    <a:pt x="1363732" y="783459"/>
                    <a:pt x="1282640" y="783459"/>
                  </a:cubicBezTo>
                  <a:cubicBezTo>
                    <a:pt x="1229173" y="783459"/>
                    <a:pt x="1159792" y="756096"/>
                    <a:pt x="1098566" y="731955"/>
                  </a:cubicBezTo>
                  <a:cubicBezTo>
                    <a:pt x="1069915" y="720658"/>
                    <a:pt x="1042848" y="709983"/>
                    <a:pt x="1022551" y="704447"/>
                  </a:cubicBezTo>
                  <a:cubicBezTo>
                    <a:pt x="961766" y="687849"/>
                    <a:pt x="729688" y="779301"/>
                    <a:pt x="698536" y="805269"/>
                  </a:cubicBezTo>
                  <a:cubicBezTo>
                    <a:pt x="665474" y="832822"/>
                    <a:pt x="506000" y="935624"/>
                    <a:pt x="471075" y="935624"/>
                  </a:cubicBezTo>
                  <a:cubicBezTo>
                    <a:pt x="436151" y="935624"/>
                    <a:pt x="315796" y="820337"/>
                    <a:pt x="304572" y="775421"/>
                  </a:cubicBezTo>
                  <a:cubicBezTo>
                    <a:pt x="294751" y="736149"/>
                    <a:pt x="218871" y="718507"/>
                    <a:pt x="190301" y="711855"/>
                  </a:cubicBezTo>
                  <a:cubicBezTo>
                    <a:pt x="187367" y="711180"/>
                    <a:pt x="184865" y="710586"/>
                    <a:pt x="182885" y="710100"/>
                  </a:cubicBezTo>
                  <a:cubicBezTo>
                    <a:pt x="178978" y="709119"/>
                    <a:pt x="170805" y="707463"/>
                    <a:pt x="160013" y="705275"/>
                  </a:cubicBezTo>
                  <a:cubicBezTo>
                    <a:pt x="83844" y="689811"/>
                    <a:pt x="11934" y="673222"/>
                    <a:pt x="1520" y="656723"/>
                  </a:cubicBezTo>
                  <a:cubicBezTo>
                    <a:pt x="-253" y="653924"/>
                    <a:pt x="-154" y="651475"/>
                    <a:pt x="233" y="649918"/>
                  </a:cubicBezTo>
                  <a:cubicBezTo>
                    <a:pt x="3266" y="637793"/>
                    <a:pt x="37669" y="631744"/>
                    <a:pt x="98210" y="622095"/>
                  </a:cubicBezTo>
                  <a:cubicBezTo>
                    <a:pt x="152965" y="613373"/>
                    <a:pt x="215028" y="603481"/>
                    <a:pt x="238116" y="586162"/>
                  </a:cubicBezTo>
                  <a:cubicBezTo>
                    <a:pt x="276281" y="557548"/>
                    <a:pt x="342602" y="524873"/>
                    <a:pt x="395888" y="498626"/>
                  </a:cubicBezTo>
                  <a:cubicBezTo>
                    <a:pt x="405988" y="493648"/>
                    <a:pt x="415637" y="488896"/>
                    <a:pt x="424575" y="484422"/>
                  </a:cubicBezTo>
                  <a:cubicBezTo>
                    <a:pt x="451048" y="471181"/>
                    <a:pt x="500942" y="464035"/>
                    <a:pt x="553751" y="456455"/>
                  </a:cubicBezTo>
                  <a:cubicBezTo>
                    <a:pt x="614752" y="447706"/>
                    <a:pt x="683891" y="437796"/>
                    <a:pt x="728986" y="416751"/>
                  </a:cubicBezTo>
                  <a:cubicBezTo>
                    <a:pt x="803354" y="382043"/>
                    <a:pt x="952702" y="368883"/>
                    <a:pt x="1024477" y="362564"/>
                  </a:cubicBezTo>
                  <a:cubicBezTo>
                    <a:pt x="1035072" y="361628"/>
                    <a:pt x="1044145" y="360827"/>
                    <a:pt x="1051246" y="360116"/>
                  </a:cubicBezTo>
                  <a:cubicBezTo>
                    <a:pt x="1079591" y="357244"/>
                    <a:pt x="1179225" y="381395"/>
                    <a:pt x="1294521" y="409316"/>
                  </a:cubicBezTo>
                  <a:cubicBezTo>
                    <a:pt x="1406415" y="436419"/>
                    <a:pt x="1533233" y="467140"/>
                    <a:pt x="1598500" y="472820"/>
                  </a:cubicBezTo>
                  <a:cubicBezTo>
                    <a:pt x="1688134" y="480605"/>
                    <a:pt x="1740080" y="466645"/>
                    <a:pt x="1795095" y="451865"/>
                  </a:cubicBezTo>
                  <a:cubicBezTo>
                    <a:pt x="1819398" y="445339"/>
                    <a:pt x="1844530" y="438588"/>
                    <a:pt x="1873838" y="433413"/>
                  </a:cubicBezTo>
                  <a:cubicBezTo>
                    <a:pt x="1956568" y="418812"/>
                    <a:pt x="2038289" y="461766"/>
                    <a:pt x="2110388" y="499643"/>
                  </a:cubicBezTo>
                  <a:cubicBezTo>
                    <a:pt x="2122693" y="506115"/>
                    <a:pt x="2134692" y="512416"/>
                    <a:pt x="2146322" y="518231"/>
                  </a:cubicBezTo>
                  <a:cubicBezTo>
                    <a:pt x="2230734" y="560446"/>
                    <a:pt x="2599918" y="715797"/>
                    <a:pt x="2697734" y="732108"/>
                  </a:cubicBezTo>
                  <a:cubicBezTo>
                    <a:pt x="2796360" y="748526"/>
                    <a:pt x="3004971" y="687795"/>
                    <a:pt x="3078799" y="642357"/>
                  </a:cubicBezTo>
                  <a:cubicBezTo>
                    <a:pt x="3151888" y="597387"/>
                    <a:pt x="3298698" y="551832"/>
                    <a:pt x="3367620" y="546098"/>
                  </a:cubicBezTo>
                  <a:cubicBezTo>
                    <a:pt x="3385631" y="544595"/>
                    <a:pt x="3414804" y="544694"/>
                    <a:pt x="3448531" y="544775"/>
                  </a:cubicBezTo>
                  <a:cubicBezTo>
                    <a:pt x="3538606" y="545045"/>
                    <a:pt x="3674731" y="545432"/>
                    <a:pt x="3715326" y="512956"/>
                  </a:cubicBezTo>
                  <a:cubicBezTo>
                    <a:pt x="3771520" y="468004"/>
                    <a:pt x="3889679" y="264451"/>
                    <a:pt x="3900282" y="232632"/>
                  </a:cubicBezTo>
                  <a:cubicBezTo>
                    <a:pt x="3911057" y="200309"/>
                    <a:pt x="3967251" y="75237"/>
                    <a:pt x="4002329" y="34327"/>
                  </a:cubicBezTo>
                  <a:cubicBezTo>
                    <a:pt x="4024472" y="8475"/>
                    <a:pt x="4050881" y="10303"/>
                    <a:pt x="4081467" y="12364"/>
                  </a:cubicBezTo>
                  <a:cubicBezTo>
                    <a:pt x="4099730" y="13606"/>
                    <a:pt x="4118607" y="14884"/>
                    <a:pt x="4139363" y="10744"/>
                  </a:cubicBezTo>
                  <a:cubicBezTo>
                    <a:pt x="4174378" y="3750"/>
                    <a:pt x="4257440" y="-10130"/>
                    <a:pt x="4272230" y="12085"/>
                  </a:cubicBezTo>
                  <a:cubicBezTo>
                    <a:pt x="4279115" y="22409"/>
                    <a:pt x="4254128" y="44480"/>
                    <a:pt x="4195486" y="92393"/>
                  </a:cubicBezTo>
                  <a:cubicBezTo>
                    <a:pt x="4159454" y="121818"/>
                    <a:pt x="4122216" y="152243"/>
                    <a:pt x="4114618" y="167418"/>
                  </a:cubicBezTo>
                  <a:cubicBezTo>
                    <a:pt x="4097337" y="201974"/>
                    <a:pt x="4034949" y="292454"/>
                    <a:pt x="4001474" y="331501"/>
                  </a:cubicBezTo>
                  <a:cubicBezTo>
                    <a:pt x="3967432" y="371214"/>
                    <a:pt x="3838193" y="551427"/>
                    <a:pt x="3821684" y="595434"/>
                  </a:cubicBezTo>
                  <a:cubicBezTo>
                    <a:pt x="3804474" y="641358"/>
                    <a:pt x="3805338" y="707859"/>
                    <a:pt x="3816131" y="745618"/>
                  </a:cubicBezTo>
                  <a:cubicBezTo>
                    <a:pt x="3822305" y="767221"/>
                    <a:pt x="3854989" y="788059"/>
                    <a:pt x="3883820" y="806448"/>
                  </a:cubicBezTo>
                  <a:cubicBezTo>
                    <a:pt x="3905837" y="820481"/>
                    <a:pt x="3926620" y="833740"/>
                    <a:pt x="3934163" y="846306"/>
                  </a:cubicBezTo>
                  <a:cubicBezTo>
                    <a:pt x="3943506" y="861878"/>
                    <a:pt x="3914730" y="905696"/>
                    <a:pt x="3867005" y="975877"/>
                  </a:cubicBezTo>
                  <a:cubicBezTo>
                    <a:pt x="3830775" y="1029155"/>
                    <a:pt x="3793322" y="1084243"/>
                    <a:pt x="3788029" y="1113380"/>
                  </a:cubicBezTo>
                  <a:cubicBezTo>
                    <a:pt x="3780405" y="1155289"/>
                    <a:pt x="3791072" y="1212915"/>
                    <a:pt x="3800487" y="1263744"/>
                  </a:cubicBezTo>
                  <a:cubicBezTo>
                    <a:pt x="3804780" y="1286914"/>
                    <a:pt x="3808822" y="1308786"/>
                    <a:pt x="3810604" y="1326663"/>
                  </a:cubicBezTo>
                  <a:cubicBezTo>
                    <a:pt x="3816265" y="1383325"/>
                    <a:pt x="3664542" y="1665890"/>
                    <a:pt x="3658079" y="1677889"/>
                  </a:cubicBezTo>
                  <a:cubicBezTo>
                    <a:pt x="3657503" y="1678951"/>
                    <a:pt x="3656422" y="1679554"/>
                    <a:pt x="3655297" y="1679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1" name="Google Shape;12521;p33"/>
          <p:cNvGrpSpPr/>
          <p:nvPr/>
        </p:nvGrpSpPr>
        <p:grpSpPr>
          <a:xfrm>
            <a:off x="-19" y="-1"/>
            <a:ext cx="9143845" cy="5143330"/>
            <a:chOff x="1207477" y="0"/>
            <a:chExt cx="9777422" cy="6857773"/>
          </a:xfrm>
        </p:grpSpPr>
        <p:sp>
          <p:nvSpPr>
            <p:cNvPr id="12522" name="Google Shape;12522;p33"/>
            <p:cNvSpPr/>
            <p:nvPr/>
          </p:nvSpPr>
          <p:spPr>
            <a:xfrm>
              <a:off x="2542664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3" name="Google Shape;12523;p33"/>
            <p:cNvSpPr/>
            <p:nvPr/>
          </p:nvSpPr>
          <p:spPr>
            <a:xfrm>
              <a:off x="2542664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4" name="Google Shape;12524;p33"/>
            <p:cNvSpPr/>
            <p:nvPr/>
          </p:nvSpPr>
          <p:spPr>
            <a:xfrm>
              <a:off x="2542664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5" name="Google Shape;12525;p33"/>
            <p:cNvSpPr/>
            <p:nvPr/>
          </p:nvSpPr>
          <p:spPr>
            <a:xfrm>
              <a:off x="2542664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6" name="Google Shape;12526;p33"/>
            <p:cNvSpPr/>
            <p:nvPr/>
          </p:nvSpPr>
          <p:spPr>
            <a:xfrm>
              <a:off x="2542664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7" name="Google Shape;12527;p33"/>
            <p:cNvSpPr/>
            <p:nvPr/>
          </p:nvSpPr>
          <p:spPr>
            <a:xfrm>
              <a:off x="2542664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8" name="Google Shape;12528;p33"/>
            <p:cNvSpPr/>
            <p:nvPr/>
          </p:nvSpPr>
          <p:spPr>
            <a:xfrm>
              <a:off x="2542664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9" name="Google Shape;12529;p33"/>
            <p:cNvSpPr/>
            <p:nvPr/>
          </p:nvSpPr>
          <p:spPr>
            <a:xfrm>
              <a:off x="2542664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0" name="Google Shape;12530;p33"/>
            <p:cNvSpPr/>
            <p:nvPr/>
          </p:nvSpPr>
          <p:spPr>
            <a:xfrm>
              <a:off x="2542664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1" name="Google Shape;12531;p33"/>
            <p:cNvSpPr/>
            <p:nvPr/>
          </p:nvSpPr>
          <p:spPr>
            <a:xfrm>
              <a:off x="2542664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2" name="Google Shape;12532;p33"/>
            <p:cNvSpPr/>
            <p:nvPr/>
          </p:nvSpPr>
          <p:spPr>
            <a:xfrm>
              <a:off x="2542664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3" name="Google Shape;12533;p33"/>
            <p:cNvSpPr/>
            <p:nvPr/>
          </p:nvSpPr>
          <p:spPr>
            <a:xfrm>
              <a:off x="2542664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4" name="Google Shape;12534;p33"/>
            <p:cNvSpPr/>
            <p:nvPr/>
          </p:nvSpPr>
          <p:spPr>
            <a:xfrm>
              <a:off x="2542664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5" name="Google Shape;12535;p33"/>
            <p:cNvSpPr/>
            <p:nvPr/>
          </p:nvSpPr>
          <p:spPr>
            <a:xfrm>
              <a:off x="2542664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6" name="Google Shape;12536;p33"/>
            <p:cNvSpPr/>
            <p:nvPr/>
          </p:nvSpPr>
          <p:spPr>
            <a:xfrm>
              <a:off x="2542664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7" name="Google Shape;12537;p33"/>
            <p:cNvSpPr/>
            <p:nvPr/>
          </p:nvSpPr>
          <p:spPr>
            <a:xfrm>
              <a:off x="2542664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8" name="Google Shape;12538;p33"/>
            <p:cNvSpPr/>
            <p:nvPr/>
          </p:nvSpPr>
          <p:spPr>
            <a:xfrm>
              <a:off x="2542664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9" name="Google Shape;12539;p33"/>
            <p:cNvSpPr/>
            <p:nvPr/>
          </p:nvSpPr>
          <p:spPr>
            <a:xfrm>
              <a:off x="2542664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0" name="Google Shape;12540;p33"/>
            <p:cNvSpPr/>
            <p:nvPr/>
          </p:nvSpPr>
          <p:spPr>
            <a:xfrm>
              <a:off x="2542664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1" name="Google Shape;12541;p33"/>
            <p:cNvSpPr/>
            <p:nvPr/>
          </p:nvSpPr>
          <p:spPr>
            <a:xfrm>
              <a:off x="2542664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2" name="Google Shape;12542;p33"/>
            <p:cNvSpPr/>
            <p:nvPr/>
          </p:nvSpPr>
          <p:spPr>
            <a:xfrm>
              <a:off x="2542664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3" name="Google Shape;12543;p33"/>
            <p:cNvSpPr/>
            <p:nvPr/>
          </p:nvSpPr>
          <p:spPr>
            <a:xfrm>
              <a:off x="2542664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4" name="Google Shape;12544;p33"/>
            <p:cNvSpPr/>
            <p:nvPr/>
          </p:nvSpPr>
          <p:spPr>
            <a:xfrm>
              <a:off x="2542664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5" name="Google Shape;12545;p33"/>
            <p:cNvSpPr/>
            <p:nvPr/>
          </p:nvSpPr>
          <p:spPr>
            <a:xfrm>
              <a:off x="2542664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6" name="Google Shape;12546;p33"/>
            <p:cNvSpPr/>
            <p:nvPr/>
          </p:nvSpPr>
          <p:spPr>
            <a:xfrm>
              <a:off x="2542664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7" name="Google Shape;12547;p33"/>
            <p:cNvSpPr/>
            <p:nvPr/>
          </p:nvSpPr>
          <p:spPr>
            <a:xfrm>
              <a:off x="2542664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8" name="Google Shape;12548;p33"/>
            <p:cNvSpPr/>
            <p:nvPr/>
          </p:nvSpPr>
          <p:spPr>
            <a:xfrm>
              <a:off x="2542664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9" name="Google Shape;12549;p33"/>
            <p:cNvSpPr/>
            <p:nvPr/>
          </p:nvSpPr>
          <p:spPr>
            <a:xfrm>
              <a:off x="2542664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0" name="Google Shape;12550;p33"/>
            <p:cNvSpPr/>
            <p:nvPr/>
          </p:nvSpPr>
          <p:spPr>
            <a:xfrm>
              <a:off x="2542664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1" name="Google Shape;12551;p33"/>
            <p:cNvSpPr/>
            <p:nvPr/>
          </p:nvSpPr>
          <p:spPr>
            <a:xfrm>
              <a:off x="2542664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2" name="Google Shape;12552;p33"/>
            <p:cNvSpPr/>
            <p:nvPr/>
          </p:nvSpPr>
          <p:spPr>
            <a:xfrm>
              <a:off x="2542664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3" name="Google Shape;12553;p33"/>
            <p:cNvSpPr/>
            <p:nvPr/>
          </p:nvSpPr>
          <p:spPr>
            <a:xfrm>
              <a:off x="2542664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4" name="Google Shape;12554;p33"/>
            <p:cNvSpPr/>
            <p:nvPr/>
          </p:nvSpPr>
          <p:spPr>
            <a:xfrm>
              <a:off x="2542664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5" name="Google Shape;12555;p33"/>
            <p:cNvSpPr/>
            <p:nvPr/>
          </p:nvSpPr>
          <p:spPr>
            <a:xfrm>
              <a:off x="2542664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6" name="Google Shape;12556;p33"/>
            <p:cNvSpPr/>
            <p:nvPr/>
          </p:nvSpPr>
          <p:spPr>
            <a:xfrm>
              <a:off x="2542664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7" name="Google Shape;12557;p33"/>
            <p:cNvSpPr/>
            <p:nvPr/>
          </p:nvSpPr>
          <p:spPr>
            <a:xfrm>
              <a:off x="3960260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8" name="Google Shape;12558;p33"/>
            <p:cNvSpPr/>
            <p:nvPr/>
          </p:nvSpPr>
          <p:spPr>
            <a:xfrm>
              <a:off x="3960260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9" name="Google Shape;12559;p33"/>
            <p:cNvSpPr/>
            <p:nvPr/>
          </p:nvSpPr>
          <p:spPr>
            <a:xfrm>
              <a:off x="3960260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0" name="Google Shape;12560;p33"/>
            <p:cNvSpPr/>
            <p:nvPr/>
          </p:nvSpPr>
          <p:spPr>
            <a:xfrm>
              <a:off x="3960260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1" name="Google Shape;12561;p33"/>
            <p:cNvSpPr/>
            <p:nvPr/>
          </p:nvSpPr>
          <p:spPr>
            <a:xfrm>
              <a:off x="3960260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2" name="Google Shape;12562;p33"/>
            <p:cNvSpPr/>
            <p:nvPr/>
          </p:nvSpPr>
          <p:spPr>
            <a:xfrm>
              <a:off x="3960260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3" name="Google Shape;12563;p33"/>
            <p:cNvSpPr/>
            <p:nvPr/>
          </p:nvSpPr>
          <p:spPr>
            <a:xfrm>
              <a:off x="3960260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4" name="Google Shape;12564;p33"/>
            <p:cNvSpPr/>
            <p:nvPr/>
          </p:nvSpPr>
          <p:spPr>
            <a:xfrm>
              <a:off x="3960260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5" name="Google Shape;12565;p33"/>
            <p:cNvSpPr/>
            <p:nvPr/>
          </p:nvSpPr>
          <p:spPr>
            <a:xfrm>
              <a:off x="3960260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6" name="Google Shape;12566;p33"/>
            <p:cNvSpPr/>
            <p:nvPr/>
          </p:nvSpPr>
          <p:spPr>
            <a:xfrm>
              <a:off x="3960260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7" name="Google Shape;12567;p33"/>
            <p:cNvSpPr/>
            <p:nvPr/>
          </p:nvSpPr>
          <p:spPr>
            <a:xfrm>
              <a:off x="3960260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8" name="Google Shape;12568;p33"/>
            <p:cNvSpPr/>
            <p:nvPr/>
          </p:nvSpPr>
          <p:spPr>
            <a:xfrm>
              <a:off x="3960260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9" name="Google Shape;12569;p33"/>
            <p:cNvSpPr/>
            <p:nvPr/>
          </p:nvSpPr>
          <p:spPr>
            <a:xfrm>
              <a:off x="3960260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0" name="Google Shape;12570;p33"/>
            <p:cNvSpPr/>
            <p:nvPr/>
          </p:nvSpPr>
          <p:spPr>
            <a:xfrm>
              <a:off x="3960260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1" name="Google Shape;12571;p33"/>
            <p:cNvSpPr/>
            <p:nvPr/>
          </p:nvSpPr>
          <p:spPr>
            <a:xfrm>
              <a:off x="3960260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2" name="Google Shape;12572;p33"/>
            <p:cNvSpPr/>
            <p:nvPr/>
          </p:nvSpPr>
          <p:spPr>
            <a:xfrm>
              <a:off x="3960260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3" name="Google Shape;12573;p33"/>
            <p:cNvSpPr/>
            <p:nvPr/>
          </p:nvSpPr>
          <p:spPr>
            <a:xfrm>
              <a:off x="3960260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4" name="Google Shape;12574;p33"/>
            <p:cNvSpPr/>
            <p:nvPr/>
          </p:nvSpPr>
          <p:spPr>
            <a:xfrm>
              <a:off x="3960260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5" name="Google Shape;12575;p33"/>
            <p:cNvSpPr/>
            <p:nvPr/>
          </p:nvSpPr>
          <p:spPr>
            <a:xfrm>
              <a:off x="3960260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6" name="Google Shape;12576;p33"/>
            <p:cNvSpPr/>
            <p:nvPr/>
          </p:nvSpPr>
          <p:spPr>
            <a:xfrm>
              <a:off x="3960260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7" name="Google Shape;12577;p33"/>
            <p:cNvSpPr/>
            <p:nvPr/>
          </p:nvSpPr>
          <p:spPr>
            <a:xfrm>
              <a:off x="3960260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8" name="Google Shape;12578;p33"/>
            <p:cNvSpPr/>
            <p:nvPr/>
          </p:nvSpPr>
          <p:spPr>
            <a:xfrm>
              <a:off x="3960260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9" name="Google Shape;12579;p33"/>
            <p:cNvSpPr/>
            <p:nvPr/>
          </p:nvSpPr>
          <p:spPr>
            <a:xfrm>
              <a:off x="3960260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0" name="Google Shape;12580;p33"/>
            <p:cNvSpPr/>
            <p:nvPr/>
          </p:nvSpPr>
          <p:spPr>
            <a:xfrm>
              <a:off x="3960260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1" name="Google Shape;12581;p33"/>
            <p:cNvSpPr/>
            <p:nvPr/>
          </p:nvSpPr>
          <p:spPr>
            <a:xfrm>
              <a:off x="3960260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2" name="Google Shape;12582;p33"/>
            <p:cNvSpPr/>
            <p:nvPr/>
          </p:nvSpPr>
          <p:spPr>
            <a:xfrm>
              <a:off x="3960260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3" name="Google Shape;12583;p33"/>
            <p:cNvSpPr/>
            <p:nvPr/>
          </p:nvSpPr>
          <p:spPr>
            <a:xfrm>
              <a:off x="3960260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4" name="Google Shape;12584;p33"/>
            <p:cNvSpPr/>
            <p:nvPr/>
          </p:nvSpPr>
          <p:spPr>
            <a:xfrm>
              <a:off x="3960260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5" name="Google Shape;12585;p33"/>
            <p:cNvSpPr/>
            <p:nvPr/>
          </p:nvSpPr>
          <p:spPr>
            <a:xfrm>
              <a:off x="3960260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6" name="Google Shape;12586;p33"/>
            <p:cNvSpPr/>
            <p:nvPr/>
          </p:nvSpPr>
          <p:spPr>
            <a:xfrm>
              <a:off x="3960260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7" name="Google Shape;12587;p33"/>
            <p:cNvSpPr/>
            <p:nvPr/>
          </p:nvSpPr>
          <p:spPr>
            <a:xfrm>
              <a:off x="3960260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8" name="Google Shape;12588;p33"/>
            <p:cNvSpPr/>
            <p:nvPr/>
          </p:nvSpPr>
          <p:spPr>
            <a:xfrm>
              <a:off x="3960260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9" name="Google Shape;12589;p33"/>
            <p:cNvSpPr/>
            <p:nvPr/>
          </p:nvSpPr>
          <p:spPr>
            <a:xfrm>
              <a:off x="3960260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0" name="Google Shape;12590;p33"/>
            <p:cNvSpPr/>
            <p:nvPr/>
          </p:nvSpPr>
          <p:spPr>
            <a:xfrm>
              <a:off x="3960260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1" name="Google Shape;12591;p33"/>
            <p:cNvSpPr/>
            <p:nvPr/>
          </p:nvSpPr>
          <p:spPr>
            <a:xfrm>
              <a:off x="3960260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2" name="Google Shape;12592;p33"/>
            <p:cNvSpPr/>
            <p:nvPr/>
          </p:nvSpPr>
          <p:spPr>
            <a:xfrm>
              <a:off x="5377856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3" name="Google Shape;12593;p33"/>
            <p:cNvSpPr/>
            <p:nvPr/>
          </p:nvSpPr>
          <p:spPr>
            <a:xfrm>
              <a:off x="5377856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4" name="Google Shape;12594;p33"/>
            <p:cNvSpPr/>
            <p:nvPr/>
          </p:nvSpPr>
          <p:spPr>
            <a:xfrm>
              <a:off x="5377856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5" name="Google Shape;12595;p33"/>
            <p:cNvSpPr/>
            <p:nvPr/>
          </p:nvSpPr>
          <p:spPr>
            <a:xfrm>
              <a:off x="5377856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6" name="Google Shape;12596;p33"/>
            <p:cNvSpPr/>
            <p:nvPr/>
          </p:nvSpPr>
          <p:spPr>
            <a:xfrm>
              <a:off x="5377856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7" name="Google Shape;12597;p33"/>
            <p:cNvSpPr/>
            <p:nvPr/>
          </p:nvSpPr>
          <p:spPr>
            <a:xfrm>
              <a:off x="5377856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8" name="Google Shape;12598;p33"/>
            <p:cNvSpPr/>
            <p:nvPr/>
          </p:nvSpPr>
          <p:spPr>
            <a:xfrm>
              <a:off x="5377856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9" name="Google Shape;12599;p33"/>
            <p:cNvSpPr/>
            <p:nvPr/>
          </p:nvSpPr>
          <p:spPr>
            <a:xfrm>
              <a:off x="5377856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0" name="Google Shape;12600;p33"/>
            <p:cNvSpPr/>
            <p:nvPr/>
          </p:nvSpPr>
          <p:spPr>
            <a:xfrm>
              <a:off x="5377856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1" name="Google Shape;12601;p33"/>
            <p:cNvSpPr/>
            <p:nvPr/>
          </p:nvSpPr>
          <p:spPr>
            <a:xfrm>
              <a:off x="5377856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2" name="Google Shape;12602;p33"/>
            <p:cNvSpPr/>
            <p:nvPr/>
          </p:nvSpPr>
          <p:spPr>
            <a:xfrm>
              <a:off x="5377856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3" name="Google Shape;12603;p33"/>
            <p:cNvSpPr/>
            <p:nvPr/>
          </p:nvSpPr>
          <p:spPr>
            <a:xfrm>
              <a:off x="5377856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4" name="Google Shape;12604;p33"/>
            <p:cNvSpPr/>
            <p:nvPr/>
          </p:nvSpPr>
          <p:spPr>
            <a:xfrm>
              <a:off x="5377856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5" name="Google Shape;12605;p33"/>
            <p:cNvSpPr/>
            <p:nvPr/>
          </p:nvSpPr>
          <p:spPr>
            <a:xfrm>
              <a:off x="5377856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6" name="Google Shape;12606;p33"/>
            <p:cNvSpPr/>
            <p:nvPr/>
          </p:nvSpPr>
          <p:spPr>
            <a:xfrm>
              <a:off x="5377856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7" name="Google Shape;12607;p33"/>
            <p:cNvSpPr/>
            <p:nvPr/>
          </p:nvSpPr>
          <p:spPr>
            <a:xfrm>
              <a:off x="5377856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8" name="Google Shape;12608;p33"/>
            <p:cNvSpPr/>
            <p:nvPr/>
          </p:nvSpPr>
          <p:spPr>
            <a:xfrm>
              <a:off x="5377856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9" name="Google Shape;12609;p33"/>
            <p:cNvSpPr/>
            <p:nvPr/>
          </p:nvSpPr>
          <p:spPr>
            <a:xfrm>
              <a:off x="5377856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0" name="Google Shape;12610;p33"/>
            <p:cNvSpPr/>
            <p:nvPr/>
          </p:nvSpPr>
          <p:spPr>
            <a:xfrm>
              <a:off x="5377856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1" name="Google Shape;12611;p33"/>
            <p:cNvSpPr/>
            <p:nvPr/>
          </p:nvSpPr>
          <p:spPr>
            <a:xfrm>
              <a:off x="5377856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2" name="Google Shape;12612;p33"/>
            <p:cNvSpPr/>
            <p:nvPr/>
          </p:nvSpPr>
          <p:spPr>
            <a:xfrm>
              <a:off x="5377856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3" name="Google Shape;12613;p33"/>
            <p:cNvSpPr/>
            <p:nvPr/>
          </p:nvSpPr>
          <p:spPr>
            <a:xfrm>
              <a:off x="5377856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4" name="Google Shape;12614;p33"/>
            <p:cNvSpPr/>
            <p:nvPr/>
          </p:nvSpPr>
          <p:spPr>
            <a:xfrm>
              <a:off x="5377856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5" name="Google Shape;12615;p33"/>
            <p:cNvSpPr/>
            <p:nvPr/>
          </p:nvSpPr>
          <p:spPr>
            <a:xfrm>
              <a:off x="5377856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6" name="Google Shape;12616;p33"/>
            <p:cNvSpPr/>
            <p:nvPr/>
          </p:nvSpPr>
          <p:spPr>
            <a:xfrm>
              <a:off x="5377856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7" name="Google Shape;12617;p33"/>
            <p:cNvSpPr/>
            <p:nvPr/>
          </p:nvSpPr>
          <p:spPr>
            <a:xfrm>
              <a:off x="5377856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8" name="Google Shape;12618;p33"/>
            <p:cNvSpPr/>
            <p:nvPr/>
          </p:nvSpPr>
          <p:spPr>
            <a:xfrm>
              <a:off x="5377856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9" name="Google Shape;12619;p33"/>
            <p:cNvSpPr/>
            <p:nvPr/>
          </p:nvSpPr>
          <p:spPr>
            <a:xfrm>
              <a:off x="5377856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0" name="Google Shape;12620;p33"/>
            <p:cNvSpPr/>
            <p:nvPr/>
          </p:nvSpPr>
          <p:spPr>
            <a:xfrm>
              <a:off x="5377856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1" name="Google Shape;12621;p33"/>
            <p:cNvSpPr/>
            <p:nvPr/>
          </p:nvSpPr>
          <p:spPr>
            <a:xfrm>
              <a:off x="5377856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2" name="Google Shape;12622;p33"/>
            <p:cNvSpPr/>
            <p:nvPr/>
          </p:nvSpPr>
          <p:spPr>
            <a:xfrm>
              <a:off x="5377856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3" name="Google Shape;12623;p33"/>
            <p:cNvSpPr/>
            <p:nvPr/>
          </p:nvSpPr>
          <p:spPr>
            <a:xfrm>
              <a:off x="5377856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4" name="Google Shape;12624;p33"/>
            <p:cNvSpPr/>
            <p:nvPr/>
          </p:nvSpPr>
          <p:spPr>
            <a:xfrm>
              <a:off x="5377856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5" name="Google Shape;12625;p33"/>
            <p:cNvSpPr/>
            <p:nvPr/>
          </p:nvSpPr>
          <p:spPr>
            <a:xfrm>
              <a:off x="5377856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6" name="Google Shape;12626;p33"/>
            <p:cNvSpPr/>
            <p:nvPr/>
          </p:nvSpPr>
          <p:spPr>
            <a:xfrm>
              <a:off x="5377856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7" name="Google Shape;12627;p33"/>
            <p:cNvSpPr/>
            <p:nvPr/>
          </p:nvSpPr>
          <p:spPr>
            <a:xfrm>
              <a:off x="6795453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8" name="Google Shape;12628;p33"/>
            <p:cNvSpPr/>
            <p:nvPr/>
          </p:nvSpPr>
          <p:spPr>
            <a:xfrm>
              <a:off x="6795453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9" name="Google Shape;12629;p33"/>
            <p:cNvSpPr/>
            <p:nvPr/>
          </p:nvSpPr>
          <p:spPr>
            <a:xfrm>
              <a:off x="6795453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0" name="Google Shape;12630;p33"/>
            <p:cNvSpPr/>
            <p:nvPr/>
          </p:nvSpPr>
          <p:spPr>
            <a:xfrm>
              <a:off x="6795453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1" name="Google Shape;12631;p33"/>
            <p:cNvSpPr/>
            <p:nvPr/>
          </p:nvSpPr>
          <p:spPr>
            <a:xfrm>
              <a:off x="6795453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2" name="Google Shape;12632;p33"/>
            <p:cNvSpPr/>
            <p:nvPr/>
          </p:nvSpPr>
          <p:spPr>
            <a:xfrm>
              <a:off x="6795453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3" name="Google Shape;12633;p33"/>
            <p:cNvSpPr/>
            <p:nvPr/>
          </p:nvSpPr>
          <p:spPr>
            <a:xfrm>
              <a:off x="6795453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4" name="Google Shape;12634;p33"/>
            <p:cNvSpPr/>
            <p:nvPr/>
          </p:nvSpPr>
          <p:spPr>
            <a:xfrm>
              <a:off x="6795453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5" name="Google Shape;12635;p33"/>
            <p:cNvSpPr/>
            <p:nvPr/>
          </p:nvSpPr>
          <p:spPr>
            <a:xfrm>
              <a:off x="6795453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6" name="Google Shape;12636;p33"/>
            <p:cNvSpPr/>
            <p:nvPr/>
          </p:nvSpPr>
          <p:spPr>
            <a:xfrm>
              <a:off x="6795453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7" name="Google Shape;12637;p33"/>
            <p:cNvSpPr/>
            <p:nvPr/>
          </p:nvSpPr>
          <p:spPr>
            <a:xfrm>
              <a:off x="6795453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8" name="Google Shape;12638;p33"/>
            <p:cNvSpPr/>
            <p:nvPr/>
          </p:nvSpPr>
          <p:spPr>
            <a:xfrm>
              <a:off x="6795453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9" name="Google Shape;12639;p33"/>
            <p:cNvSpPr/>
            <p:nvPr/>
          </p:nvSpPr>
          <p:spPr>
            <a:xfrm>
              <a:off x="6795453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0" name="Google Shape;12640;p33"/>
            <p:cNvSpPr/>
            <p:nvPr/>
          </p:nvSpPr>
          <p:spPr>
            <a:xfrm>
              <a:off x="6795453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1" name="Google Shape;12641;p33"/>
            <p:cNvSpPr/>
            <p:nvPr/>
          </p:nvSpPr>
          <p:spPr>
            <a:xfrm>
              <a:off x="6795453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2" name="Google Shape;12642;p33"/>
            <p:cNvSpPr/>
            <p:nvPr/>
          </p:nvSpPr>
          <p:spPr>
            <a:xfrm>
              <a:off x="6795453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3" name="Google Shape;12643;p33"/>
            <p:cNvSpPr/>
            <p:nvPr/>
          </p:nvSpPr>
          <p:spPr>
            <a:xfrm>
              <a:off x="6795453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4" name="Google Shape;12644;p33"/>
            <p:cNvSpPr/>
            <p:nvPr/>
          </p:nvSpPr>
          <p:spPr>
            <a:xfrm>
              <a:off x="6795453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5" name="Google Shape;12645;p33"/>
            <p:cNvSpPr/>
            <p:nvPr/>
          </p:nvSpPr>
          <p:spPr>
            <a:xfrm>
              <a:off x="6795453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6" name="Google Shape;12646;p33"/>
            <p:cNvSpPr/>
            <p:nvPr/>
          </p:nvSpPr>
          <p:spPr>
            <a:xfrm>
              <a:off x="6795453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7" name="Google Shape;12647;p33"/>
            <p:cNvSpPr/>
            <p:nvPr/>
          </p:nvSpPr>
          <p:spPr>
            <a:xfrm>
              <a:off x="6795453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8" name="Google Shape;12648;p33"/>
            <p:cNvSpPr/>
            <p:nvPr/>
          </p:nvSpPr>
          <p:spPr>
            <a:xfrm>
              <a:off x="6795453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9" name="Google Shape;12649;p33"/>
            <p:cNvSpPr/>
            <p:nvPr/>
          </p:nvSpPr>
          <p:spPr>
            <a:xfrm>
              <a:off x="6795453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0" name="Google Shape;12650;p33"/>
            <p:cNvSpPr/>
            <p:nvPr/>
          </p:nvSpPr>
          <p:spPr>
            <a:xfrm>
              <a:off x="6795453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1" name="Google Shape;12651;p33"/>
            <p:cNvSpPr/>
            <p:nvPr/>
          </p:nvSpPr>
          <p:spPr>
            <a:xfrm>
              <a:off x="6795453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2" name="Google Shape;12652;p33"/>
            <p:cNvSpPr/>
            <p:nvPr/>
          </p:nvSpPr>
          <p:spPr>
            <a:xfrm>
              <a:off x="6795453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3" name="Google Shape;12653;p33"/>
            <p:cNvSpPr/>
            <p:nvPr/>
          </p:nvSpPr>
          <p:spPr>
            <a:xfrm>
              <a:off x="6795453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4" name="Google Shape;12654;p33"/>
            <p:cNvSpPr/>
            <p:nvPr/>
          </p:nvSpPr>
          <p:spPr>
            <a:xfrm>
              <a:off x="6795453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5" name="Google Shape;12655;p33"/>
            <p:cNvSpPr/>
            <p:nvPr/>
          </p:nvSpPr>
          <p:spPr>
            <a:xfrm>
              <a:off x="6795453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6" name="Google Shape;12656;p33"/>
            <p:cNvSpPr/>
            <p:nvPr/>
          </p:nvSpPr>
          <p:spPr>
            <a:xfrm>
              <a:off x="6795453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7" name="Google Shape;12657;p33"/>
            <p:cNvSpPr/>
            <p:nvPr/>
          </p:nvSpPr>
          <p:spPr>
            <a:xfrm>
              <a:off x="6795453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8" name="Google Shape;12658;p33"/>
            <p:cNvSpPr/>
            <p:nvPr/>
          </p:nvSpPr>
          <p:spPr>
            <a:xfrm>
              <a:off x="6795453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9" name="Google Shape;12659;p33"/>
            <p:cNvSpPr/>
            <p:nvPr/>
          </p:nvSpPr>
          <p:spPr>
            <a:xfrm>
              <a:off x="6795453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0" name="Google Shape;12660;p33"/>
            <p:cNvSpPr/>
            <p:nvPr/>
          </p:nvSpPr>
          <p:spPr>
            <a:xfrm>
              <a:off x="6795453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1" name="Google Shape;12661;p33"/>
            <p:cNvSpPr/>
            <p:nvPr/>
          </p:nvSpPr>
          <p:spPr>
            <a:xfrm>
              <a:off x="6795453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2" name="Google Shape;12662;p33"/>
            <p:cNvSpPr/>
            <p:nvPr/>
          </p:nvSpPr>
          <p:spPr>
            <a:xfrm>
              <a:off x="8213062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3" name="Google Shape;12663;p33"/>
            <p:cNvSpPr/>
            <p:nvPr/>
          </p:nvSpPr>
          <p:spPr>
            <a:xfrm>
              <a:off x="8213062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4" name="Google Shape;12664;p33"/>
            <p:cNvSpPr/>
            <p:nvPr/>
          </p:nvSpPr>
          <p:spPr>
            <a:xfrm>
              <a:off x="8213062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5" name="Google Shape;12665;p33"/>
            <p:cNvSpPr/>
            <p:nvPr/>
          </p:nvSpPr>
          <p:spPr>
            <a:xfrm>
              <a:off x="8213062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6" name="Google Shape;12666;p33"/>
            <p:cNvSpPr/>
            <p:nvPr/>
          </p:nvSpPr>
          <p:spPr>
            <a:xfrm>
              <a:off x="8213062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7" name="Google Shape;12667;p33"/>
            <p:cNvSpPr/>
            <p:nvPr/>
          </p:nvSpPr>
          <p:spPr>
            <a:xfrm>
              <a:off x="8213062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8" name="Google Shape;12668;p33"/>
            <p:cNvSpPr/>
            <p:nvPr/>
          </p:nvSpPr>
          <p:spPr>
            <a:xfrm>
              <a:off x="8213062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9" name="Google Shape;12669;p33"/>
            <p:cNvSpPr/>
            <p:nvPr/>
          </p:nvSpPr>
          <p:spPr>
            <a:xfrm>
              <a:off x="8213062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0" name="Google Shape;12670;p33"/>
            <p:cNvSpPr/>
            <p:nvPr/>
          </p:nvSpPr>
          <p:spPr>
            <a:xfrm>
              <a:off x="8213062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1" name="Google Shape;12671;p33"/>
            <p:cNvSpPr/>
            <p:nvPr/>
          </p:nvSpPr>
          <p:spPr>
            <a:xfrm>
              <a:off x="8213062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2" name="Google Shape;12672;p33"/>
            <p:cNvSpPr/>
            <p:nvPr/>
          </p:nvSpPr>
          <p:spPr>
            <a:xfrm>
              <a:off x="8213062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3" name="Google Shape;12673;p33"/>
            <p:cNvSpPr/>
            <p:nvPr/>
          </p:nvSpPr>
          <p:spPr>
            <a:xfrm>
              <a:off x="8213062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4" name="Google Shape;12674;p33"/>
            <p:cNvSpPr/>
            <p:nvPr/>
          </p:nvSpPr>
          <p:spPr>
            <a:xfrm>
              <a:off x="8213062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5" name="Google Shape;12675;p33"/>
            <p:cNvSpPr/>
            <p:nvPr/>
          </p:nvSpPr>
          <p:spPr>
            <a:xfrm>
              <a:off x="8213062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6" name="Google Shape;12676;p33"/>
            <p:cNvSpPr/>
            <p:nvPr/>
          </p:nvSpPr>
          <p:spPr>
            <a:xfrm>
              <a:off x="8213062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7" name="Google Shape;12677;p33"/>
            <p:cNvSpPr/>
            <p:nvPr/>
          </p:nvSpPr>
          <p:spPr>
            <a:xfrm>
              <a:off x="8213062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8" name="Google Shape;12678;p33"/>
            <p:cNvSpPr/>
            <p:nvPr/>
          </p:nvSpPr>
          <p:spPr>
            <a:xfrm>
              <a:off x="8213062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9" name="Google Shape;12679;p33"/>
            <p:cNvSpPr/>
            <p:nvPr/>
          </p:nvSpPr>
          <p:spPr>
            <a:xfrm>
              <a:off x="8213062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0" name="Google Shape;12680;p33"/>
            <p:cNvSpPr/>
            <p:nvPr/>
          </p:nvSpPr>
          <p:spPr>
            <a:xfrm>
              <a:off x="8213062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1" name="Google Shape;12681;p33"/>
            <p:cNvSpPr/>
            <p:nvPr/>
          </p:nvSpPr>
          <p:spPr>
            <a:xfrm>
              <a:off x="8213062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2" name="Google Shape;12682;p33"/>
            <p:cNvSpPr/>
            <p:nvPr/>
          </p:nvSpPr>
          <p:spPr>
            <a:xfrm>
              <a:off x="8213062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3" name="Google Shape;12683;p33"/>
            <p:cNvSpPr/>
            <p:nvPr/>
          </p:nvSpPr>
          <p:spPr>
            <a:xfrm>
              <a:off x="8213062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4" name="Google Shape;12684;p33"/>
            <p:cNvSpPr/>
            <p:nvPr/>
          </p:nvSpPr>
          <p:spPr>
            <a:xfrm>
              <a:off x="8213062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5" name="Google Shape;12685;p33"/>
            <p:cNvSpPr/>
            <p:nvPr/>
          </p:nvSpPr>
          <p:spPr>
            <a:xfrm>
              <a:off x="8213062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6" name="Google Shape;12686;p33"/>
            <p:cNvSpPr/>
            <p:nvPr/>
          </p:nvSpPr>
          <p:spPr>
            <a:xfrm>
              <a:off x="8213062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7" name="Google Shape;12687;p33"/>
            <p:cNvSpPr/>
            <p:nvPr/>
          </p:nvSpPr>
          <p:spPr>
            <a:xfrm>
              <a:off x="8213062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8" name="Google Shape;12688;p33"/>
            <p:cNvSpPr/>
            <p:nvPr/>
          </p:nvSpPr>
          <p:spPr>
            <a:xfrm>
              <a:off x="8213062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9" name="Google Shape;12689;p33"/>
            <p:cNvSpPr/>
            <p:nvPr/>
          </p:nvSpPr>
          <p:spPr>
            <a:xfrm>
              <a:off x="8213062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0" name="Google Shape;12690;p33"/>
            <p:cNvSpPr/>
            <p:nvPr/>
          </p:nvSpPr>
          <p:spPr>
            <a:xfrm>
              <a:off x="8213062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1" name="Google Shape;12691;p33"/>
            <p:cNvSpPr/>
            <p:nvPr/>
          </p:nvSpPr>
          <p:spPr>
            <a:xfrm>
              <a:off x="8213062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2" name="Google Shape;12692;p33"/>
            <p:cNvSpPr/>
            <p:nvPr/>
          </p:nvSpPr>
          <p:spPr>
            <a:xfrm>
              <a:off x="8213062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3" name="Google Shape;12693;p33"/>
            <p:cNvSpPr/>
            <p:nvPr/>
          </p:nvSpPr>
          <p:spPr>
            <a:xfrm>
              <a:off x="8213062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4" name="Google Shape;12694;p33"/>
            <p:cNvSpPr/>
            <p:nvPr/>
          </p:nvSpPr>
          <p:spPr>
            <a:xfrm>
              <a:off x="8213062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5" name="Google Shape;12695;p33"/>
            <p:cNvSpPr/>
            <p:nvPr/>
          </p:nvSpPr>
          <p:spPr>
            <a:xfrm>
              <a:off x="8213062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6" name="Google Shape;12696;p33"/>
            <p:cNvSpPr/>
            <p:nvPr/>
          </p:nvSpPr>
          <p:spPr>
            <a:xfrm>
              <a:off x="8213062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7" name="Google Shape;12697;p33"/>
            <p:cNvSpPr/>
            <p:nvPr/>
          </p:nvSpPr>
          <p:spPr>
            <a:xfrm>
              <a:off x="9630658" y="0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8" name="Google Shape;12698;p33"/>
            <p:cNvSpPr/>
            <p:nvPr/>
          </p:nvSpPr>
          <p:spPr>
            <a:xfrm>
              <a:off x="9630658" y="52996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9" name="Google Shape;12699;p33"/>
            <p:cNvSpPr/>
            <p:nvPr/>
          </p:nvSpPr>
          <p:spPr>
            <a:xfrm>
              <a:off x="9630658" y="637821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0" name="Google Shape;12700;p33"/>
            <p:cNvSpPr/>
            <p:nvPr/>
          </p:nvSpPr>
          <p:spPr>
            <a:xfrm>
              <a:off x="9630658" y="496657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1" name="Google Shape;12701;p33"/>
            <p:cNvSpPr/>
            <p:nvPr/>
          </p:nvSpPr>
          <p:spPr>
            <a:xfrm>
              <a:off x="9630658" y="617655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2" name="Google Shape;12702;p33"/>
            <p:cNvSpPr/>
            <p:nvPr/>
          </p:nvSpPr>
          <p:spPr>
            <a:xfrm>
              <a:off x="9630658" y="5974888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1"/>
                  </a:lnTo>
                  <a:lnTo>
                    <a:pt x="0" y="15124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3" name="Google Shape;12703;p33"/>
            <p:cNvSpPr/>
            <p:nvPr/>
          </p:nvSpPr>
          <p:spPr>
            <a:xfrm>
              <a:off x="9630658" y="557155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2"/>
                  </a:lnTo>
                  <a:lnTo>
                    <a:pt x="0" y="1512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4" name="Google Shape;12704;p33"/>
            <p:cNvSpPr/>
            <p:nvPr/>
          </p:nvSpPr>
          <p:spPr>
            <a:xfrm>
              <a:off x="9630658" y="516823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5" name="Google Shape;12705;p33"/>
            <p:cNvSpPr/>
            <p:nvPr/>
          </p:nvSpPr>
          <p:spPr>
            <a:xfrm>
              <a:off x="9630658" y="5369901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6" name="Google Shape;12706;p33"/>
            <p:cNvSpPr/>
            <p:nvPr/>
          </p:nvSpPr>
          <p:spPr>
            <a:xfrm>
              <a:off x="9630658" y="577323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7" name="Google Shape;12707;p33"/>
            <p:cNvSpPr/>
            <p:nvPr/>
          </p:nvSpPr>
          <p:spPr>
            <a:xfrm>
              <a:off x="9630658" y="731633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8" name="Google Shape;12708;p33"/>
            <p:cNvSpPr/>
            <p:nvPr/>
          </p:nvSpPr>
          <p:spPr>
            <a:xfrm>
              <a:off x="9630658" y="32830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9" name="Google Shape;12709;p33"/>
            <p:cNvSpPr/>
            <p:nvPr/>
          </p:nvSpPr>
          <p:spPr>
            <a:xfrm>
              <a:off x="9630658" y="933303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0" name="Google Shape;12710;p33"/>
            <p:cNvSpPr/>
            <p:nvPr/>
          </p:nvSpPr>
          <p:spPr>
            <a:xfrm>
              <a:off x="9630658" y="153828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1" name="Google Shape;12711;p33"/>
            <p:cNvSpPr/>
            <p:nvPr/>
          </p:nvSpPr>
          <p:spPr>
            <a:xfrm>
              <a:off x="9630658" y="657988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2" name="Google Shape;12712;p33"/>
            <p:cNvSpPr/>
            <p:nvPr/>
          </p:nvSpPr>
          <p:spPr>
            <a:xfrm>
              <a:off x="9630658" y="1134961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3" name="Google Shape;12713;p33"/>
            <p:cNvSpPr/>
            <p:nvPr/>
          </p:nvSpPr>
          <p:spPr>
            <a:xfrm>
              <a:off x="9630658" y="1336619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4" name="Google Shape;12714;p33"/>
            <p:cNvSpPr/>
            <p:nvPr/>
          </p:nvSpPr>
          <p:spPr>
            <a:xfrm>
              <a:off x="9630658" y="436157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5" name="Google Shape;12715;p33"/>
            <p:cNvSpPr/>
            <p:nvPr/>
          </p:nvSpPr>
          <p:spPr>
            <a:xfrm>
              <a:off x="9630658" y="2546604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6" name="Google Shape;12716;p33"/>
            <p:cNvSpPr/>
            <p:nvPr/>
          </p:nvSpPr>
          <p:spPr>
            <a:xfrm>
              <a:off x="9630658" y="23449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7" name="Google Shape;12717;p33"/>
            <p:cNvSpPr/>
            <p:nvPr/>
          </p:nvSpPr>
          <p:spPr>
            <a:xfrm>
              <a:off x="9630658" y="476491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8" name="Google Shape;12718;p33"/>
            <p:cNvSpPr/>
            <p:nvPr/>
          </p:nvSpPr>
          <p:spPr>
            <a:xfrm>
              <a:off x="9630658" y="173994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9" name="Google Shape;12719;p33"/>
            <p:cNvSpPr/>
            <p:nvPr/>
          </p:nvSpPr>
          <p:spPr>
            <a:xfrm>
              <a:off x="9630658" y="315160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0" name="Google Shape;12720;p33"/>
            <p:cNvSpPr/>
            <p:nvPr/>
          </p:nvSpPr>
          <p:spPr>
            <a:xfrm>
              <a:off x="9630658" y="1941617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1" name="Google Shape;12721;p33"/>
            <p:cNvSpPr/>
            <p:nvPr/>
          </p:nvSpPr>
          <p:spPr>
            <a:xfrm>
              <a:off x="9630658" y="214327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2" name="Google Shape;12722;p33"/>
            <p:cNvSpPr/>
            <p:nvPr/>
          </p:nvSpPr>
          <p:spPr>
            <a:xfrm>
              <a:off x="9630658" y="2748274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3" name="Google Shape;12723;p33"/>
            <p:cNvSpPr/>
            <p:nvPr/>
          </p:nvSpPr>
          <p:spPr>
            <a:xfrm>
              <a:off x="9630658" y="4159917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4" name="Google Shape;12724;p33"/>
            <p:cNvSpPr/>
            <p:nvPr/>
          </p:nvSpPr>
          <p:spPr>
            <a:xfrm>
              <a:off x="9630658" y="126646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5" name="Google Shape;12725;p33"/>
            <p:cNvSpPr/>
            <p:nvPr/>
          </p:nvSpPr>
          <p:spPr>
            <a:xfrm>
              <a:off x="9630658" y="4563245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6" name="Google Shape;12726;p33"/>
            <p:cNvSpPr/>
            <p:nvPr/>
          </p:nvSpPr>
          <p:spPr>
            <a:xfrm>
              <a:off x="9630658" y="355491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7" name="Google Shape;12727;p33"/>
            <p:cNvSpPr/>
            <p:nvPr/>
          </p:nvSpPr>
          <p:spPr>
            <a:xfrm>
              <a:off x="9630658" y="3353260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8" name="Google Shape;12728;p33"/>
            <p:cNvSpPr/>
            <p:nvPr/>
          </p:nvSpPr>
          <p:spPr>
            <a:xfrm>
              <a:off x="9630658" y="3756588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9" name="Google Shape;12729;p33"/>
            <p:cNvSpPr/>
            <p:nvPr/>
          </p:nvSpPr>
          <p:spPr>
            <a:xfrm>
              <a:off x="9630658" y="3958259"/>
              <a:ext cx="19054" cy="151240"/>
            </a:xfrm>
            <a:custGeom>
              <a:avLst/>
              <a:gdLst/>
              <a:ahLst/>
              <a:cxnLst/>
              <a:rect l="l" t="t" r="r" b="b"/>
              <a:pathLst>
                <a:path w="19054" h="151240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40"/>
                  </a:lnTo>
                  <a:lnTo>
                    <a:pt x="0" y="151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0" name="Google Shape;12730;p33"/>
            <p:cNvSpPr/>
            <p:nvPr/>
          </p:nvSpPr>
          <p:spPr>
            <a:xfrm>
              <a:off x="9630658" y="2949932"/>
              <a:ext cx="19054" cy="151252"/>
            </a:xfrm>
            <a:custGeom>
              <a:avLst/>
              <a:gdLst/>
              <a:ahLst/>
              <a:cxnLst/>
              <a:rect l="l" t="t" r="r" b="b"/>
              <a:pathLst>
                <a:path w="19054" h="151252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151253"/>
                  </a:lnTo>
                  <a:lnTo>
                    <a:pt x="0" y="1512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1" name="Google Shape;12731;p33"/>
            <p:cNvSpPr/>
            <p:nvPr/>
          </p:nvSpPr>
          <p:spPr>
            <a:xfrm>
              <a:off x="9630658" y="6781544"/>
              <a:ext cx="19054" cy="76229"/>
            </a:xfrm>
            <a:custGeom>
              <a:avLst/>
              <a:gdLst/>
              <a:ahLst/>
              <a:cxnLst/>
              <a:rect l="l" t="t" r="r" b="b"/>
              <a:pathLst>
                <a:path w="19054" h="76229" extrusionOk="0">
                  <a:moveTo>
                    <a:pt x="0" y="0"/>
                  </a:moveTo>
                  <a:lnTo>
                    <a:pt x="19054" y="0"/>
                  </a:lnTo>
                  <a:lnTo>
                    <a:pt x="19054" y="76229"/>
                  </a:lnTo>
                  <a:lnTo>
                    <a:pt x="0" y="762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2" name="Google Shape;12732;p33"/>
            <p:cNvSpPr/>
            <p:nvPr/>
          </p:nvSpPr>
          <p:spPr>
            <a:xfrm>
              <a:off x="1207477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3" name="Google Shape;12733;p33"/>
            <p:cNvSpPr/>
            <p:nvPr/>
          </p:nvSpPr>
          <p:spPr>
            <a:xfrm>
              <a:off x="866793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4" name="Google Shape;12734;p33"/>
            <p:cNvSpPr/>
            <p:nvPr/>
          </p:nvSpPr>
          <p:spPr>
            <a:xfrm>
              <a:off x="724201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5" name="Google Shape;12735;p33"/>
            <p:cNvSpPr/>
            <p:nvPr/>
          </p:nvSpPr>
          <p:spPr>
            <a:xfrm>
              <a:off x="1009386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6" name="Google Shape;12736;p33"/>
            <p:cNvSpPr/>
            <p:nvPr/>
          </p:nvSpPr>
          <p:spPr>
            <a:xfrm>
              <a:off x="948275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7" name="Google Shape;12737;p33"/>
            <p:cNvSpPr/>
            <p:nvPr/>
          </p:nvSpPr>
          <p:spPr>
            <a:xfrm>
              <a:off x="887164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8" name="Google Shape;12738;p33"/>
            <p:cNvSpPr/>
            <p:nvPr/>
          </p:nvSpPr>
          <p:spPr>
            <a:xfrm>
              <a:off x="153833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9" name="Google Shape;12739;p33"/>
            <p:cNvSpPr/>
            <p:nvPr/>
          </p:nvSpPr>
          <p:spPr>
            <a:xfrm>
              <a:off x="174203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0" name="Google Shape;12740;p33"/>
            <p:cNvSpPr/>
            <p:nvPr/>
          </p:nvSpPr>
          <p:spPr>
            <a:xfrm>
              <a:off x="703830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1" name="Google Shape;12741;p33"/>
            <p:cNvSpPr/>
            <p:nvPr/>
          </p:nvSpPr>
          <p:spPr>
            <a:xfrm>
              <a:off x="255684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2" name="Google Shape;12742;p33"/>
            <p:cNvSpPr/>
            <p:nvPr/>
          </p:nvSpPr>
          <p:spPr>
            <a:xfrm>
              <a:off x="846423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3" name="Google Shape;12743;p33"/>
            <p:cNvSpPr/>
            <p:nvPr/>
          </p:nvSpPr>
          <p:spPr>
            <a:xfrm>
              <a:off x="459388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4" name="Google Shape;12744;p33"/>
            <p:cNvSpPr/>
            <p:nvPr/>
          </p:nvSpPr>
          <p:spPr>
            <a:xfrm>
              <a:off x="1050127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5" name="Google Shape;12745;p33"/>
            <p:cNvSpPr/>
            <p:nvPr/>
          </p:nvSpPr>
          <p:spPr>
            <a:xfrm>
              <a:off x="47975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6" name="Google Shape;12746;p33"/>
            <p:cNvSpPr/>
            <p:nvPr/>
          </p:nvSpPr>
          <p:spPr>
            <a:xfrm>
              <a:off x="683461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7" name="Google Shape;12747;p33"/>
            <p:cNvSpPr/>
            <p:nvPr/>
          </p:nvSpPr>
          <p:spPr>
            <a:xfrm>
              <a:off x="5001282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8" name="Google Shape;12748;p33"/>
            <p:cNvSpPr/>
            <p:nvPr/>
          </p:nvSpPr>
          <p:spPr>
            <a:xfrm>
              <a:off x="663091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9" name="Google Shape;12749;p33"/>
            <p:cNvSpPr/>
            <p:nvPr/>
          </p:nvSpPr>
          <p:spPr>
            <a:xfrm>
              <a:off x="235313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0" name="Google Shape;12750;p33"/>
            <p:cNvSpPr/>
            <p:nvPr/>
          </p:nvSpPr>
          <p:spPr>
            <a:xfrm>
              <a:off x="520498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1" name="Google Shape;12751;p33"/>
            <p:cNvSpPr/>
            <p:nvPr/>
          </p:nvSpPr>
          <p:spPr>
            <a:xfrm>
              <a:off x="1070497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2" name="Google Shape;12752;p33"/>
            <p:cNvSpPr/>
            <p:nvPr/>
          </p:nvSpPr>
          <p:spPr>
            <a:xfrm>
              <a:off x="194572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3" name="Google Shape;12753;p33"/>
            <p:cNvSpPr/>
            <p:nvPr/>
          </p:nvSpPr>
          <p:spPr>
            <a:xfrm>
              <a:off x="601979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4" name="Google Shape;12754;p33"/>
            <p:cNvSpPr/>
            <p:nvPr/>
          </p:nvSpPr>
          <p:spPr>
            <a:xfrm>
              <a:off x="214944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5" name="Google Shape;12755;p33"/>
            <p:cNvSpPr/>
            <p:nvPr/>
          </p:nvSpPr>
          <p:spPr>
            <a:xfrm>
              <a:off x="642720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6" name="Google Shape;12756;p33"/>
            <p:cNvSpPr/>
            <p:nvPr/>
          </p:nvSpPr>
          <p:spPr>
            <a:xfrm>
              <a:off x="3982768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7" name="Google Shape;12757;p33"/>
            <p:cNvSpPr/>
            <p:nvPr/>
          </p:nvSpPr>
          <p:spPr>
            <a:xfrm>
              <a:off x="989016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8" name="Google Shape;12758;p33"/>
            <p:cNvSpPr/>
            <p:nvPr/>
          </p:nvSpPr>
          <p:spPr>
            <a:xfrm>
              <a:off x="7445719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9" name="Google Shape;12759;p33"/>
            <p:cNvSpPr/>
            <p:nvPr/>
          </p:nvSpPr>
          <p:spPr>
            <a:xfrm>
              <a:off x="357535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0" name="Google Shape;12760;p33"/>
            <p:cNvSpPr/>
            <p:nvPr/>
          </p:nvSpPr>
          <p:spPr>
            <a:xfrm>
              <a:off x="561239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1" name="Google Shape;12761;p33"/>
            <p:cNvSpPr/>
            <p:nvPr/>
          </p:nvSpPr>
          <p:spPr>
            <a:xfrm>
              <a:off x="968646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2" name="Google Shape;12762;p33"/>
            <p:cNvSpPr/>
            <p:nvPr/>
          </p:nvSpPr>
          <p:spPr>
            <a:xfrm>
              <a:off x="10297567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3" name="Google Shape;12763;p33"/>
            <p:cNvSpPr/>
            <p:nvPr/>
          </p:nvSpPr>
          <p:spPr>
            <a:xfrm>
              <a:off x="9075348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4" name="Google Shape;12764;p33"/>
            <p:cNvSpPr/>
            <p:nvPr/>
          </p:nvSpPr>
          <p:spPr>
            <a:xfrm>
              <a:off x="33716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5" name="Google Shape;12765;p33"/>
            <p:cNvSpPr/>
            <p:nvPr/>
          </p:nvSpPr>
          <p:spPr>
            <a:xfrm>
              <a:off x="5408680" y="5545760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6" name="Google Shape;12766;p33"/>
            <p:cNvSpPr/>
            <p:nvPr/>
          </p:nvSpPr>
          <p:spPr>
            <a:xfrm>
              <a:off x="6223501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7" name="Google Shape;12767;p33"/>
            <p:cNvSpPr/>
            <p:nvPr/>
          </p:nvSpPr>
          <p:spPr>
            <a:xfrm>
              <a:off x="316796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8" name="Google Shape;12768;p33"/>
            <p:cNvSpPr/>
            <p:nvPr/>
          </p:nvSpPr>
          <p:spPr>
            <a:xfrm>
              <a:off x="581609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9" name="Google Shape;12769;p33"/>
            <p:cNvSpPr/>
            <p:nvPr/>
          </p:nvSpPr>
          <p:spPr>
            <a:xfrm>
              <a:off x="276055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0" name="Google Shape;12770;p33"/>
            <p:cNvSpPr/>
            <p:nvPr/>
          </p:nvSpPr>
          <p:spPr>
            <a:xfrm>
              <a:off x="133462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1" name="Google Shape;12771;p33"/>
            <p:cNvSpPr/>
            <p:nvPr/>
          </p:nvSpPr>
          <p:spPr>
            <a:xfrm>
              <a:off x="805683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2" name="Google Shape;12772;p33"/>
            <p:cNvSpPr/>
            <p:nvPr/>
          </p:nvSpPr>
          <p:spPr>
            <a:xfrm>
              <a:off x="826054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3" name="Google Shape;12773;p33"/>
            <p:cNvSpPr/>
            <p:nvPr/>
          </p:nvSpPr>
          <p:spPr>
            <a:xfrm>
              <a:off x="4390166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4" name="Google Shape;12774;p33"/>
            <p:cNvSpPr/>
            <p:nvPr/>
          </p:nvSpPr>
          <p:spPr>
            <a:xfrm>
              <a:off x="7853130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5" name="Google Shape;12775;p33"/>
            <p:cNvSpPr/>
            <p:nvPr/>
          </p:nvSpPr>
          <p:spPr>
            <a:xfrm>
              <a:off x="927905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6" name="Google Shape;12776;p33"/>
            <p:cNvSpPr/>
            <p:nvPr/>
          </p:nvSpPr>
          <p:spPr>
            <a:xfrm>
              <a:off x="418647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7" name="Google Shape;12777;p33"/>
            <p:cNvSpPr/>
            <p:nvPr/>
          </p:nvSpPr>
          <p:spPr>
            <a:xfrm>
              <a:off x="7649424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8" name="Google Shape;12778;p33"/>
            <p:cNvSpPr/>
            <p:nvPr/>
          </p:nvSpPr>
          <p:spPr>
            <a:xfrm>
              <a:off x="3779063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9" name="Google Shape;12779;p33"/>
            <p:cNvSpPr/>
            <p:nvPr/>
          </p:nvSpPr>
          <p:spPr>
            <a:xfrm>
              <a:off x="2964255" y="5545760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0" name="Google Shape;12780;p33"/>
            <p:cNvSpPr/>
            <p:nvPr/>
          </p:nvSpPr>
          <p:spPr>
            <a:xfrm>
              <a:off x="10908670" y="5545760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1" name="Google Shape;12781;p33"/>
            <p:cNvSpPr/>
            <p:nvPr/>
          </p:nvSpPr>
          <p:spPr>
            <a:xfrm>
              <a:off x="1207477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2" name="Google Shape;12782;p33"/>
            <p:cNvSpPr/>
            <p:nvPr/>
          </p:nvSpPr>
          <p:spPr>
            <a:xfrm>
              <a:off x="92790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3" name="Google Shape;12783;p33"/>
            <p:cNvSpPr/>
            <p:nvPr/>
          </p:nvSpPr>
          <p:spPr>
            <a:xfrm>
              <a:off x="296425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4" name="Google Shape;12784;p33"/>
            <p:cNvSpPr/>
            <p:nvPr/>
          </p:nvSpPr>
          <p:spPr>
            <a:xfrm>
              <a:off x="377906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5" name="Google Shape;12785;p33"/>
            <p:cNvSpPr/>
            <p:nvPr/>
          </p:nvSpPr>
          <p:spPr>
            <a:xfrm>
              <a:off x="357535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6" name="Google Shape;12786;p33"/>
            <p:cNvSpPr/>
            <p:nvPr/>
          </p:nvSpPr>
          <p:spPr>
            <a:xfrm>
              <a:off x="337165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7" name="Google Shape;12787;p33"/>
            <p:cNvSpPr/>
            <p:nvPr/>
          </p:nvSpPr>
          <p:spPr>
            <a:xfrm>
              <a:off x="316796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8" name="Google Shape;12788;p33"/>
            <p:cNvSpPr/>
            <p:nvPr/>
          </p:nvSpPr>
          <p:spPr>
            <a:xfrm>
              <a:off x="255684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9" name="Google Shape;12789;p33"/>
            <p:cNvSpPr/>
            <p:nvPr/>
          </p:nvSpPr>
          <p:spPr>
            <a:xfrm>
              <a:off x="276055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0" name="Google Shape;12790;p33"/>
            <p:cNvSpPr/>
            <p:nvPr/>
          </p:nvSpPr>
          <p:spPr>
            <a:xfrm>
              <a:off x="601979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1" name="Google Shape;12791;p33"/>
            <p:cNvSpPr/>
            <p:nvPr/>
          </p:nvSpPr>
          <p:spPr>
            <a:xfrm>
              <a:off x="1029756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2" name="Google Shape;12792;p33"/>
            <p:cNvSpPr/>
            <p:nvPr/>
          </p:nvSpPr>
          <p:spPr>
            <a:xfrm>
              <a:off x="642720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3" name="Google Shape;12793;p33"/>
            <p:cNvSpPr/>
            <p:nvPr/>
          </p:nvSpPr>
          <p:spPr>
            <a:xfrm>
              <a:off x="622350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4" name="Google Shape;12794;p33"/>
            <p:cNvSpPr/>
            <p:nvPr/>
          </p:nvSpPr>
          <p:spPr>
            <a:xfrm>
              <a:off x="1050127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5" name="Google Shape;12795;p33"/>
            <p:cNvSpPr/>
            <p:nvPr/>
          </p:nvSpPr>
          <p:spPr>
            <a:xfrm>
              <a:off x="703830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6" name="Google Shape;12796;p33"/>
            <p:cNvSpPr/>
            <p:nvPr/>
          </p:nvSpPr>
          <p:spPr>
            <a:xfrm>
              <a:off x="683461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7" name="Google Shape;12797;p33"/>
            <p:cNvSpPr/>
            <p:nvPr/>
          </p:nvSpPr>
          <p:spPr>
            <a:xfrm>
              <a:off x="948275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8" name="Google Shape;12798;p33"/>
            <p:cNvSpPr/>
            <p:nvPr/>
          </p:nvSpPr>
          <p:spPr>
            <a:xfrm>
              <a:off x="663091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9" name="Google Shape;12799;p33"/>
            <p:cNvSpPr/>
            <p:nvPr/>
          </p:nvSpPr>
          <p:spPr>
            <a:xfrm>
              <a:off x="107049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0" name="Google Shape;12800;p33"/>
            <p:cNvSpPr/>
            <p:nvPr/>
          </p:nvSpPr>
          <p:spPr>
            <a:xfrm>
              <a:off x="968646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1" name="Google Shape;12801;p33"/>
            <p:cNvSpPr/>
            <p:nvPr/>
          </p:nvSpPr>
          <p:spPr>
            <a:xfrm>
              <a:off x="887164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2" name="Google Shape;12802;p33"/>
            <p:cNvSpPr/>
            <p:nvPr/>
          </p:nvSpPr>
          <p:spPr>
            <a:xfrm>
              <a:off x="174203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3" name="Google Shape;12803;p33"/>
            <p:cNvSpPr/>
            <p:nvPr/>
          </p:nvSpPr>
          <p:spPr>
            <a:xfrm>
              <a:off x="744571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4" name="Google Shape;12804;p33"/>
            <p:cNvSpPr/>
            <p:nvPr/>
          </p:nvSpPr>
          <p:spPr>
            <a:xfrm>
              <a:off x="520498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5" name="Google Shape;12805;p33"/>
            <p:cNvSpPr/>
            <p:nvPr/>
          </p:nvSpPr>
          <p:spPr>
            <a:xfrm>
              <a:off x="194572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6" name="Google Shape;12806;p33"/>
            <p:cNvSpPr/>
            <p:nvPr/>
          </p:nvSpPr>
          <p:spPr>
            <a:xfrm>
              <a:off x="866793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7" name="Google Shape;12807;p33"/>
            <p:cNvSpPr/>
            <p:nvPr/>
          </p:nvSpPr>
          <p:spPr>
            <a:xfrm>
              <a:off x="724201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8" name="Google Shape;12808;p33"/>
            <p:cNvSpPr/>
            <p:nvPr/>
          </p:nvSpPr>
          <p:spPr>
            <a:xfrm>
              <a:off x="8056835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9" name="Google Shape;12809;p33"/>
            <p:cNvSpPr/>
            <p:nvPr/>
          </p:nvSpPr>
          <p:spPr>
            <a:xfrm>
              <a:off x="214944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0" name="Google Shape;12810;p33"/>
            <p:cNvSpPr/>
            <p:nvPr/>
          </p:nvSpPr>
          <p:spPr>
            <a:xfrm>
              <a:off x="826054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1" name="Google Shape;12811;p33"/>
            <p:cNvSpPr/>
            <p:nvPr/>
          </p:nvSpPr>
          <p:spPr>
            <a:xfrm>
              <a:off x="133462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2" name="Google Shape;12812;p33"/>
            <p:cNvSpPr/>
            <p:nvPr/>
          </p:nvSpPr>
          <p:spPr>
            <a:xfrm>
              <a:off x="764942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3" name="Google Shape;12813;p33"/>
            <p:cNvSpPr/>
            <p:nvPr/>
          </p:nvSpPr>
          <p:spPr>
            <a:xfrm>
              <a:off x="785313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4" name="Google Shape;12814;p33"/>
            <p:cNvSpPr/>
            <p:nvPr/>
          </p:nvSpPr>
          <p:spPr>
            <a:xfrm>
              <a:off x="8464233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5" name="Google Shape;12815;p33"/>
            <p:cNvSpPr/>
            <p:nvPr/>
          </p:nvSpPr>
          <p:spPr>
            <a:xfrm>
              <a:off x="1538331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6" name="Google Shape;12816;p33"/>
            <p:cNvSpPr/>
            <p:nvPr/>
          </p:nvSpPr>
          <p:spPr>
            <a:xfrm>
              <a:off x="1009386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7" name="Google Shape;12817;p33"/>
            <p:cNvSpPr/>
            <p:nvPr/>
          </p:nvSpPr>
          <p:spPr>
            <a:xfrm>
              <a:off x="4390166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8" name="Google Shape;12818;p33"/>
            <p:cNvSpPr/>
            <p:nvPr/>
          </p:nvSpPr>
          <p:spPr>
            <a:xfrm>
              <a:off x="5816090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9" name="Google Shape;12819;p33"/>
            <p:cNvSpPr/>
            <p:nvPr/>
          </p:nvSpPr>
          <p:spPr>
            <a:xfrm>
              <a:off x="459388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0" name="Google Shape;12820;p33"/>
            <p:cNvSpPr/>
            <p:nvPr/>
          </p:nvSpPr>
          <p:spPr>
            <a:xfrm>
              <a:off x="3982768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1" name="Google Shape;12821;p33"/>
            <p:cNvSpPr/>
            <p:nvPr/>
          </p:nvSpPr>
          <p:spPr>
            <a:xfrm>
              <a:off x="9075348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2" name="Google Shape;12822;p33"/>
            <p:cNvSpPr/>
            <p:nvPr/>
          </p:nvSpPr>
          <p:spPr>
            <a:xfrm>
              <a:off x="989016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3" name="Google Shape;12823;p33"/>
            <p:cNvSpPr/>
            <p:nvPr/>
          </p:nvSpPr>
          <p:spPr>
            <a:xfrm>
              <a:off x="4186474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4" name="Google Shape;12824;p33"/>
            <p:cNvSpPr/>
            <p:nvPr/>
          </p:nvSpPr>
          <p:spPr>
            <a:xfrm>
              <a:off x="561239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5" name="Google Shape;12825;p33"/>
            <p:cNvSpPr/>
            <p:nvPr/>
          </p:nvSpPr>
          <p:spPr>
            <a:xfrm>
              <a:off x="5408680" y="4128151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6" name="Google Shape;12826;p33"/>
            <p:cNvSpPr/>
            <p:nvPr/>
          </p:nvSpPr>
          <p:spPr>
            <a:xfrm>
              <a:off x="4797577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7" name="Google Shape;12827;p33"/>
            <p:cNvSpPr/>
            <p:nvPr/>
          </p:nvSpPr>
          <p:spPr>
            <a:xfrm>
              <a:off x="2353139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8" name="Google Shape;12828;p33"/>
            <p:cNvSpPr/>
            <p:nvPr/>
          </p:nvSpPr>
          <p:spPr>
            <a:xfrm>
              <a:off x="5001282" y="4128151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9" name="Google Shape;12829;p33"/>
            <p:cNvSpPr/>
            <p:nvPr/>
          </p:nvSpPr>
          <p:spPr>
            <a:xfrm>
              <a:off x="10908670" y="4128151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0" name="Google Shape;12830;p33"/>
            <p:cNvSpPr/>
            <p:nvPr/>
          </p:nvSpPr>
          <p:spPr>
            <a:xfrm>
              <a:off x="1207477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1" name="Google Shape;12831;p33"/>
            <p:cNvSpPr/>
            <p:nvPr/>
          </p:nvSpPr>
          <p:spPr>
            <a:xfrm>
              <a:off x="989016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2" name="Google Shape;12832;p33"/>
            <p:cNvSpPr/>
            <p:nvPr/>
          </p:nvSpPr>
          <p:spPr>
            <a:xfrm>
              <a:off x="276055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3" name="Google Shape;12833;p33"/>
            <p:cNvSpPr/>
            <p:nvPr/>
          </p:nvSpPr>
          <p:spPr>
            <a:xfrm>
              <a:off x="968646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4" name="Google Shape;12834;p33"/>
            <p:cNvSpPr/>
            <p:nvPr/>
          </p:nvSpPr>
          <p:spPr>
            <a:xfrm>
              <a:off x="296425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5" name="Google Shape;12835;p33"/>
            <p:cNvSpPr/>
            <p:nvPr/>
          </p:nvSpPr>
          <p:spPr>
            <a:xfrm>
              <a:off x="214944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6" name="Google Shape;12836;p33"/>
            <p:cNvSpPr/>
            <p:nvPr/>
          </p:nvSpPr>
          <p:spPr>
            <a:xfrm>
              <a:off x="1050127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7" name="Google Shape;12837;p33"/>
            <p:cNvSpPr/>
            <p:nvPr/>
          </p:nvSpPr>
          <p:spPr>
            <a:xfrm>
              <a:off x="235313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8" name="Google Shape;12838;p33"/>
            <p:cNvSpPr/>
            <p:nvPr/>
          </p:nvSpPr>
          <p:spPr>
            <a:xfrm>
              <a:off x="194572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9" name="Google Shape;12839;p33"/>
            <p:cNvSpPr/>
            <p:nvPr/>
          </p:nvSpPr>
          <p:spPr>
            <a:xfrm>
              <a:off x="1009386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0" name="Google Shape;12840;p33"/>
            <p:cNvSpPr/>
            <p:nvPr/>
          </p:nvSpPr>
          <p:spPr>
            <a:xfrm>
              <a:off x="255684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1" name="Google Shape;12841;p33"/>
            <p:cNvSpPr/>
            <p:nvPr/>
          </p:nvSpPr>
          <p:spPr>
            <a:xfrm>
              <a:off x="153833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2" name="Google Shape;12842;p33"/>
            <p:cNvSpPr/>
            <p:nvPr/>
          </p:nvSpPr>
          <p:spPr>
            <a:xfrm>
              <a:off x="948275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3" name="Google Shape;12843;p33"/>
            <p:cNvSpPr/>
            <p:nvPr/>
          </p:nvSpPr>
          <p:spPr>
            <a:xfrm>
              <a:off x="174203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4" name="Google Shape;12844;p33"/>
            <p:cNvSpPr/>
            <p:nvPr/>
          </p:nvSpPr>
          <p:spPr>
            <a:xfrm>
              <a:off x="316796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5" name="Google Shape;12845;p33"/>
            <p:cNvSpPr/>
            <p:nvPr/>
          </p:nvSpPr>
          <p:spPr>
            <a:xfrm>
              <a:off x="133462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6" name="Google Shape;12846;p33"/>
            <p:cNvSpPr/>
            <p:nvPr/>
          </p:nvSpPr>
          <p:spPr>
            <a:xfrm>
              <a:off x="107049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7" name="Google Shape;12847;p33"/>
            <p:cNvSpPr/>
            <p:nvPr/>
          </p:nvSpPr>
          <p:spPr>
            <a:xfrm>
              <a:off x="1029756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8" name="Google Shape;12848;p33"/>
            <p:cNvSpPr/>
            <p:nvPr/>
          </p:nvSpPr>
          <p:spPr>
            <a:xfrm>
              <a:off x="887164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9" name="Google Shape;12849;p33"/>
            <p:cNvSpPr/>
            <p:nvPr/>
          </p:nvSpPr>
          <p:spPr>
            <a:xfrm>
              <a:off x="520498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0" name="Google Shape;12850;p33"/>
            <p:cNvSpPr/>
            <p:nvPr/>
          </p:nvSpPr>
          <p:spPr>
            <a:xfrm>
              <a:off x="601979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1" name="Google Shape;12851;p33"/>
            <p:cNvSpPr/>
            <p:nvPr/>
          </p:nvSpPr>
          <p:spPr>
            <a:xfrm>
              <a:off x="581609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2" name="Google Shape;12852;p33"/>
            <p:cNvSpPr/>
            <p:nvPr/>
          </p:nvSpPr>
          <p:spPr>
            <a:xfrm>
              <a:off x="5001282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3" name="Google Shape;12853;p33"/>
            <p:cNvSpPr/>
            <p:nvPr/>
          </p:nvSpPr>
          <p:spPr>
            <a:xfrm>
              <a:off x="479757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4" name="Google Shape;12854;p33"/>
            <p:cNvSpPr/>
            <p:nvPr/>
          </p:nvSpPr>
          <p:spPr>
            <a:xfrm>
              <a:off x="642720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5" name="Google Shape;12855;p33"/>
            <p:cNvSpPr/>
            <p:nvPr/>
          </p:nvSpPr>
          <p:spPr>
            <a:xfrm>
              <a:off x="622350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6" name="Google Shape;12856;p33"/>
            <p:cNvSpPr/>
            <p:nvPr/>
          </p:nvSpPr>
          <p:spPr>
            <a:xfrm>
              <a:off x="866793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7" name="Google Shape;12857;p33"/>
            <p:cNvSpPr/>
            <p:nvPr/>
          </p:nvSpPr>
          <p:spPr>
            <a:xfrm>
              <a:off x="846423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8" name="Google Shape;12858;p33"/>
            <p:cNvSpPr/>
            <p:nvPr/>
          </p:nvSpPr>
          <p:spPr>
            <a:xfrm>
              <a:off x="785313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9" name="Google Shape;12859;p33"/>
            <p:cNvSpPr/>
            <p:nvPr/>
          </p:nvSpPr>
          <p:spPr>
            <a:xfrm>
              <a:off x="724201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0" name="Google Shape;12860;p33"/>
            <p:cNvSpPr/>
            <p:nvPr/>
          </p:nvSpPr>
          <p:spPr>
            <a:xfrm>
              <a:off x="8056835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1" name="Google Shape;12861;p33"/>
            <p:cNvSpPr/>
            <p:nvPr/>
          </p:nvSpPr>
          <p:spPr>
            <a:xfrm>
              <a:off x="764942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2" name="Google Shape;12862;p33"/>
            <p:cNvSpPr/>
            <p:nvPr/>
          </p:nvSpPr>
          <p:spPr>
            <a:xfrm>
              <a:off x="459388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3" name="Google Shape;12863;p33"/>
            <p:cNvSpPr/>
            <p:nvPr/>
          </p:nvSpPr>
          <p:spPr>
            <a:xfrm>
              <a:off x="5612397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4" name="Google Shape;12864;p33"/>
            <p:cNvSpPr/>
            <p:nvPr/>
          </p:nvSpPr>
          <p:spPr>
            <a:xfrm>
              <a:off x="8260540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5" name="Google Shape;12865;p33"/>
            <p:cNvSpPr/>
            <p:nvPr/>
          </p:nvSpPr>
          <p:spPr>
            <a:xfrm>
              <a:off x="5408680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6" name="Google Shape;12866;p33"/>
            <p:cNvSpPr/>
            <p:nvPr/>
          </p:nvSpPr>
          <p:spPr>
            <a:xfrm>
              <a:off x="357535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7" name="Google Shape;12867;p33"/>
            <p:cNvSpPr/>
            <p:nvPr/>
          </p:nvSpPr>
          <p:spPr>
            <a:xfrm>
              <a:off x="377906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8" name="Google Shape;12868;p33"/>
            <p:cNvSpPr/>
            <p:nvPr/>
          </p:nvSpPr>
          <p:spPr>
            <a:xfrm>
              <a:off x="9075348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9" name="Google Shape;12869;p33"/>
            <p:cNvSpPr/>
            <p:nvPr/>
          </p:nvSpPr>
          <p:spPr>
            <a:xfrm>
              <a:off x="683461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0" name="Google Shape;12870;p33"/>
            <p:cNvSpPr/>
            <p:nvPr/>
          </p:nvSpPr>
          <p:spPr>
            <a:xfrm>
              <a:off x="92790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1" name="Google Shape;12871;p33"/>
            <p:cNvSpPr/>
            <p:nvPr/>
          </p:nvSpPr>
          <p:spPr>
            <a:xfrm>
              <a:off x="3982768" y="2710555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2" name="Google Shape;12872;p33"/>
            <p:cNvSpPr/>
            <p:nvPr/>
          </p:nvSpPr>
          <p:spPr>
            <a:xfrm>
              <a:off x="703830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3" name="Google Shape;12873;p33"/>
            <p:cNvSpPr/>
            <p:nvPr/>
          </p:nvSpPr>
          <p:spPr>
            <a:xfrm>
              <a:off x="3371653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4" name="Google Shape;12874;p33"/>
            <p:cNvSpPr/>
            <p:nvPr/>
          </p:nvSpPr>
          <p:spPr>
            <a:xfrm>
              <a:off x="4390166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5" name="Google Shape;12875;p33"/>
            <p:cNvSpPr/>
            <p:nvPr/>
          </p:nvSpPr>
          <p:spPr>
            <a:xfrm>
              <a:off x="7445719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6" name="Google Shape;12876;p33"/>
            <p:cNvSpPr/>
            <p:nvPr/>
          </p:nvSpPr>
          <p:spPr>
            <a:xfrm>
              <a:off x="4186474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7" name="Google Shape;12877;p33"/>
            <p:cNvSpPr/>
            <p:nvPr/>
          </p:nvSpPr>
          <p:spPr>
            <a:xfrm>
              <a:off x="6630911" y="2710555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8" name="Google Shape;12878;p33"/>
            <p:cNvSpPr/>
            <p:nvPr/>
          </p:nvSpPr>
          <p:spPr>
            <a:xfrm>
              <a:off x="10908670" y="2710555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9" name="Google Shape;12879;p33"/>
            <p:cNvSpPr/>
            <p:nvPr/>
          </p:nvSpPr>
          <p:spPr>
            <a:xfrm>
              <a:off x="1207477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0" name="Google Shape;12880;p33"/>
            <p:cNvSpPr/>
            <p:nvPr/>
          </p:nvSpPr>
          <p:spPr>
            <a:xfrm>
              <a:off x="5408680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1" name="Google Shape;12881;p33"/>
            <p:cNvSpPr/>
            <p:nvPr/>
          </p:nvSpPr>
          <p:spPr>
            <a:xfrm>
              <a:off x="724201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2" name="Google Shape;12882;p33"/>
            <p:cNvSpPr/>
            <p:nvPr/>
          </p:nvSpPr>
          <p:spPr>
            <a:xfrm>
              <a:off x="968646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3" name="Google Shape;12883;p33"/>
            <p:cNvSpPr/>
            <p:nvPr/>
          </p:nvSpPr>
          <p:spPr>
            <a:xfrm>
              <a:off x="683461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4" name="Google Shape;12884;p33"/>
            <p:cNvSpPr/>
            <p:nvPr/>
          </p:nvSpPr>
          <p:spPr>
            <a:xfrm>
              <a:off x="948275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5" name="Google Shape;12885;p33"/>
            <p:cNvSpPr/>
            <p:nvPr/>
          </p:nvSpPr>
          <p:spPr>
            <a:xfrm>
              <a:off x="989016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6" name="Google Shape;12886;p33"/>
            <p:cNvSpPr/>
            <p:nvPr/>
          </p:nvSpPr>
          <p:spPr>
            <a:xfrm>
              <a:off x="601979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7" name="Google Shape;12887;p33"/>
            <p:cNvSpPr/>
            <p:nvPr/>
          </p:nvSpPr>
          <p:spPr>
            <a:xfrm>
              <a:off x="1029756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8" name="Google Shape;12888;p33"/>
            <p:cNvSpPr/>
            <p:nvPr/>
          </p:nvSpPr>
          <p:spPr>
            <a:xfrm>
              <a:off x="642720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9" name="Google Shape;12889;p33"/>
            <p:cNvSpPr/>
            <p:nvPr/>
          </p:nvSpPr>
          <p:spPr>
            <a:xfrm>
              <a:off x="622350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0" name="Google Shape;12890;p33"/>
            <p:cNvSpPr/>
            <p:nvPr/>
          </p:nvSpPr>
          <p:spPr>
            <a:xfrm>
              <a:off x="1050127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1" name="Google Shape;12891;p33"/>
            <p:cNvSpPr/>
            <p:nvPr/>
          </p:nvSpPr>
          <p:spPr>
            <a:xfrm>
              <a:off x="663091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2" name="Google Shape;12892;p33"/>
            <p:cNvSpPr/>
            <p:nvPr/>
          </p:nvSpPr>
          <p:spPr>
            <a:xfrm>
              <a:off x="561239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3" name="Google Shape;12893;p33"/>
            <p:cNvSpPr/>
            <p:nvPr/>
          </p:nvSpPr>
          <p:spPr>
            <a:xfrm>
              <a:off x="703830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4" name="Google Shape;12894;p33"/>
            <p:cNvSpPr/>
            <p:nvPr/>
          </p:nvSpPr>
          <p:spPr>
            <a:xfrm>
              <a:off x="581609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5" name="Google Shape;12895;p33"/>
            <p:cNvSpPr/>
            <p:nvPr/>
          </p:nvSpPr>
          <p:spPr>
            <a:xfrm>
              <a:off x="1009386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6" name="Google Shape;12896;p33"/>
            <p:cNvSpPr/>
            <p:nvPr/>
          </p:nvSpPr>
          <p:spPr>
            <a:xfrm>
              <a:off x="107049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7" name="Google Shape;12897;p33"/>
            <p:cNvSpPr/>
            <p:nvPr/>
          </p:nvSpPr>
          <p:spPr>
            <a:xfrm>
              <a:off x="520498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8" name="Google Shape;12898;p33"/>
            <p:cNvSpPr/>
            <p:nvPr/>
          </p:nvSpPr>
          <p:spPr>
            <a:xfrm>
              <a:off x="3982768" y="1292959"/>
              <a:ext cx="152785" cy="19054"/>
            </a:xfrm>
            <a:custGeom>
              <a:avLst/>
              <a:gdLst/>
              <a:ahLst/>
              <a:cxnLst/>
              <a:rect l="l" t="t" r="r" b="b"/>
              <a:pathLst>
                <a:path w="152785" h="19054" extrusionOk="0">
                  <a:moveTo>
                    <a:pt x="0" y="0"/>
                  </a:moveTo>
                  <a:lnTo>
                    <a:pt x="152785" y="0"/>
                  </a:lnTo>
                  <a:lnTo>
                    <a:pt x="152785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9" name="Google Shape;12899;p33"/>
            <p:cNvSpPr/>
            <p:nvPr/>
          </p:nvSpPr>
          <p:spPr>
            <a:xfrm>
              <a:off x="255684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0" name="Google Shape;12900;p33"/>
            <p:cNvSpPr/>
            <p:nvPr/>
          </p:nvSpPr>
          <p:spPr>
            <a:xfrm>
              <a:off x="418647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1" name="Google Shape;12901;p33"/>
            <p:cNvSpPr/>
            <p:nvPr/>
          </p:nvSpPr>
          <p:spPr>
            <a:xfrm>
              <a:off x="907534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2" name="Google Shape;12902;p33"/>
            <p:cNvSpPr/>
            <p:nvPr/>
          </p:nvSpPr>
          <p:spPr>
            <a:xfrm>
              <a:off x="459388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3" name="Google Shape;12903;p33"/>
            <p:cNvSpPr/>
            <p:nvPr/>
          </p:nvSpPr>
          <p:spPr>
            <a:xfrm>
              <a:off x="235313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4" name="Google Shape;12904;p33"/>
            <p:cNvSpPr/>
            <p:nvPr/>
          </p:nvSpPr>
          <p:spPr>
            <a:xfrm>
              <a:off x="439016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5" name="Google Shape;12905;p33"/>
            <p:cNvSpPr/>
            <p:nvPr/>
          </p:nvSpPr>
          <p:spPr>
            <a:xfrm>
              <a:off x="33716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6" name="Google Shape;12906;p33"/>
            <p:cNvSpPr/>
            <p:nvPr/>
          </p:nvSpPr>
          <p:spPr>
            <a:xfrm>
              <a:off x="479757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7" name="Google Shape;12907;p33"/>
            <p:cNvSpPr/>
            <p:nvPr/>
          </p:nvSpPr>
          <p:spPr>
            <a:xfrm>
              <a:off x="296425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8" name="Google Shape;12908;p33"/>
            <p:cNvSpPr/>
            <p:nvPr/>
          </p:nvSpPr>
          <p:spPr>
            <a:xfrm>
              <a:off x="357535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9" name="Google Shape;12909;p33"/>
            <p:cNvSpPr/>
            <p:nvPr/>
          </p:nvSpPr>
          <p:spPr>
            <a:xfrm>
              <a:off x="377906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0" name="Google Shape;12910;p33"/>
            <p:cNvSpPr/>
            <p:nvPr/>
          </p:nvSpPr>
          <p:spPr>
            <a:xfrm>
              <a:off x="927905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1" name="Google Shape;12911;p33"/>
            <p:cNvSpPr/>
            <p:nvPr/>
          </p:nvSpPr>
          <p:spPr>
            <a:xfrm>
              <a:off x="276055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2" name="Google Shape;12912;p33"/>
            <p:cNvSpPr/>
            <p:nvPr/>
          </p:nvSpPr>
          <p:spPr>
            <a:xfrm>
              <a:off x="316796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3" name="Google Shape;12913;p33"/>
            <p:cNvSpPr/>
            <p:nvPr/>
          </p:nvSpPr>
          <p:spPr>
            <a:xfrm>
              <a:off x="826054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4" name="Google Shape;12914;p33"/>
            <p:cNvSpPr/>
            <p:nvPr/>
          </p:nvSpPr>
          <p:spPr>
            <a:xfrm>
              <a:off x="133462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5" name="Google Shape;12915;p33"/>
            <p:cNvSpPr/>
            <p:nvPr/>
          </p:nvSpPr>
          <p:spPr>
            <a:xfrm>
              <a:off x="846423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6" name="Google Shape;12916;p33"/>
            <p:cNvSpPr/>
            <p:nvPr/>
          </p:nvSpPr>
          <p:spPr>
            <a:xfrm>
              <a:off x="1538331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7" name="Google Shape;12917;p33"/>
            <p:cNvSpPr/>
            <p:nvPr/>
          </p:nvSpPr>
          <p:spPr>
            <a:xfrm>
              <a:off x="2149447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8" name="Google Shape;12918;p33"/>
            <p:cNvSpPr/>
            <p:nvPr/>
          </p:nvSpPr>
          <p:spPr>
            <a:xfrm>
              <a:off x="7649424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9" name="Google Shape;12919;p33"/>
            <p:cNvSpPr/>
            <p:nvPr/>
          </p:nvSpPr>
          <p:spPr>
            <a:xfrm>
              <a:off x="7853130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0" name="Google Shape;12920;p33"/>
            <p:cNvSpPr/>
            <p:nvPr/>
          </p:nvSpPr>
          <p:spPr>
            <a:xfrm>
              <a:off x="8056835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1" name="Google Shape;12921;p33"/>
            <p:cNvSpPr/>
            <p:nvPr/>
          </p:nvSpPr>
          <p:spPr>
            <a:xfrm>
              <a:off x="194572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2" name="Google Shape;12922;p33"/>
            <p:cNvSpPr/>
            <p:nvPr/>
          </p:nvSpPr>
          <p:spPr>
            <a:xfrm>
              <a:off x="5001282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3" name="Google Shape;12923;p33"/>
            <p:cNvSpPr/>
            <p:nvPr/>
          </p:nvSpPr>
          <p:spPr>
            <a:xfrm>
              <a:off x="7445719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4" name="Google Shape;12924;p33"/>
            <p:cNvSpPr/>
            <p:nvPr/>
          </p:nvSpPr>
          <p:spPr>
            <a:xfrm>
              <a:off x="1742036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5" name="Google Shape;12925;p33"/>
            <p:cNvSpPr/>
            <p:nvPr/>
          </p:nvSpPr>
          <p:spPr>
            <a:xfrm>
              <a:off x="8871643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3" y="0"/>
                  </a:lnTo>
                  <a:lnTo>
                    <a:pt x="152773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6" name="Google Shape;12926;p33"/>
            <p:cNvSpPr/>
            <p:nvPr/>
          </p:nvSpPr>
          <p:spPr>
            <a:xfrm>
              <a:off x="8667938" y="1292959"/>
              <a:ext cx="152772" cy="19054"/>
            </a:xfrm>
            <a:custGeom>
              <a:avLst/>
              <a:gdLst/>
              <a:ahLst/>
              <a:cxnLst/>
              <a:rect l="l" t="t" r="r" b="b"/>
              <a:pathLst>
                <a:path w="152772" h="19054" extrusionOk="0">
                  <a:moveTo>
                    <a:pt x="0" y="0"/>
                  </a:moveTo>
                  <a:lnTo>
                    <a:pt x="152772" y="0"/>
                  </a:lnTo>
                  <a:lnTo>
                    <a:pt x="152772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7" name="Google Shape;12927;p33"/>
            <p:cNvSpPr/>
            <p:nvPr/>
          </p:nvSpPr>
          <p:spPr>
            <a:xfrm>
              <a:off x="10908670" y="1292959"/>
              <a:ext cx="76229" cy="19054"/>
            </a:xfrm>
            <a:custGeom>
              <a:avLst/>
              <a:gdLst/>
              <a:ahLst/>
              <a:cxnLst/>
              <a:rect l="l" t="t" r="r" b="b"/>
              <a:pathLst>
                <a:path w="76229" h="19054" extrusionOk="0">
                  <a:moveTo>
                    <a:pt x="0" y="0"/>
                  </a:moveTo>
                  <a:lnTo>
                    <a:pt x="76229" y="0"/>
                  </a:lnTo>
                  <a:lnTo>
                    <a:pt x="76229" y="19054"/>
                  </a:lnTo>
                  <a:lnTo>
                    <a:pt x="0" y="190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28" name="Google Shape;12928;p33"/>
          <p:cNvGrpSpPr/>
          <p:nvPr/>
        </p:nvGrpSpPr>
        <p:grpSpPr>
          <a:xfrm>
            <a:off x="-189264" y="-345844"/>
            <a:ext cx="10020518" cy="9539926"/>
            <a:chOff x="-265465" y="-345844"/>
            <a:chExt cx="10020518" cy="9539926"/>
          </a:xfrm>
        </p:grpSpPr>
        <p:sp>
          <p:nvSpPr>
            <p:cNvPr id="12929" name="Google Shape;12929;p33"/>
            <p:cNvSpPr/>
            <p:nvPr/>
          </p:nvSpPr>
          <p:spPr>
            <a:xfrm rot="-5400000">
              <a:off x="7775051" y="1730014"/>
              <a:ext cx="30334" cy="139095"/>
            </a:xfrm>
            <a:custGeom>
              <a:avLst/>
              <a:gdLst/>
              <a:ahLst/>
              <a:cxnLst/>
              <a:rect l="l" t="t" r="r" b="b"/>
              <a:pathLst>
                <a:path w="30334" h="139095" extrusionOk="0">
                  <a:moveTo>
                    <a:pt x="15167" y="139096"/>
                  </a:moveTo>
                  <a:cubicBezTo>
                    <a:pt x="6796" y="139096"/>
                    <a:pt x="0" y="132299"/>
                    <a:pt x="0" y="123928"/>
                  </a:cubicBezTo>
                  <a:lnTo>
                    <a:pt x="0" y="15167"/>
                  </a:lnTo>
                  <a:cubicBezTo>
                    <a:pt x="0" y="6796"/>
                    <a:pt x="6796" y="0"/>
                    <a:pt x="15167" y="0"/>
                  </a:cubicBezTo>
                  <a:cubicBezTo>
                    <a:pt x="23538" y="0"/>
                    <a:pt x="30334" y="6796"/>
                    <a:pt x="30334" y="15167"/>
                  </a:cubicBezTo>
                  <a:lnTo>
                    <a:pt x="30334" y="123928"/>
                  </a:lnTo>
                  <a:cubicBezTo>
                    <a:pt x="30334" y="132299"/>
                    <a:pt x="23538" y="139096"/>
                    <a:pt x="15167" y="1390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0" name="Google Shape;12930;p33"/>
            <p:cNvSpPr/>
            <p:nvPr/>
          </p:nvSpPr>
          <p:spPr>
            <a:xfrm rot="-5400000">
              <a:off x="7720666" y="1784400"/>
              <a:ext cx="139095" cy="30333"/>
            </a:xfrm>
            <a:custGeom>
              <a:avLst/>
              <a:gdLst/>
              <a:ahLst/>
              <a:cxnLst/>
              <a:rect l="l" t="t" r="r" b="b"/>
              <a:pathLst>
                <a:path w="139095" h="30333" extrusionOk="0">
                  <a:moveTo>
                    <a:pt x="123928" y="30334"/>
                  </a:moveTo>
                  <a:lnTo>
                    <a:pt x="15167" y="30334"/>
                  </a:lnTo>
                  <a:cubicBezTo>
                    <a:pt x="6796" y="30334"/>
                    <a:pt x="0" y="23538"/>
                    <a:pt x="0" y="15167"/>
                  </a:cubicBezTo>
                  <a:cubicBezTo>
                    <a:pt x="0" y="6796"/>
                    <a:pt x="6796" y="0"/>
                    <a:pt x="15167" y="0"/>
                  </a:cubicBezTo>
                  <a:lnTo>
                    <a:pt x="123928" y="0"/>
                  </a:lnTo>
                  <a:cubicBezTo>
                    <a:pt x="132299" y="0"/>
                    <a:pt x="139096" y="6796"/>
                    <a:pt x="139096" y="15167"/>
                  </a:cubicBezTo>
                  <a:cubicBezTo>
                    <a:pt x="139096" y="23538"/>
                    <a:pt x="132299" y="30334"/>
                    <a:pt x="123928" y="30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1" name="Google Shape;12931;p33"/>
            <p:cNvSpPr/>
            <p:nvPr/>
          </p:nvSpPr>
          <p:spPr>
            <a:xfrm rot="-5400000">
              <a:off x="8601981" y="4697686"/>
              <a:ext cx="30333" cy="139095"/>
            </a:xfrm>
            <a:custGeom>
              <a:avLst/>
              <a:gdLst/>
              <a:ahLst/>
              <a:cxnLst/>
              <a:rect l="l" t="t" r="r" b="b"/>
              <a:pathLst>
                <a:path w="30333" h="139095" extrusionOk="0">
                  <a:moveTo>
                    <a:pt x="15167" y="139096"/>
                  </a:moveTo>
                  <a:cubicBezTo>
                    <a:pt x="6796" y="139096"/>
                    <a:pt x="0" y="132299"/>
                    <a:pt x="0" y="123928"/>
                  </a:cubicBezTo>
                  <a:lnTo>
                    <a:pt x="0" y="15167"/>
                  </a:lnTo>
                  <a:cubicBezTo>
                    <a:pt x="0" y="6796"/>
                    <a:pt x="6796" y="0"/>
                    <a:pt x="15167" y="0"/>
                  </a:cubicBezTo>
                  <a:cubicBezTo>
                    <a:pt x="23538" y="0"/>
                    <a:pt x="30334" y="6796"/>
                    <a:pt x="30334" y="15167"/>
                  </a:cubicBezTo>
                  <a:lnTo>
                    <a:pt x="30334" y="123928"/>
                  </a:lnTo>
                  <a:cubicBezTo>
                    <a:pt x="30334" y="132299"/>
                    <a:pt x="23538" y="139096"/>
                    <a:pt x="15167" y="1390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2" name="Google Shape;12932;p33"/>
            <p:cNvSpPr/>
            <p:nvPr/>
          </p:nvSpPr>
          <p:spPr>
            <a:xfrm rot="-5400000">
              <a:off x="8547605" y="4752062"/>
              <a:ext cx="139095" cy="30334"/>
            </a:xfrm>
            <a:custGeom>
              <a:avLst/>
              <a:gdLst/>
              <a:ahLst/>
              <a:cxnLst/>
              <a:rect l="l" t="t" r="r" b="b"/>
              <a:pathLst>
                <a:path w="139095" h="30334" extrusionOk="0">
                  <a:moveTo>
                    <a:pt x="123928" y="30334"/>
                  </a:moveTo>
                  <a:lnTo>
                    <a:pt x="15167" y="30334"/>
                  </a:lnTo>
                  <a:cubicBezTo>
                    <a:pt x="6796" y="30334"/>
                    <a:pt x="0" y="23538"/>
                    <a:pt x="0" y="15167"/>
                  </a:cubicBezTo>
                  <a:cubicBezTo>
                    <a:pt x="0" y="6796"/>
                    <a:pt x="6796" y="0"/>
                    <a:pt x="15167" y="0"/>
                  </a:cubicBezTo>
                  <a:lnTo>
                    <a:pt x="123928" y="0"/>
                  </a:lnTo>
                  <a:cubicBezTo>
                    <a:pt x="132299" y="0"/>
                    <a:pt x="139096" y="6796"/>
                    <a:pt x="139096" y="15167"/>
                  </a:cubicBezTo>
                  <a:cubicBezTo>
                    <a:pt x="139096" y="23538"/>
                    <a:pt x="132299" y="30334"/>
                    <a:pt x="123928" y="30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3" name="Google Shape;12933;p33"/>
            <p:cNvSpPr/>
            <p:nvPr/>
          </p:nvSpPr>
          <p:spPr>
            <a:xfrm rot="-5400000">
              <a:off x="3470246" y="2989636"/>
              <a:ext cx="9539926" cy="2868966"/>
            </a:xfrm>
            <a:custGeom>
              <a:avLst/>
              <a:gdLst/>
              <a:ahLst/>
              <a:cxnLst/>
              <a:rect l="l" t="t" r="r" b="b"/>
              <a:pathLst>
                <a:path w="9539926" h="2868966" extrusionOk="0">
                  <a:moveTo>
                    <a:pt x="9311511" y="2868948"/>
                  </a:moveTo>
                  <a:cubicBezTo>
                    <a:pt x="9304670" y="2868948"/>
                    <a:pt x="9298369" y="2864205"/>
                    <a:pt x="9296749" y="2857184"/>
                  </a:cubicBezTo>
                  <a:cubicBezTo>
                    <a:pt x="9275236" y="2764129"/>
                    <a:pt x="9351206" y="2608940"/>
                    <a:pt x="9412144" y="2484247"/>
                  </a:cubicBezTo>
                  <a:cubicBezTo>
                    <a:pt x="9423125" y="2461780"/>
                    <a:pt x="9433477" y="2440627"/>
                    <a:pt x="9442388" y="2421509"/>
                  </a:cubicBezTo>
                  <a:cubicBezTo>
                    <a:pt x="9450759" y="2403614"/>
                    <a:pt x="9459130" y="2387034"/>
                    <a:pt x="9467321" y="2371003"/>
                  </a:cubicBezTo>
                  <a:cubicBezTo>
                    <a:pt x="9513767" y="2279083"/>
                    <a:pt x="9539421" y="2228460"/>
                    <a:pt x="9447789" y="2167351"/>
                  </a:cubicBezTo>
                  <a:cubicBezTo>
                    <a:pt x="9423936" y="2151473"/>
                    <a:pt x="9400172" y="2136900"/>
                    <a:pt x="9377219" y="2122813"/>
                  </a:cubicBezTo>
                  <a:cubicBezTo>
                    <a:pt x="9283337" y="2065233"/>
                    <a:pt x="9202326" y="2015510"/>
                    <a:pt x="9224559" y="1933797"/>
                  </a:cubicBezTo>
                  <a:cubicBezTo>
                    <a:pt x="9225640" y="1929918"/>
                    <a:pt x="9223929" y="1925021"/>
                    <a:pt x="9219519" y="1919243"/>
                  </a:cubicBezTo>
                  <a:cubicBezTo>
                    <a:pt x="9161551" y="1843372"/>
                    <a:pt x="8762727" y="1744052"/>
                    <a:pt x="8644641" y="1744052"/>
                  </a:cubicBezTo>
                  <a:cubicBezTo>
                    <a:pt x="8518867" y="1744052"/>
                    <a:pt x="8400979" y="1683438"/>
                    <a:pt x="8344658" y="1627127"/>
                  </a:cubicBezTo>
                  <a:cubicBezTo>
                    <a:pt x="8328546" y="1611006"/>
                    <a:pt x="8322875" y="1588953"/>
                    <a:pt x="8328700" y="1565028"/>
                  </a:cubicBezTo>
                  <a:cubicBezTo>
                    <a:pt x="8344469" y="1500174"/>
                    <a:pt x="8435147" y="1432665"/>
                    <a:pt x="8559687" y="1393042"/>
                  </a:cubicBezTo>
                  <a:cubicBezTo>
                    <a:pt x="8765697" y="1327496"/>
                    <a:pt x="9045076" y="1247250"/>
                    <a:pt x="9206107" y="1237196"/>
                  </a:cubicBezTo>
                  <a:cubicBezTo>
                    <a:pt x="9319432" y="1230121"/>
                    <a:pt x="9345536" y="1108290"/>
                    <a:pt x="9370829" y="990464"/>
                  </a:cubicBezTo>
                  <a:cubicBezTo>
                    <a:pt x="9380100" y="947241"/>
                    <a:pt x="9388831" y="906403"/>
                    <a:pt x="9401793" y="871874"/>
                  </a:cubicBezTo>
                  <a:cubicBezTo>
                    <a:pt x="9415204" y="835959"/>
                    <a:pt x="9412954" y="798721"/>
                    <a:pt x="9395132" y="761205"/>
                  </a:cubicBezTo>
                  <a:cubicBezTo>
                    <a:pt x="9362278" y="692408"/>
                    <a:pt x="9286037" y="640985"/>
                    <a:pt x="9242472" y="626439"/>
                  </a:cubicBezTo>
                  <a:cubicBezTo>
                    <a:pt x="9159391" y="598751"/>
                    <a:pt x="9119515" y="499585"/>
                    <a:pt x="9135808" y="361201"/>
                  </a:cubicBezTo>
                  <a:cubicBezTo>
                    <a:pt x="9150570" y="235725"/>
                    <a:pt x="8949951" y="71120"/>
                    <a:pt x="8841343" y="40093"/>
                  </a:cubicBezTo>
                  <a:cubicBezTo>
                    <a:pt x="8730520" y="8417"/>
                    <a:pt x="8452789" y="59148"/>
                    <a:pt x="8387900" y="102408"/>
                  </a:cubicBezTo>
                  <a:cubicBezTo>
                    <a:pt x="8383399" y="105405"/>
                    <a:pt x="8378629" y="108691"/>
                    <a:pt x="8373507" y="112201"/>
                  </a:cubicBezTo>
                  <a:cubicBezTo>
                    <a:pt x="8297726" y="164210"/>
                    <a:pt x="8140043" y="272395"/>
                    <a:pt x="7735836" y="249559"/>
                  </a:cubicBezTo>
                  <a:cubicBezTo>
                    <a:pt x="7457052" y="233780"/>
                    <a:pt x="7221014" y="149061"/>
                    <a:pt x="7064816" y="93011"/>
                  </a:cubicBezTo>
                  <a:cubicBezTo>
                    <a:pt x="6983328" y="63766"/>
                    <a:pt x="6918970" y="40669"/>
                    <a:pt x="6885000" y="40669"/>
                  </a:cubicBezTo>
                  <a:cubicBezTo>
                    <a:pt x="6785077" y="40669"/>
                    <a:pt x="6511136" y="197424"/>
                    <a:pt x="6461143" y="320471"/>
                  </a:cubicBezTo>
                  <a:cubicBezTo>
                    <a:pt x="6419621" y="422688"/>
                    <a:pt x="6442132" y="509315"/>
                    <a:pt x="6534151" y="601325"/>
                  </a:cubicBezTo>
                  <a:cubicBezTo>
                    <a:pt x="6560444" y="627618"/>
                    <a:pt x="6571678" y="664910"/>
                    <a:pt x="6566646" y="709159"/>
                  </a:cubicBezTo>
                  <a:cubicBezTo>
                    <a:pt x="6555403" y="807849"/>
                    <a:pt x="6465905" y="923010"/>
                    <a:pt x="6338628" y="1002553"/>
                  </a:cubicBezTo>
                  <a:cubicBezTo>
                    <a:pt x="6105083" y="1148516"/>
                    <a:pt x="5801770" y="1178076"/>
                    <a:pt x="5411380" y="1092898"/>
                  </a:cubicBezTo>
                  <a:cubicBezTo>
                    <a:pt x="4973455" y="997359"/>
                    <a:pt x="4174150" y="1054418"/>
                    <a:pt x="3987096" y="1241462"/>
                  </a:cubicBezTo>
                  <a:cubicBezTo>
                    <a:pt x="3874968" y="1353581"/>
                    <a:pt x="3680057" y="1408776"/>
                    <a:pt x="3508098" y="1457464"/>
                  </a:cubicBezTo>
                  <a:cubicBezTo>
                    <a:pt x="3385502" y="1492181"/>
                    <a:pt x="3269702" y="1524973"/>
                    <a:pt x="3223778" y="1570897"/>
                  </a:cubicBezTo>
                  <a:cubicBezTo>
                    <a:pt x="3174370" y="1620304"/>
                    <a:pt x="3191158" y="1689271"/>
                    <a:pt x="3208935" y="1762298"/>
                  </a:cubicBezTo>
                  <a:cubicBezTo>
                    <a:pt x="3227829" y="1839924"/>
                    <a:pt x="3247370" y="1920188"/>
                    <a:pt x="3172885" y="1966742"/>
                  </a:cubicBezTo>
                  <a:cubicBezTo>
                    <a:pt x="3098292" y="2013359"/>
                    <a:pt x="3027903" y="2069175"/>
                    <a:pt x="2971349" y="2114019"/>
                  </a:cubicBezTo>
                  <a:cubicBezTo>
                    <a:pt x="2930330" y="2146541"/>
                    <a:pt x="2894902" y="2174633"/>
                    <a:pt x="2867556" y="2191726"/>
                  </a:cubicBezTo>
                  <a:cubicBezTo>
                    <a:pt x="2796672" y="2236039"/>
                    <a:pt x="2604119" y="2249118"/>
                    <a:pt x="2486005" y="2217632"/>
                  </a:cubicBezTo>
                  <a:cubicBezTo>
                    <a:pt x="2425517" y="2201501"/>
                    <a:pt x="2371852" y="2204670"/>
                    <a:pt x="2332643" y="2206965"/>
                  </a:cubicBezTo>
                  <a:cubicBezTo>
                    <a:pt x="2290859" y="2209431"/>
                    <a:pt x="2260634" y="2211214"/>
                    <a:pt x="2248752" y="2186703"/>
                  </a:cubicBezTo>
                  <a:cubicBezTo>
                    <a:pt x="2239373" y="2167360"/>
                    <a:pt x="2242109" y="2120266"/>
                    <a:pt x="2265647" y="2071092"/>
                  </a:cubicBezTo>
                  <a:cubicBezTo>
                    <a:pt x="2287556" y="2025303"/>
                    <a:pt x="2344570" y="1943834"/>
                    <a:pt x="2480244" y="1912528"/>
                  </a:cubicBezTo>
                  <a:cubicBezTo>
                    <a:pt x="2651366" y="1873039"/>
                    <a:pt x="2738119" y="1787618"/>
                    <a:pt x="2738119" y="1658622"/>
                  </a:cubicBezTo>
                  <a:cubicBezTo>
                    <a:pt x="2738119" y="1649171"/>
                    <a:pt x="2732691" y="1639927"/>
                    <a:pt x="2721521" y="1630350"/>
                  </a:cubicBezTo>
                  <a:cubicBezTo>
                    <a:pt x="2632355" y="1553902"/>
                    <a:pt x="2265431" y="1529725"/>
                    <a:pt x="2179353" y="1543029"/>
                  </a:cubicBezTo>
                  <a:cubicBezTo>
                    <a:pt x="2079116" y="1558529"/>
                    <a:pt x="1985728" y="1637595"/>
                    <a:pt x="1948761" y="1704141"/>
                  </a:cubicBezTo>
                  <a:cubicBezTo>
                    <a:pt x="1904727" y="1783396"/>
                    <a:pt x="1578209" y="1960414"/>
                    <a:pt x="1304627" y="2032828"/>
                  </a:cubicBezTo>
                  <a:cubicBezTo>
                    <a:pt x="1141418" y="2076025"/>
                    <a:pt x="1010306" y="2195300"/>
                    <a:pt x="894623" y="2300532"/>
                  </a:cubicBezTo>
                  <a:cubicBezTo>
                    <a:pt x="818563" y="2369725"/>
                    <a:pt x="746725" y="2435082"/>
                    <a:pt x="673014" y="2473535"/>
                  </a:cubicBezTo>
                  <a:cubicBezTo>
                    <a:pt x="480137" y="2574115"/>
                    <a:pt x="56820" y="2398015"/>
                    <a:pt x="9195" y="2377610"/>
                  </a:cubicBezTo>
                  <a:cubicBezTo>
                    <a:pt x="1490" y="2374306"/>
                    <a:pt x="-2066" y="2365386"/>
                    <a:pt x="1229" y="2357699"/>
                  </a:cubicBezTo>
                  <a:cubicBezTo>
                    <a:pt x="4523" y="2349994"/>
                    <a:pt x="13425" y="2346438"/>
                    <a:pt x="21139" y="2349733"/>
                  </a:cubicBezTo>
                  <a:cubicBezTo>
                    <a:pt x="67424" y="2369572"/>
                    <a:pt x="478489" y="2540810"/>
                    <a:pt x="658981" y="2446649"/>
                  </a:cubicBezTo>
                  <a:cubicBezTo>
                    <a:pt x="729208" y="2410005"/>
                    <a:pt x="799643" y="2345935"/>
                    <a:pt x="874208" y="2278101"/>
                  </a:cubicBezTo>
                  <a:cubicBezTo>
                    <a:pt x="992466" y="2170529"/>
                    <a:pt x="1126485" y="2048607"/>
                    <a:pt x="1296868" y="2003511"/>
                  </a:cubicBezTo>
                  <a:cubicBezTo>
                    <a:pt x="1569451" y="1931358"/>
                    <a:pt x="1885851" y="1754935"/>
                    <a:pt x="1922252" y="1689415"/>
                  </a:cubicBezTo>
                  <a:cubicBezTo>
                    <a:pt x="1963729" y="1614760"/>
                    <a:pt x="2063769" y="1530211"/>
                    <a:pt x="2174726" y="1513055"/>
                  </a:cubicBezTo>
                  <a:cubicBezTo>
                    <a:pt x="2269491" y="1498410"/>
                    <a:pt x="2642419" y="1522578"/>
                    <a:pt x="2741270" y="1607324"/>
                  </a:cubicBezTo>
                  <a:cubicBezTo>
                    <a:pt x="2759317" y="1622789"/>
                    <a:pt x="2768462" y="1640044"/>
                    <a:pt x="2768462" y="1658622"/>
                  </a:cubicBezTo>
                  <a:cubicBezTo>
                    <a:pt x="2768462" y="1803631"/>
                    <a:pt x="2673788" y="1898999"/>
                    <a:pt x="2487076" y="1942087"/>
                  </a:cubicBezTo>
                  <a:cubicBezTo>
                    <a:pt x="2369953" y="1969109"/>
                    <a:pt x="2316900" y="2034278"/>
                    <a:pt x="2293011" y="2084180"/>
                  </a:cubicBezTo>
                  <a:cubicBezTo>
                    <a:pt x="2270454" y="2131319"/>
                    <a:pt x="2272731" y="2166613"/>
                    <a:pt x="2276062" y="2173463"/>
                  </a:cubicBezTo>
                  <a:cubicBezTo>
                    <a:pt x="2279095" y="2179728"/>
                    <a:pt x="2307800" y="2178027"/>
                    <a:pt x="2330879" y="2176676"/>
                  </a:cubicBezTo>
                  <a:cubicBezTo>
                    <a:pt x="2372113" y="2174246"/>
                    <a:pt x="2428632" y="2170915"/>
                    <a:pt x="2493836" y="2188306"/>
                  </a:cubicBezTo>
                  <a:cubicBezTo>
                    <a:pt x="2613291" y="2220152"/>
                    <a:pt x="2793332" y="2202366"/>
                    <a:pt x="2851498" y="2166001"/>
                  </a:cubicBezTo>
                  <a:cubicBezTo>
                    <a:pt x="2877404" y="2149808"/>
                    <a:pt x="2912211" y="2122210"/>
                    <a:pt x="2952518" y="2090247"/>
                  </a:cubicBezTo>
                  <a:cubicBezTo>
                    <a:pt x="3009667" y="2044935"/>
                    <a:pt x="3080794" y="1988534"/>
                    <a:pt x="3156827" y="1941016"/>
                  </a:cubicBezTo>
                  <a:cubicBezTo>
                    <a:pt x="3212734" y="1906074"/>
                    <a:pt x="3197323" y="1842769"/>
                    <a:pt x="3179474" y="1769472"/>
                  </a:cubicBezTo>
                  <a:cubicBezTo>
                    <a:pt x="3161382" y="1695149"/>
                    <a:pt x="3140868" y="1610916"/>
                    <a:pt x="3202337" y="1549447"/>
                  </a:cubicBezTo>
                  <a:cubicBezTo>
                    <a:pt x="3253842" y="1497942"/>
                    <a:pt x="3367842" y="1465664"/>
                    <a:pt x="3499844" y="1428282"/>
                  </a:cubicBezTo>
                  <a:cubicBezTo>
                    <a:pt x="3668247" y="1380594"/>
                    <a:pt x="3859117" y="1326551"/>
                    <a:pt x="3965655" y="1220013"/>
                  </a:cubicBezTo>
                  <a:cubicBezTo>
                    <a:pt x="4162232" y="1023454"/>
                    <a:pt x="4963364" y="964109"/>
                    <a:pt x="5417852" y="1063257"/>
                  </a:cubicBezTo>
                  <a:cubicBezTo>
                    <a:pt x="5800141" y="1146653"/>
                    <a:pt x="6096064" y="1118389"/>
                    <a:pt x="6322552" y="976828"/>
                  </a:cubicBezTo>
                  <a:cubicBezTo>
                    <a:pt x="6442295" y="901992"/>
                    <a:pt x="6526275" y="795580"/>
                    <a:pt x="6536510" y="705721"/>
                  </a:cubicBezTo>
                  <a:cubicBezTo>
                    <a:pt x="6540461" y="670986"/>
                    <a:pt x="6532243" y="642299"/>
                    <a:pt x="6512711" y="622775"/>
                  </a:cubicBezTo>
                  <a:cubicBezTo>
                    <a:pt x="6449487" y="559560"/>
                    <a:pt x="6372445" y="458252"/>
                    <a:pt x="6433050" y="309057"/>
                  </a:cubicBezTo>
                  <a:cubicBezTo>
                    <a:pt x="6487660" y="174625"/>
                    <a:pt x="6775734" y="10335"/>
                    <a:pt x="6885008" y="10335"/>
                  </a:cubicBezTo>
                  <a:cubicBezTo>
                    <a:pt x="6924254" y="10335"/>
                    <a:pt x="6987523" y="33036"/>
                    <a:pt x="7075078" y="64468"/>
                  </a:cubicBezTo>
                  <a:cubicBezTo>
                    <a:pt x="7229619" y="119933"/>
                    <a:pt x="7463164" y="203743"/>
                    <a:pt x="7737565" y="219279"/>
                  </a:cubicBezTo>
                  <a:cubicBezTo>
                    <a:pt x="8131411" y="241593"/>
                    <a:pt x="8277744" y="141149"/>
                    <a:pt x="8356351" y="87196"/>
                  </a:cubicBezTo>
                  <a:cubicBezTo>
                    <a:pt x="8361589" y="83605"/>
                    <a:pt x="8366486" y="80247"/>
                    <a:pt x="8371086" y="77178"/>
                  </a:cubicBezTo>
                  <a:cubicBezTo>
                    <a:pt x="8450152" y="24467"/>
                    <a:pt x="8735093" y="-21808"/>
                    <a:pt x="8849687" y="10938"/>
                  </a:cubicBezTo>
                  <a:cubicBezTo>
                    <a:pt x="8968206" y="44801"/>
                    <a:pt x="9183244" y="217506"/>
                    <a:pt x="9165872" y="364757"/>
                  </a:cubicBezTo>
                  <a:cubicBezTo>
                    <a:pt x="9151470" y="487794"/>
                    <a:pt x="9183604" y="574871"/>
                    <a:pt x="9252013" y="597680"/>
                  </a:cubicBezTo>
                  <a:cubicBezTo>
                    <a:pt x="9297379" y="612793"/>
                    <a:pt x="9383791" y="667016"/>
                    <a:pt x="9422496" y="748162"/>
                  </a:cubicBezTo>
                  <a:cubicBezTo>
                    <a:pt x="9444099" y="793402"/>
                    <a:pt x="9446708" y="838615"/>
                    <a:pt x="9430236" y="882540"/>
                  </a:cubicBezTo>
                  <a:cubicBezTo>
                    <a:pt x="9417995" y="914981"/>
                    <a:pt x="9409534" y="954748"/>
                    <a:pt x="9400443" y="996847"/>
                  </a:cubicBezTo>
                  <a:cubicBezTo>
                    <a:pt x="9374159" y="1119713"/>
                    <a:pt x="9344275" y="1258979"/>
                    <a:pt x="9207997" y="1267494"/>
                  </a:cubicBezTo>
                  <a:cubicBezTo>
                    <a:pt x="9050117" y="1277359"/>
                    <a:pt x="8773286" y="1356948"/>
                    <a:pt x="8568895" y="1421972"/>
                  </a:cubicBezTo>
                  <a:cubicBezTo>
                    <a:pt x="8439198" y="1463243"/>
                    <a:pt x="8368745" y="1528789"/>
                    <a:pt x="8358178" y="1572229"/>
                  </a:cubicBezTo>
                  <a:cubicBezTo>
                    <a:pt x="8354821" y="1586055"/>
                    <a:pt x="8357413" y="1597009"/>
                    <a:pt x="8366117" y="1605704"/>
                  </a:cubicBezTo>
                  <a:cubicBezTo>
                    <a:pt x="8403480" y="1643077"/>
                    <a:pt x="8509794" y="1713745"/>
                    <a:pt x="8644650" y="1713745"/>
                  </a:cubicBezTo>
                  <a:cubicBezTo>
                    <a:pt x="8758802" y="1713745"/>
                    <a:pt x="9175053" y="1811021"/>
                    <a:pt x="9243642" y="1900862"/>
                  </a:cubicBezTo>
                  <a:cubicBezTo>
                    <a:pt x="9256694" y="1917919"/>
                    <a:pt x="9256424" y="1932546"/>
                    <a:pt x="9253813" y="1941817"/>
                  </a:cubicBezTo>
                  <a:cubicBezTo>
                    <a:pt x="9238331" y="1998696"/>
                    <a:pt x="9296659" y="2037833"/>
                    <a:pt x="9393062" y="2096989"/>
                  </a:cubicBezTo>
                  <a:cubicBezTo>
                    <a:pt x="9416285" y="2111229"/>
                    <a:pt x="9440318" y="2125955"/>
                    <a:pt x="9464621" y="2142148"/>
                  </a:cubicBezTo>
                  <a:cubicBezTo>
                    <a:pt x="9578666" y="2218181"/>
                    <a:pt x="9541401" y="2291675"/>
                    <a:pt x="9494325" y="2384729"/>
                  </a:cubicBezTo>
                  <a:cubicBezTo>
                    <a:pt x="9486314" y="2400563"/>
                    <a:pt x="9478032" y="2416918"/>
                    <a:pt x="9469931" y="2434362"/>
                  </a:cubicBezTo>
                  <a:cubicBezTo>
                    <a:pt x="9460930" y="2453634"/>
                    <a:pt x="9450489" y="2474957"/>
                    <a:pt x="9439418" y="2497595"/>
                  </a:cubicBezTo>
                  <a:cubicBezTo>
                    <a:pt x="9383700" y="2611631"/>
                    <a:pt x="9307281" y="2767811"/>
                    <a:pt x="9326362" y="2850388"/>
                  </a:cubicBezTo>
                  <a:cubicBezTo>
                    <a:pt x="9328253" y="2858543"/>
                    <a:pt x="9323122" y="2866689"/>
                    <a:pt x="9314932" y="2868570"/>
                  </a:cubicBezTo>
                  <a:cubicBezTo>
                    <a:pt x="9313851" y="2868840"/>
                    <a:pt x="9312681" y="2868966"/>
                    <a:pt x="9311511" y="2868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4" name="Google Shape;12934;p33"/>
            <p:cNvSpPr/>
            <p:nvPr/>
          </p:nvSpPr>
          <p:spPr>
            <a:xfrm rot="-5400000">
              <a:off x="7762091" y="4549580"/>
              <a:ext cx="3187870" cy="798055"/>
            </a:xfrm>
            <a:custGeom>
              <a:avLst/>
              <a:gdLst/>
              <a:ahLst/>
              <a:cxnLst/>
              <a:rect l="l" t="t" r="r" b="b"/>
              <a:pathLst>
                <a:path w="3187870" h="798055" extrusionOk="0">
                  <a:moveTo>
                    <a:pt x="3148764" y="798020"/>
                  </a:moveTo>
                  <a:cubicBezTo>
                    <a:pt x="3140393" y="798020"/>
                    <a:pt x="3133597" y="791233"/>
                    <a:pt x="3133597" y="782853"/>
                  </a:cubicBezTo>
                  <a:cubicBezTo>
                    <a:pt x="3133597" y="778056"/>
                    <a:pt x="3135829" y="773771"/>
                    <a:pt x="3139312" y="770990"/>
                  </a:cubicBezTo>
                  <a:cubicBezTo>
                    <a:pt x="3141248" y="759153"/>
                    <a:pt x="3138457" y="723382"/>
                    <a:pt x="3135973" y="691527"/>
                  </a:cubicBezTo>
                  <a:cubicBezTo>
                    <a:pt x="3129348" y="606349"/>
                    <a:pt x="3120257" y="489703"/>
                    <a:pt x="3151068" y="422968"/>
                  </a:cubicBezTo>
                  <a:cubicBezTo>
                    <a:pt x="3158476" y="406919"/>
                    <a:pt x="3159502" y="392922"/>
                    <a:pt x="3154191" y="380176"/>
                  </a:cubicBezTo>
                  <a:cubicBezTo>
                    <a:pt x="3137854" y="340940"/>
                    <a:pt x="3063190" y="313730"/>
                    <a:pt x="2997319" y="289732"/>
                  </a:cubicBezTo>
                  <a:cubicBezTo>
                    <a:pt x="2968560" y="279255"/>
                    <a:pt x="2941395" y="269354"/>
                    <a:pt x="2917433" y="258291"/>
                  </a:cubicBezTo>
                  <a:cubicBezTo>
                    <a:pt x="2814325" y="210702"/>
                    <a:pt x="2430091" y="180431"/>
                    <a:pt x="2324354" y="203105"/>
                  </a:cubicBezTo>
                  <a:cubicBezTo>
                    <a:pt x="2273741" y="213951"/>
                    <a:pt x="2213550" y="242161"/>
                    <a:pt x="2143854" y="274817"/>
                  </a:cubicBezTo>
                  <a:cubicBezTo>
                    <a:pt x="2061394" y="313460"/>
                    <a:pt x="1967935" y="357250"/>
                    <a:pt x="1859254" y="387683"/>
                  </a:cubicBezTo>
                  <a:cubicBezTo>
                    <a:pt x="1688574" y="435462"/>
                    <a:pt x="1494608" y="350409"/>
                    <a:pt x="1378699" y="299598"/>
                  </a:cubicBezTo>
                  <a:cubicBezTo>
                    <a:pt x="1355143" y="289264"/>
                    <a:pt x="1334801" y="280353"/>
                    <a:pt x="1319679" y="274854"/>
                  </a:cubicBezTo>
                  <a:cubicBezTo>
                    <a:pt x="1230009" y="242242"/>
                    <a:pt x="1194409" y="163464"/>
                    <a:pt x="1156721" y="80059"/>
                  </a:cubicBezTo>
                  <a:lnTo>
                    <a:pt x="1150357" y="65999"/>
                  </a:lnTo>
                  <a:cubicBezTo>
                    <a:pt x="1118583" y="-3895"/>
                    <a:pt x="842049" y="25710"/>
                    <a:pt x="519537" y="169990"/>
                  </a:cubicBezTo>
                  <a:cubicBezTo>
                    <a:pt x="222975" y="302667"/>
                    <a:pt x="30799" y="704930"/>
                    <a:pt x="28891" y="708980"/>
                  </a:cubicBezTo>
                  <a:cubicBezTo>
                    <a:pt x="25327" y="716559"/>
                    <a:pt x="16307" y="719791"/>
                    <a:pt x="8710" y="716253"/>
                  </a:cubicBezTo>
                  <a:cubicBezTo>
                    <a:pt x="1132" y="712689"/>
                    <a:pt x="-2118" y="703652"/>
                    <a:pt x="1446" y="696073"/>
                  </a:cubicBezTo>
                  <a:cubicBezTo>
                    <a:pt x="9422" y="679123"/>
                    <a:pt x="200211" y="279615"/>
                    <a:pt x="507142" y="142311"/>
                  </a:cubicBezTo>
                  <a:cubicBezTo>
                    <a:pt x="791390" y="15160"/>
                    <a:pt x="1128692" y="-54977"/>
                    <a:pt x="1177964" y="53460"/>
                  </a:cubicBezTo>
                  <a:lnTo>
                    <a:pt x="1184355" y="67583"/>
                  </a:lnTo>
                  <a:cubicBezTo>
                    <a:pt x="1220855" y="148360"/>
                    <a:pt x="1252386" y="218128"/>
                    <a:pt x="1330039" y="246365"/>
                  </a:cubicBezTo>
                  <a:cubicBezTo>
                    <a:pt x="1346079" y="252206"/>
                    <a:pt x="1366836" y="261306"/>
                    <a:pt x="1390878" y="271838"/>
                  </a:cubicBezTo>
                  <a:cubicBezTo>
                    <a:pt x="1503069" y="321029"/>
                    <a:pt x="1690806" y="403372"/>
                    <a:pt x="1851063" y="358492"/>
                  </a:cubicBezTo>
                  <a:cubicBezTo>
                    <a:pt x="1957331" y="328744"/>
                    <a:pt x="2049584" y="285520"/>
                    <a:pt x="2130973" y="247373"/>
                  </a:cubicBezTo>
                  <a:cubicBezTo>
                    <a:pt x="2202352" y="213933"/>
                    <a:pt x="2264002" y="185039"/>
                    <a:pt x="2317991" y="173473"/>
                  </a:cubicBezTo>
                  <a:cubicBezTo>
                    <a:pt x="2429848" y="149494"/>
                    <a:pt x="2820733" y="180287"/>
                    <a:pt x="2930143" y="230784"/>
                  </a:cubicBezTo>
                  <a:cubicBezTo>
                    <a:pt x="2952952" y="241315"/>
                    <a:pt x="2979541" y="251000"/>
                    <a:pt x="3007697" y="261262"/>
                  </a:cubicBezTo>
                  <a:cubicBezTo>
                    <a:pt x="3082938" y="288670"/>
                    <a:pt x="3160744" y="317024"/>
                    <a:pt x="3182194" y="368547"/>
                  </a:cubicBezTo>
                  <a:cubicBezTo>
                    <a:pt x="3190817" y="389267"/>
                    <a:pt x="3189611" y="411860"/>
                    <a:pt x="3178603" y="435714"/>
                  </a:cubicBezTo>
                  <a:cubicBezTo>
                    <a:pt x="3151113" y="495274"/>
                    <a:pt x="3160204" y="611975"/>
                    <a:pt x="3166217" y="689205"/>
                  </a:cubicBezTo>
                  <a:cubicBezTo>
                    <a:pt x="3171482" y="756858"/>
                    <a:pt x="3172779" y="780810"/>
                    <a:pt x="3162428" y="792007"/>
                  </a:cubicBezTo>
                  <a:cubicBezTo>
                    <a:pt x="3158818" y="795905"/>
                    <a:pt x="3153966" y="798056"/>
                    <a:pt x="3148764" y="7980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5" name="Google Shape;12935;p33"/>
            <p:cNvSpPr/>
            <p:nvPr/>
          </p:nvSpPr>
          <p:spPr>
            <a:xfrm rot="-5400000">
              <a:off x="8717011" y="102725"/>
              <a:ext cx="1148547" cy="766814"/>
            </a:xfrm>
            <a:custGeom>
              <a:avLst/>
              <a:gdLst/>
              <a:ahLst/>
              <a:cxnLst/>
              <a:rect l="l" t="t" r="r" b="b"/>
              <a:pathLst>
                <a:path w="1148547" h="766814" extrusionOk="0">
                  <a:moveTo>
                    <a:pt x="141412" y="766797"/>
                  </a:moveTo>
                  <a:cubicBezTo>
                    <a:pt x="136299" y="766797"/>
                    <a:pt x="131313" y="764205"/>
                    <a:pt x="128450" y="759524"/>
                  </a:cubicBezTo>
                  <a:cubicBezTo>
                    <a:pt x="121222" y="747678"/>
                    <a:pt x="-47766" y="468192"/>
                    <a:pt x="13262" y="358350"/>
                  </a:cubicBezTo>
                  <a:cubicBezTo>
                    <a:pt x="30805" y="326765"/>
                    <a:pt x="190801" y="48575"/>
                    <a:pt x="402644" y="6206"/>
                  </a:cubicBezTo>
                  <a:cubicBezTo>
                    <a:pt x="531415" y="-19519"/>
                    <a:pt x="736336" y="40528"/>
                    <a:pt x="871975" y="80286"/>
                  </a:cubicBezTo>
                  <a:cubicBezTo>
                    <a:pt x="921841" y="94913"/>
                    <a:pt x="961177" y="106461"/>
                    <a:pt x="982149" y="109450"/>
                  </a:cubicBezTo>
                  <a:cubicBezTo>
                    <a:pt x="1036787" y="117254"/>
                    <a:pt x="1109786" y="160748"/>
                    <a:pt x="1137329" y="220002"/>
                  </a:cubicBezTo>
                  <a:cubicBezTo>
                    <a:pt x="1154252" y="256484"/>
                    <a:pt x="1152002" y="293758"/>
                    <a:pt x="1130758" y="327800"/>
                  </a:cubicBezTo>
                  <a:cubicBezTo>
                    <a:pt x="1107986" y="364246"/>
                    <a:pt x="1083143" y="383959"/>
                    <a:pt x="1061269" y="401358"/>
                  </a:cubicBezTo>
                  <a:cubicBezTo>
                    <a:pt x="1025355" y="429928"/>
                    <a:pt x="997001" y="452494"/>
                    <a:pt x="983499" y="540336"/>
                  </a:cubicBezTo>
                  <a:cubicBezTo>
                    <a:pt x="959556" y="696210"/>
                    <a:pt x="761224" y="766797"/>
                    <a:pt x="704310" y="766797"/>
                  </a:cubicBezTo>
                  <a:cubicBezTo>
                    <a:pt x="695939" y="766797"/>
                    <a:pt x="689142" y="760010"/>
                    <a:pt x="689142" y="751630"/>
                  </a:cubicBezTo>
                  <a:cubicBezTo>
                    <a:pt x="689142" y="743250"/>
                    <a:pt x="695939" y="736463"/>
                    <a:pt x="704310" y="736463"/>
                  </a:cubicBezTo>
                  <a:cubicBezTo>
                    <a:pt x="749091" y="736463"/>
                    <a:pt x="932193" y="674220"/>
                    <a:pt x="953526" y="535728"/>
                  </a:cubicBezTo>
                  <a:cubicBezTo>
                    <a:pt x="968828" y="436157"/>
                    <a:pt x="1004562" y="407731"/>
                    <a:pt x="1042457" y="377631"/>
                  </a:cubicBezTo>
                  <a:cubicBezTo>
                    <a:pt x="1063340" y="360979"/>
                    <a:pt x="1084943" y="343759"/>
                    <a:pt x="1105015" y="311724"/>
                  </a:cubicBezTo>
                  <a:cubicBezTo>
                    <a:pt x="1120768" y="286458"/>
                    <a:pt x="1122388" y="259904"/>
                    <a:pt x="1109786" y="232802"/>
                  </a:cubicBezTo>
                  <a:cubicBezTo>
                    <a:pt x="1086923" y="183538"/>
                    <a:pt x="1023464" y="146013"/>
                    <a:pt x="977829" y="139496"/>
                  </a:cubicBezTo>
                  <a:cubicBezTo>
                    <a:pt x="954785" y="136192"/>
                    <a:pt x="914460" y="124374"/>
                    <a:pt x="863423" y="109414"/>
                  </a:cubicBezTo>
                  <a:cubicBezTo>
                    <a:pt x="730647" y="70493"/>
                    <a:pt x="530065" y="11679"/>
                    <a:pt x="408585" y="35973"/>
                  </a:cubicBezTo>
                  <a:cubicBezTo>
                    <a:pt x="247392" y="68206"/>
                    <a:pt x="100915" y="263055"/>
                    <a:pt x="39770" y="373103"/>
                  </a:cubicBezTo>
                  <a:cubicBezTo>
                    <a:pt x="-3796" y="451531"/>
                    <a:pt x="107702" y="667244"/>
                    <a:pt x="154338" y="743745"/>
                  </a:cubicBezTo>
                  <a:cubicBezTo>
                    <a:pt x="158703" y="750901"/>
                    <a:pt x="156435" y="760235"/>
                    <a:pt x="149279" y="764592"/>
                  </a:cubicBezTo>
                  <a:cubicBezTo>
                    <a:pt x="146812" y="766095"/>
                    <a:pt x="144085" y="766815"/>
                    <a:pt x="141394" y="7668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6" name="Google Shape;12936;p33"/>
            <p:cNvSpPr/>
            <p:nvPr/>
          </p:nvSpPr>
          <p:spPr>
            <a:xfrm rot="-5400000">
              <a:off x="6609055" y="1194020"/>
              <a:ext cx="2497426" cy="1243349"/>
            </a:xfrm>
            <a:custGeom>
              <a:avLst/>
              <a:gdLst/>
              <a:ahLst/>
              <a:cxnLst/>
              <a:rect l="l" t="t" r="r" b="b"/>
              <a:pathLst>
                <a:path w="2497426" h="1243349" extrusionOk="0">
                  <a:moveTo>
                    <a:pt x="465164" y="1243331"/>
                  </a:moveTo>
                  <a:cubicBezTo>
                    <a:pt x="396719" y="1243331"/>
                    <a:pt x="368968" y="1224456"/>
                    <a:pt x="337941" y="1203348"/>
                  </a:cubicBezTo>
                  <a:cubicBezTo>
                    <a:pt x="322072" y="1192556"/>
                    <a:pt x="305671" y="1181394"/>
                    <a:pt x="281575" y="1171358"/>
                  </a:cubicBezTo>
                  <a:cubicBezTo>
                    <a:pt x="247704" y="1157244"/>
                    <a:pt x="201014" y="1152266"/>
                    <a:pt x="155865" y="1147451"/>
                  </a:cubicBezTo>
                  <a:cubicBezTo>
                    <a:pt x="85799" y="1139980"/>
                    <a:pt x="19623" y="1132923"/>
                    <a:pt x="3439" y="1089771"/>
                  </a:cubicBezTo>
                  <a:cubicBezTo>
                    <a:pt x="-15256" y="1039923"/>
                    <a:pt x="44871" y="1016582"/>
                    <a:pt x="120985" y="987041"/>
                  </a:cubicBezTo>
                  <a:cubicBezTo>
                    <a:pt x="165127" y="969902"/>
                    <a:pt x="220043" y="948579"/>
                    <a:pt x="272520" y="918209"/>
                  </a:cubicBezTo>
                  <a:cubicBezTo>
                    <a:pt x="386214" y="852383"/>
                    <a:pt x="443668" y="752056"/>
                    <a:pt x="481690" y="685654"/>
                  </a:cubicBezTo>
                  <a:cubicBezTo>
                    <a:pt x="488648" y="673503"/>
                    <a:pt x="494867" y="662638"/>
                    <a:pt x="500565" y="653529"/>
                  </a:cubicBezTo>
                  <a:cubicBezTo>
                    <a:pt x="541377" y="588234"/>
                    <a:pt x="745019" y="471237"/>
                    <a:pt x="835634" y="442946"/>
                  </a:cubicBezTo>
                  <a:cubicBezTo>
                    <a:pt x="852502" y="437680"/>
                    <a:pt x="863223" y="430119"/>
                    <a:pt x="868407" y="419813"/>
                  </a:cubicBezTo>
                  <a:cubicBezTo>
                    <a:pt x="879524" y="397742"/>
                    <a:pt x="866949" y="361630"/>
                    <a:pt x="853636" y="323393"/>
                  </a:cubicBezTo>
                  <a:cubicBezTo>
                    <a:pt x="845922" y="301240"/>
                    <a:pt x="837938" y="278333"/>
                    <a:pt x="833879" y="255992"/>
                  </a:cubicBezTo>
                  <a:cubicBezTo>
                    <a:pt x="820116" y="180292"/>
                    <a:pt x="819990" y="98822"/>
                    <a:pt x="911532" y="16011"/>
                  </a:cubicBezTo>
                  <a:cubicBezTo>
                    <a:pt x="977637" y="-43802"/>
                    <a:pt x="1287943" y="76769"/>
                    <a:pt x="1468021" y="166808"/>
                  </a:cubicBezTo>
                  <a:cubicBezTo>
                    <a:pt x="1635650" y="250636"/>
                    <a:pt x="1770623" y="187214"/>
                    <a:pt x="1913544" y="120101"/>
                  </a:cubicBezTo>
                  <a:cubicBezTo>
                    <a:pt x="1937676" y="108768"/>
                    <a:pt x="1962627" y="97049"/>
                    <a:pt x="1987426" y="86266"/>
                  </a:cubicBezTo>
                  <a:cubicBezTo>
                    <a:pt x="2148978" y="16020"/>
                    <a:pt x="2258145" y="81216"/>
                    <a:pt x="2330379" y="124376"/>
                  </a:cubicBezTo>
                  <a:cubicBezTo>
                    <a:pt x="2336302" y="127923"/>
                    <a:pt x="2341973" y="131298"/>
                    <a:pt x="2347391" y="134440"/>
                  </a:cubicBezTo>
                  <a:cubicBezTo>
                    <a:pt x="2421480" y="177330"/>
                    <a:pt x="2481572" y="268044"/>
                    <a:pt x="2496929" y="360153"/>
                  </a:cubicBezTo>
                  <a:cubicBezTo>
                    <a:pt x="2498125" y="367336"/>
                    <a:pt x="2497747" y="378425"/>
                    <a:pt x="2489106" y="390469"/>
                  </a:cubicBezTo>
                  <a:cubicBezTo>
                    <a:pt x="2446639" y="449616"/>
                    <a:pt x="2224471" y="489707"/>
                    <a:pt x="1938432" y="535973"/>
                  </a:cubicBezTo>
                  <a:cubicBezTo>
                    <a:pt x="1869996" y="547045"/>
                    <a:pt x="1805341" y="557504"/>
                    <a:pt x="1755752" y="567100"/>
                  </a:cubicBezTo>
                  <a:cubicBezTo>
                    <a:pt x="1599403" y="597362"/>
                    <a:pt x="1565945" y="697221"/>
                    <a:pt x="1523585" y="823651"/>
                  </a:cubicBezTo>
                  <a:cubicBezTo>
                    <a:pt x="1507860" y="870592"/>
                    <a:pt x="1491595" y="919118"/>
                    <a:pt x="1467517" y="967292"/>
                  </a:cubicBezTo>
                  <a:cubicBezTo>
                    <a:pt x="1400953" y="1100438"/>
                    <a:pt x="1291589" y="1088106"/>
                    <a:pt x="1185825" y="1076188"/>
                  </a:cubicBezTo>
                  <a:cubicBezTo>
                    <a:pt x="1142511" y="1071319"/>
                    <a:pt x="1097748" y="1066269"/>
                    <a:pt x="1054390" y="1070391"/>
                  </a:cubicBezTo>
                  <a:cubicBezTo>
                    <a:pt x="979662" y="1077503"/>
                    <a:pt x="894250" y="1113237"/>
                    <a:pt x="803815" y="1151078"/>
                  </a:cubicBezTo>
                  <a:cubicBezTo>
                    <a:pt x="714721" y="1188343"/>
                    <a:pt x="622603" y="1226886"/>
                    <a:pt x="537254" y="1238021"/>
                  </a:cubicBezTo>
                  <a:cubicBezTo>
                    <a:pt x="508954" y="1241711"/>
                    <a:pt x="485299" y="1243349"/>
                    <a:pt x="465164" y="1243349"/>
                  </a:cubicBezTo>
                  <a:close/>
                  <a:moveTo>
                    <a:pt x="969544" y="29486"/>
                  </a:moveTo>
                  <a:cubicBezTo>
                    <a:pt x="951578" y="29486"/>
                    <a:pt x="938661" y="32384"/>
                    <a:pt x="931893" y="38496"/>
                  </a:cubicBezTo>
                  <a:lnTo>
                    <a:pt x="931893" y="38496"/>
                  </a:lnTo>
                  <a:cubicBezTo>
                    <a:pt x="855581" y="107535"/>
                    <a:pt x="849235" y="170823"/>
                    <a:pt x="863727" y="250555"/>
                  </a:cubicBezTo>
                  <a:cubicBezTo>
                    <a:pt x="867372" y="270583"/>
                    <a:pt x="874942" y="292357"/>
                    <a:pt x="882278" y="313410"/>
                  </a:cubicBezTo>
                  <a:cubicBezTo>
                    <a:pt x="897769" y="357885"/>
                    <a:pt x="912396" y="399893"/>
                    <a:pt x="895501" y="433450"/>
                  </a:cubicBezTo>
                  <a:cubicBezTo>
                    <a:pt x="886545" y="451227"/>
                    <a:pt x="869442" y="464162"/>
                    <a:pt x="844671" y="471894"/>
                  </a:cubicBezTo>
                  <a:cubicBezTo>
                    <a:pt x="752697" y="500608"/>
                    <a:pt x="559973" y="615697"/>
                    <a:pt x="526290" y="669596"/>
                  </a:cubicBezTo>
                  <a:cubicBezTo>
                    <a:pt x="520773" y="678417"/>
                    <a:pt x="514760" y="688939"/>
                    <a:pt x="508018" y="700713"/>
                  </a:cubicBezTo>
                  <a:cubicBezTo>
                    <a:pt x="470789" y="765729"/>
                    <a:pt x="408483" y="874535"/>
                    <a:pt x="287723" y="944447"/>
                  </a:cubicBezTo>
                  <a:cubicBezTo>
                    <a:pt x="233221" y="976005"/>
                    <a:pt x="177080" y="997788"/>
                    <a:pt x="131976" y="1015304"/>
                  </a:cubicBezTo>
                  <a:cubicBezTo>
                    <a:pt x="64836" y="1041363"/>
                    <a:pt x="24078" y="1058384"/>
                    <a:pt x="31856" y="1079105"/>
                  </a:cubicBezTo>
                  <a:cubicBezTo>
                    <a:pt x="41460" y="1104731"/>
                    <a:pt x="101264" y="1111113"/>
                    <a:pt x="159096" y="1117279"/>
                  </a:cubicBezTo>
                  <a:cubicBezTo>
                    <a:pt x="206398" y="1122320"/>
                    <a:pt x="255319" y="1127531"/>
                    <a:pt x="293259" y="1143337"/>
                  </a:cubicBezTo>
                  <a:cubicBezTo>
                    <a:pt x="320209" y="1154570"/>
                    <a:pt x="338706" y="1167154"/>
                    <a:pt x="355025" y="1178253"/>
                  </a:cubicBezTo>
                  <a:cubicBezTo>
                    <a:pt x="392920" y="1204032"/>
                    <a:pt x="420275" y="1222665"/>
                    <a:pt x="533348" y="1207912"/>
                  </a:cubicBezTo>
                  <a:cubicBezTo>
                    <a:pt x="614664" y="1197299"/>
                    <a:pt x="704883" y="1159566"/>
                    <a:pt x="792122" y="1123066"/>
                  </a:cubicBezTo>
                  <a:cubicBezTo>
                    <a:pt x="884736" y="1084326"/>
                    <a:pt x="972218" y="1047717"/>
                    <a:pt x="1051527" y="1040166"/>
                  </a:cubicBezTo>
                  <a:cubicBezTo>
                    <a:pt x="1098010" y="1035737"/>
                    <a:pt x="1144384" y="1040976"/>
                    <a:pt x="1189237" y="1046025"/>
                  </a:cubicBezTo>
                  <a:cubicBezTo>
                    <a:pt x="1293389" y="1057745"/>
                    <a:pt x="1383302" y="1067889"/>
                    <a:pt x="1440405" y="953700"/>
                  </a:cubicBezTo>
                  <a:cubicBezTo>
                    <a:pt x="1463538" y="907443"/>
                    <a:pt x="1479452" y="859935"/>
                    <a:pt x="1494845" y="813993"/>
                  </a:cubicBezTo>
                  <a:cubicBezTo>
                    <a:pt x="1536727" y="688994"/>
                    <a:pt x="1576287" y="570925"/>
                    <a:pt x="1750010" y="537296"/>
                  </a:cubicBezTo>
                  <a:cubicBezTo>
                    <a:pt x="1800057" y="527611"/>
                    <a:pt x="1864928" y="517116"/>
                    <a:pt x="1933607" y="506008"/>
                  </a:cubicBezTo>
                  <a:cubicBezTo>
                    <a:pt x="2141408" y="472398"/>
                    <a:pt x="2425990" y="426357"/>
                    <a:pt x="2464479" y="372755"/>
                  </a:cubicBezTo>
                  <a:cubicBezTo>
                    <a:pt x="2467575" y="368435"/>
                    <a:pt x="2467179" y="366031"/>
                    <a:pt x="2467026" y="365122"/>
                  </a:cubicBezTo>
                  <a:cubicBezTo>
                    <a:pt x="2453299" y="282743"/>
                    <a:pt x="2397861" y="198672"/>
                    <a:pt x="2332216" y="160669"/>
                  </a:cubicBezTo>
                  <a:cubicBezTo>
                    <a:pt x="2326680" y="157465"/>
                    <a:pt x="2320892" y="154008"/>
                    <a:pt x="2314834" y="150390"/>
                  </a:cubicBezTo>
                  <a:cubicBezTo>
                    <a:pt x="2243932" y="108039"/>
                    <a:pt x="2146827" y="50027"/>
                    <a:pt x="1999531" y="114061"/>
                  </a:cubicBezTo>
                  <a:cubicBezTo>
                    <a:pt x="1975139" y="124673"/>
                    <a:pt x="1950385" y="136294"/>
                    <a:pt x="1926443" y="147536"/>
                  </a:cubicBezTo>
                  <a:cubicBezTo>
                    <a:pt x="1783278" y="214775"/>
                    <a:pt x="1635227" y="284318"/>
                    <a:pt x="1454456" y="193919"/>
                  </a:cubicBezTo>
                  <a:cubicBezTo>
                    <a:pt x="1260544" y="96959"/>
                    <a:pt x="1056316" y="29477"/>
                    <a:pt x="969536" y="29477"/>
                  </a:cubicBezTo>
                  <a:close/>
                  <a:moveTo>
                    <a:pt x="921721" y="27254"/>
                  </a:moveTo>
                  <a:lnTo>
                    <a:pt x="921847" y="27254"/>
                  </a:lnTo>
                  <a:lnTo>
                    <a:pt x="921721" y="27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7" name="Google Shape;12937;p33"/>
            <p:cNvSpPr/>
            <p:nvPr/>
          </p:nvSpPr>
          <p:spPr>
            <a:xfrm rot="-5400000">
              <a:off x="6866245" y="1261401"/>
              <a:ext cx="1995516" cy="975768"/>
            </a:xfrm>
            <a:custGeom>
              <a:avLst/>
              <a:gdLst/>
              <a:ahLst/>
              <a:cxnLst/>
              <a:rect l="l" t="t" r="r" b="b"/>
              <a:pathLst>
                <a:path w="1995516" h="975768" extrusionOk="0">
                  <a:moveTo>
                    <a:pt x="149257" y="975768"/>
                  </a:moveTo>
                  <a:cubicBezTo>
                    <a:pt x="89210" y="975768"/>
                    <a:pt x="20027" y="955380"/>
                    <a:pt x="1124" y="911275"/>
                  </a:cubicBezTo>
                  <a:lnTo>
                    <a:pt x="1124" y="911275"/>
                  </a:lnTo>
                  <a:cubicBezTo>
                    <a:pt x="-9056" y="887503"/>
                    <a:pt x="51702" y="844108"/>
                    <a:pt x="110471" y="802135"/>
                  </a:cubicBezTo>
                  <a:cubicBezTo>
                    <a:pt x="138437" y="782162"/>
                    <a:pt x="164856" y="763295"/>
                    <a:pt x="178078" y="750073"/>
                  </a:cubicBezTo>
                  <a:cubicBezTo>
                    <a:pt x="186567" y="741584"/>
                    <a:pt x="196486" y="733141"/>
                    <a:pt x="206982" y="724212"/>
                  </a:cubicBezTo>
                  <a:cubicBezTo>
                    <a:pt x="246181" y="690872"/>
                    <a:pt x="290611" y="653076"/>
                    <a:pt x="297776" y="584973"/>
                  </a:cubicBezTo>
                  <a:cubicBezTo>
                    <a:pt x="304653" y="519598"/>
                    <a:pt x="359056" y="483656"/>
                    <a:pt x="402775" y="454762"/>
                  </a:cubicBezTo>
                  <a:cubicBezTo>
                    <a:pt x="419076" y="443996"/>
                    <a:pt x="433145" y="434698"/>
                    <a:pt x="442488" y="425355"/>
                  </a:cubicBezTo>
                  <a:cubicBezTo>
                    <a:pt x="463758" y="404076"/>
                    <a:pt x="524489" y="383202"/>
                    <a:pt x="578064" y="364786"/>
                  </a:cubicBezTo>
                  <a:cubicBezTo>
                    <a:pt x="613213" y="352707"/>
                    <a:pt x="646401" y="341302"/>
                    <a:pt x="661064" y="332130"/>
                  </a:cubicBezTo>
                  <a:cubicBezTo>
                    <a:pt x="687438" y="315649"/>
                    <a:pt x="678139" y="277079"/>
                    <a:pt x="668301" y="236249"/>
                  </a:cubicBezTo>
                  <a:cubicBezTo>
                    <a:pt x="665132" y="223090"/>
                    <a:pt x="661847" y="209489"/>
                    <a:pt x="659624" y="196158"/>
                  </a:cubicBezTo>
                  <a:cubicBezTo>
                    <a:pt x="649893" y="137785"/>
                    <a:pt x="679048" y="35694"/>
                    <a:pt x="706898" y="7853"/>
                  </a:cubicBezTo>
                  <a:cubicBezTo>
                    <a:pt x="729230" y="-14452"/>
                    <a:pt x="822329" y="14658"/>
                    <a:pt x="915815" y="46387"/>
                  </a:cubicBezTo>
                  <a:cubicBezTo>
                    <a:pt x="930353" y="51320"/>
                    <a:pt x="942909" y="55587"/>
                    <a:pt x="951253" y="58098"/>
                  </a:cubicBezTo>
                  <a:cubicBezTo>
                    <a:pt x="974584" y="65092"/>
                    <a:pt x="1046585" y="93418"/>
                    <a:pt x="1116209" y="120818"/>
                  </a:cubicBezTo>
                  <a:cubicBezTo>
                    <a:pt x="1185689" y="148155"/>
                    <a:pt x="1257536" y="176418"/>
                    <a:pt x="1280597" y="183349"/>
                  </a:cubicBezTo>
                  <a:cubicBezTo>
                    <a:pt x="1325882" y="196923"/>
                    <a:pt x="1472763" y="160495"/>
                    <a:pt x="1528976" y="137065"/>
                  </a:cubicBezTo>
                  <a:cubicBezTo>
                    <a:pt x="1560030" y="124131"/>
                    <a:pt x="1606593" y="98378"/>
                    <a:pt x="1651626" y="73472"/>
                  </a:cubicBezTo>
                  <a:cubicBezTo>
                    <a:pt x="1686658" y="54101"/>
                    <a:pt x="1719729" y="35811"/>
                    <a:pt x="1742250" y="25405"/>
                  </a:cubicBezTo>
                  <a:cubicBezTo>
                    <a:pt x="1781621" y="7250"/>
                    <a:pt x="1836636" y="24433"/>
                    <a:pt x="1880841" y="38268"/>
                  </a:cubicBezTo>
                  <a:cubicBezTo>
                    <a:pt x="1895351" y="42805"/>
                    <a:pt x="1909060" y="47090"/>
                    <a:pt x="1920519" y="49592"/>
                  </a:cubicBezTo>
                  <a:cubicBezTo>
                    <a:pt x="1940825" y="54020"/>
                    <a:pt x="1956838" y="76532"/>
                    <a:pt x="1966695" y="94634"/>
                  </a:cubicBezTo>
                  <a:cubicBezTo>
                    <a:pt x="1989629" y="136732"/>
                    <a:pt x="2001628" y="195294"/>
                    <a:pt x="1992384" y="219939"/>
                  </a:cubicBezTo>
                  <a:cubicBezTo>
                    <a:pt x="1976802" y="261507"/>
                    <a:pt x="1696542" y="282290"/>
                    <a:pt x="1632237" y="282290"/>
                  </a:cubicBezTo>
                  <a:cubicBezTo>
                    <a:pt x="1554701" y="282290"/>
                    <a:pt x="1331274" y="337927"/>
                    <a:pt x="1271344" y="356370"/>
                  </a:cubicBezTo>
                  <a:cubicBezTo>
                    <a:pt x="1213818" y="374066"/>
                    <a:pt x="1134752" y="519462"/>
                    <a:pt x="1120386" y="573344"/>
                  </a:cubicBezTo>
                  <a:cubicBezTo>
                    <a:pt x="1106019" y="627225"/>
                    <a:pt x="990606" y="799975"/>
                    <a:pt x="961847" y="828743"/>
                  </a:cubicBezTo>
                  <a:cubicBezTo>
                    <a:pt x="946663" y="843919"/>
                    <a:pt x="875814" y="840147"/>
                    <a:pt x="793804" y="835809"/>
                  </a:cubicBezTo>
                  <a:cubicBezTo>
                    <a:pt x="717817" y="831768"/>
                    <a:pt x="639227" y="827618"/>
                    <a:pt x="603366" y="838806"/>
                  </a:cubicBezTo>
                  <a:cubicBezTo>
                    <a:pt x="572033" y="848591"/>
                    <a:pt x="507306" y="870067"/>
                    <a:pt x="438771" y="892813"/>
                  </a:cubicBezTo>
                  <a:cubicBezTo>
                    <a:pt x="346698" y="923355"/>
                    <a:pt x="242347" y="957973"/>
                    <a:pt x="205343" y="968711"/>
                  </a:cubicBezTo>
                  <a:cubicBezTo>
                    <a:pt x="189312" y="973356"/>
                    <a:pt x="169806" y="975750"/>
                    <a:pt x="149248" y="975750"/>
                  </a:cubicBezTo>
                  <a:close/>
                  <a:moveTo>
                    <a:pt x="6930" y="908781"/>
                  </a:moveTo>
                  <a:cubicBezTo>
                    <a:pt x="30270" y="963248"/>
                    <a:pt x="142641" y="980368"/>
                    <a:pt x="203588" y="962653"/>
                  </a:cubicBezTo>
                  <a:cubicBezTo>
                    <a:pt x="240484" y="951951"/>
                    <a:pt x="344771" y="917350"/>
                    <a:pt x="436790" y="886828"/>
                  </a:cubicBezTo>
                  <a:cubicBezTo>
                    <a:pt x="505353" y="864082"/>
                    <a:pt x="570107" y="842596"/>
                    <a:pt x="601494" y="832785"/>
                  </a:cubicBezTo>
                  <a:cubicBezTo>
                    <a:pt x="638444" y="821254"/>
                    <a:pt x="717592" y="825449"/>
                    <a:pt x="794155" y="829517"/>
                  </a:cubicBezTo>
                  <a:cubicBezTo>
                    <a:pt x="867938" y="833442"/>
                    <a:pt x="944205" y="837492"/>
                    <a:pt x="957383" y="824296"/>
                  </a:cubicBezTo>
                  <a:cubicBezTo>
                    <a:pt x="985872" y="795808"/>
                    <a:pt x="1100628" y="622931"/>
                    <a:pt x="1114283" y="571732"/>
                  </a:cubicBezTo>
                  <a:cubicBezTo>
                    <a:pt x="1127253" y="523099"/>
                    <a:pt x="1205887" y="369917"/>
                    <a:pt x="1269481" y="350357"/>
                  </a:cubicBezTo>
                  <a:cubicBezTo>
                    <a:pt x="1331589" y="331248"/>
                    <a:pt x="1552784" y="275989"/>
                    <a:pt x="1632237" y="275989"/>
                  </a:cubicBezTo>
                  <a:cubicBezTo>
                    <a:pt x="1725930" y="275989"/>
                    <a:pt x="1974318" y="250156"/>
                    <a:pt x="1986470" y="217734"/>
                  </a:cubicBezTo>
                  <a:cubicBezTo>
                    <a:pt x="1995021" y="194934"/>
                    <a:pt x="1982950" y="137704"/>
                    <a:pt x="1961141" y="97667"/>
                  </a:cubicBezTo>
                  <a:cubicBezTo>
                    <a:pt x="1948098" y="73706"/>
                    <a:pt x="1933192" y="58836"/>
                    <a:pt x="1919168" y="55776"/>
                  </a:cubicBezTo>
                  <a:cubicBezTo>
                    <a:pt x="1907431" y="53219"/>
                    <a:pt x="1893596" y="48890"/>
                    <a:pt x="1878942" y="44308"/>
                  </a:cubicBezTo>
                  <a:cubicBezTo>
                    <a:pt x="1835763" y="30797"/>
                    <a:pt x="1782053" y="14010"/>
                    <a:pt x="1744896" y="31157"/>
                  </a:cubicBezTo>
                  <a:cubicBezTo>
                    <a:pt x="1722582" y="41455"/>
                    <a:pt x="1689602" y="59700"/>
                    <a:pt x="1654677" y="79008"/>
                  </a:cubicBezTo>
                  <a:cubicBezTo>
                    <a:pt x="1609501" y="103995"/>
                    <a:pt x="1562775" y="129828"/>
                    <a:pt x="1531397" y="142907"/>
                  </a:cubicBezTo>
                  <a:cubicBezTo>
                    <a:pt x="1474492" y="166616"/>
                    <a:pt x="1325360" y="203404"/>
                    <a:pt x="1278770" y="189398"/>
                  </a:cubicBezTo>
                  <a:cubicBezTo>
                    <a:pt x="1255457" y="182404"/>
                    <a:pt x="1183475" y="154086"/>
                    <a:pt x="1113877" y="126705"/>
                  </a:cubicBezTo>
                  <a:cubicBezTo>
                    <a:pt x="1044361" y="99350"/>
                    <a:pt x="972487" y="71078"/>
                    <a:pt x="949417" y="64156"/>
                  </a:cubicBezTo>
                  <a:cubicBezTo>
                    <a:pt x="940955" y="61617"/>
                    <a:pt x="928354" y="57342"/>
                    <a:pt x="913763" y="52391"/>
                  </a:cubicBezTo>
                  <a:cubicBezTo>
                    <a:pt x="850494" y="30914"/>
                    <a:pt x="732731" y="-9069"/>
                    <a:pt x="711344" y="12336"/>
                  </a:cubicBezTo>
                  <a:cubicBezTo>
                    <a:pt x="685043" y="38637"/>
                    <a:pt x="656554" y="139441"/>
                    <a:pt x="665835" y="195141"/>
                  </a:cubicBezTo>
                  <a:cubicBezTo>
                    <a:pt x="668022" y="208246"/>
                    <a:pt x="671271" y="221739"/>
                    <a:pt x="674421" y="234782"/>
                  </a:cubicBezTo>
                  <a:cubicBezTo>
                    <a:pt x="684818" y="277889"/>
                    <a:pt x="694629" y="318610"/>
                    <a:pt x="664394" y="337495"/>
                  </a:cubicBezTo>
                  <a:cubicBezTo>
                    <a:pt x="649119" y="347045"/>
                    <a:pt x="617138" y="358035"/>
                    <a:pt x="580099" y="370772"/>
                  </a:cubicBezTo>
                  <a:cubicBezTo>
                    <a:pt x="527163" y="388963"/>
                    <a:pt x="467179" y="409594"/>
                    <a:pt x="446935" y="429829"/>
                  </a:cubicBezTo>
                  <a:cubicBezTo>
                    <a:pt x="437141" y="439622"/>
                    <a:pt x="422820" y="449082"/>
                    <a:pt x="406232" y="460046"/>
                  </a:cubicBezTo>
                  <a:cubicBezTo>
                    <a:pt x="363629" y="488192"/>
                    <a:pt x="310603" y="523225"/>
                    <a:pt x="304032" y="585648"/>
                  </a:cubicBezTo>
                  <a:cubicBezTo>
                    <a:pt x="296606" y="656253"/>
                    <a:pt x="249161" y="696606"/>
                    <a:pt x="211050" y="729037"/>
                  </a:cubicBezTo>
                  <a:cubicBezTo>
                    <a:pt x="200653" y="737876"/>
                    <a:pt x="190833" y="746238"/>
                    <a:pt x="182516" y="754546"/>
                  </a:cubicBezTo>
                  <a:cubicBezTo>
                    <a:pt x="168924" y="768138"/>
                    <a:pt x="142299" y="787158"/>
                    <a:pt x="114116" y="807284"/>
                  </a:cubicBezTo>
                  <a:cubicBezTo>
                    <a:pt x="65429" y="842065"/>
                    <a:pt x="-1270" y="889699"/>
                    <a:pt x="6912" y="908791"/>
                  </a:cubicBezTo>
                  <a:lnTo>
                    <a:pt x="6912" y="90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8" name="Google Shape;12938;p33"/>
            <p:cNvSpPr/>
            <p:nvPr/>
          </p:nvSpPr>
          <p:spPr>
            <a:xfrm rot="-5400000">
              <a:off x="7514363" y="1764304"/>
              <a:ext cx="755677" cy="484092"/>
            </a:xfrm>
            <a:custGeom>
              <a:avLst/>
              <a:gdLst/>
              <a:ahLst/>
              <a:cxnLst/>
              <a:rect l="l" t="t" r="r" b="b"/>
              <a:pathLst>
                <a:path w="755677" h="484092" extrusionOk="0">
                  <a:moveTo>
                    <a:pt x="28417" y="484065"/>
                  </a:moveTo>
                  <a:cubicBezTo>
                    <a:pt x="22206" y="484065"/>
                    <a:pt x="16913" y="482013"/>
                    <a:pt x="12629" y="477927"/>
                  </a:cubicBezTo>
                  <a:cubicBezTo>
                    <a:pt x="-9307" y="457008"/>
                    <a:pt x="2781" y="386916"/>
                    <a:pt x="8596" y="353224"/>
                  </a:cubicBezTo>
                  <a:lnTo>
                    <a:pt x="9749" y="346500"/>
                  </a:lnTo>
                  <a:cubicBezTo>
                    <a:pt x="15860" y="309820"/>
                    <a:pt x="129095" y="230520"/>
                    <a:pt x="177494" y="198125"/>
                  </a:cubicBezTo>
                  <a:lnTo>
                    <a:pt x="177494" y="198125"/>
                  </a:lnTo>
                  <a:cubicBezTo>
                    <a:pt x="227226" y="164821"/>
                    <a:pt x="274473" y="174092"/>
                    <a:pt x="316157" y="182283"/>
                  </a:cubicBezTo>
                  <a:cubicBezTo>
                    <a:pt x="332612" y="185514"/>
                    <a:pt x="348157" y="188566"/>
                    <a:pt x="362280" y="188566"/>
                  </a:cubicBezTo>
                  <a:cubicBezTo>
                    <a:pt x="398203" y="188566"/>
                    <a:pt x="419599" y="154595"/>
                    <a:pt x="446675" y="111597"/>
                  </a:cubicBezTo>
                  <a:cubicBezTo>
                    <a:pt x="455802" y="97114"/>
                    <a:pt x="465235" y="82136"/>
                    <a:pt x="476171" y="66834"/>
                  </a:cubicBezTo>
                  <a:cubicBezTo>
                    <a:pt x="523977" y="0"/>
                    <a:pt x="649687" y="0"/>
                    <a:pt x="717232" y="0"/>
                  </a:cubicBezTo>
                  <a:cubicBezTo>
                    <a:pt x="735063" y="0"/>
                    <a:pt x="746873" y="5284"/>
                    <a:pt x="752319" y="15698"/>
                  </a:cubicBezTo>
                  <a:cubicBezTo>
                    <a:pt x="769908" y="49290"/>
                    <a:pt x="714631" y="129032"/>
                    <a:pt x="674270" y="187251"/>
                  </a:cubicBezTo>
                  <a:lnTo>
                    <a:pt x="669913" y="193534"/>
                  </a:lnTo>
                  <a:cubicBezTo>
                    <a:pt x="635340" y="243473"/>
                    <a:pt x="619219" y="311009"/>
                    <a:pt x="607454" y="360317"/>
                  </a:cubicBezTo>
                  <a:cubicBezTo>
                    <a:pt x="602225" y="382235"/>
                    <a:pt x="597697" y="401174"/>
                    <a:pt x="592619" y="414702"/>
                  </a:cubicBezTo>
                  <a:cubicBezTo>
                    <a:pt x="578092" y="453489"/>
                    <a:pt x="466162" y="430823"/>
                    <a:pt x="384423" y="414270"/>
                  </a:cubicBezTo>
                  <a:cubicBezTo>
                    <a:pt x="366843" y="410706"/>
                    <a:pt x="351667" y="407637"/>
                    <a:pt x="339561" y="405620"/>
                  </a:cubicBezTo>
                  <a:cubicBezTo>
                    <a:pt x="293295" y="397915"/>
                    <a:pt x="186838" y="433884"/>
                    <a:pt x="109112" y="460149"/>
                  </a:cubicBezTo>
                  <a:cubicBezTo>
                    <a:pt x="77671" y="470771"/>
                    <a:pt x="50524" y="479943"/>
                    <a:pt x="35726" y="483237"/>
                  </a:cubicBezTo>
                  <a:cubicBezTo>
                    <a:pt x="33160" y="483804"/>
                    <a:pt x="30730" y="484093"/>
                    <a:pt x="28417" y="484093"/>
                  </a:cubicBezTo>
                  <a:close/>
                  <a:moveTo>
                    <a:pt x="255805" y="180915"/>
                  </a:moveTo>
                  <a:cubicBezTo>
                    <a:pt x="231745" y="180915"/>
                    <a:pt x="206622" y="186216"/>
                    <a:pt x="181005" y="203363"/>
                  </a:cubicBezTo>
                  <a:lnTo>
                    <a:pt x="181005" y="203363"/>
                  </a:lnTo>
                  <a:cubicBezTo>
                    <a:pt x="143776" y="228288"/>
                    <a:pt x="21837" y="312323"/>
                    <a:pt x="15968" y="347536"/>
                  </a:cubicBezTo>
                  <a:lnTo>
                    <a:pt x="14816" y="354295"/>
                  </a:lnTo>
                  <a:cubicBezTo>
                    <a:pt x="9631" y="384359"/>
                    <a:pt x="-2511" y="454767"/>
                    <a:pt x="16985" y="473354"/>
                  </a:cubicBezTo>
                  <a:cubicBezTo>
                    <a:pt x="21315" y="477477"/>
                    <a:pt x="27004" y="478683"/>
                    <a:pt x="34358" y="477045"/>
                  </a:cubicBezTo>
                  <a:cubicBezTo>
                    <a:pt x="48822" y="473831"/>
                    <a:pt x="75826" y="464704"/>
                    <a:pt x="107096" y="454146"/>
                  </a:cubicBezTo>
                  <a:cubicBezTo>
                    <a:pt x="185461" y="427655"/>
                    <a:pt x="292782" y="391362"/>
                    <a:pt x="340605" y="399373"/>
                  </a:cubicBezTo>
                  <a:cubicBezTo>
                    <a:pt x="352828" y="401407"/>
                    <a:pt x="368058" y="404495"/>
                    <a:pt x="385692" y="408059"/>
                  </a:cubicBezTo>
                  <a:cubicBezTo>
                    <a:pt x="456135" y="422335"/>
                    <a:pt x="574050" y="446216"/>
                    <a:pt x="586715" y="412470"/>
                  </a:cubicBezTo>
                  <a:cubicBezTo>
                    <a:pt x="591648" y="399311"/>
                    <a:pt x="596121" y="380561"/>
                    <a:pt x="601306" y="358841"/>
                  </a:cubicBezTo>
                  <a:cubicBezTo>
                    <a:pt x="613188" y="309046"/>
                    <a:pt x="629462" y="240844"/>
                    <a:pt x="664719" y="189934"/>
                  </a:cubicBezTo>
                  <a:lnTo>
                    <a:pt x="669076" y="183642"/>
                  </a:lnTo>
                  <a:cubicBezTo>
                    <a:pt x="706295" y="129959"/>
                    <a:pt x="762544" y="48831"/>
                    <a:pt x="746720" y="18623"/>
                  </a:cubicBezTo>
                  <a:cubicBezTo>
                    <a:pt x="742444" y="10459"/>
                    <a:pt x="732517" y="6319"/>
                    <a:pt x="717223" y="6319"/>
                  </a:cubicBezTo>
                  <a:cubicBezTo>
                    <a:pt x="650821" y="6319"/>
                    <a:pt x="527208" y="6319"/>
                    <a:pt x="481302" y="70515"/>
                  </a:cubicBezTo>
                  <a:cubicBezTo>
                    <a:pt x="470474" y="85664"/>
                    <a:pt x="461086" y="100570"/>
                    <a:pt x="452012" y="114972"/>
                  </a:cubicBezTo>
                  <a:cubicBezTo>
                    <a:pt x="423893" y="159618"/>
                    <a:pt x="401669" y="194894"/>
                    <a:pt x="362262" y="194894"/>
                  </a:cubicBezTo>
                  <a:cubicBezTo>
                    <a:pt x="347527" y="194894"/>
                    <a:pt x="331685" y="191779"/>
                    <a:pt x="314924" y="188493"/>
                  </a:cubicBezTo>
                  <a:cubicBezTo>
                    <a:pt x="296247" y="184830"/>
                    <a:pt x="276409" y="180933"/>
                    <a:pt x="255787" y="180933"/>
                  </a:cubicBezTo>
                  <a:close/>
                  <a:moveTo>
                    <a:pt x="179249" y="200735"/>
                  </a:moveTo>
                  <a:lnTo>
                    <a:pt x="179331" y="200735"/>
                  </a:lnTo>
                  <a:lnTo>
                    <a:pt x="179249" y="2007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9" name="Google Shape;12939;p33"/>
            <p:cNvSpPr/>
            <p:nvPr/>
          </p:nvSpPr>
          <p:spPr>
            <a:xfrm rot="-5400000">
              <a:off x="8943062" y="212213"/>
              <a:ext cx="820871" cy="629265"/>
            </a:xfrm>
            <a:custGeom>
              <a:avLst/>
              <a:gdLst/>
              <a:ahLst/>
              <a:cxnLst/>
              <a:rect l="l" t="t" r="r" b="b"/>
              <a:pathLst>
                <a:path w="820871" h="629265" extrusionOk="0">
                  <a:moveTo>
                    <a:pt x="686183" y="629257"/>
                  </a:moveTo>
                  <a:cubicBezTo>
                    <a:pt x="685850" y="629257"/>
                    <a:pt x="685518" y="629211"/>
                    <a:pt x="685185" y="629094"/>
                  </a:cubicBezTo>
                  <a:cubicBezTo>
                    <a:pt x="683529" y="628536"/>
                    <a:pt x="682637" y="626745"/>
                    <a:pt x="683186" y="625098"/>
                  </a:cubicBezTo>
                  <a:cubicBezTo>
                    <a:pt x="683591" y="623901"/>
                    <a:pt x="723421" y="504104"/>
                    <a:pt x="736608" y="436289"/>
                  </a:cubicBezTo>
                  <a:cubicBezTo>
                    <a:pt x="745699" y="389411"/>
                    <a:pt x="743179" y="372210"/>
                    <a:pt x="740748" y="355585"/>
                  </a:cubicBezTo>
                  <a:cubicBezTo>
                    <a:pt x="739578" y="348023"/>
                    <a:pt x="738408" y="340211"/>
                    <a:pt x="738408" y="329877"/>
                  </a:cubicBezTo>
                  <a:cubicBezTo>
                    <a:pt x="738408" y="298994"/>
                    <a:pt x="781974" y="246463"/>
                    <a:pt x="802947" y="221215"/>
                  </a:cubicBezTo>
                  <a:lnTo>
                    <a:pt x="807987" y="215112"/>
                  </a:lnTo>
                  <a:cubicBezTo>
                    <a:pt x="823559" y="196047"/>
                    <a:pt x="808257" y="133525"/>
                    <a:pt x="794575" y="115847"/>
                  </a:cubicBezTo>
                  <a:cubicBezTo>
                    <a:pt x="784674" y="103173"/>
                    <a:pt x="677290" y="77637"/>
                    <a:pt x="619602" y="63919"/>
                  </a:cubicBezTo>
                  <a:cubicBezTo>
                    <a:pt x="602293" y="59806"/>
                    <a:pt x="587711" y="56331"/>
                    <a:pt x="578376" y="53901"/>
                  </a:cubicBezTo>
                  <a:cubicBezTo>
                    <a:pt x="524063" y="39742"/>
                    <a:pt x="273525" y="-9692"/>
                    <a:pt x="232794" y="11604"/>
                  </a:cubicBezTo>
                  <a:cubicBezTo>
                    <a:pt x="187653" y="35151"/>
                    <a:pt x="9861" y="265644"/>
                    <a:pt x="6972" y="277130"/>
                  </a:cubicBezTo>
                  <a:cubicBezTo>
                    <a:pt x="3516" y="290938"/>
                    <a:pt x="14398" y="368555"/>
                    <a:pt x="22212" y="393929"/>
                  </a:cubicBezTo>
                  <a:cubicBezTo>
                    <a:pt x="29674" y="418170"/>
                    <a:pt x="103384" y="548696"/>
                    <a:pt x="104131" y="550019"/>
                  </a:cubicBezTo>
                  <a:cubicBezTo>
                    <a:pt x="104986" y="551540"/>
                    <a:pt x="104455" y="553466"/>
                    <a:pt x="102934" y="554331"/>
                  </a:cubicBezTo>
                  <a:cubicBezTo>
                    <a:pt x="101412" y="555150"/>
                    <a:pt x="99478" y="554654"/>
                    <a:pt x="98622" y="553133"/>
                  </a:cubicBezTo>
                  <a:cubicBezTo>
                    <a:pt x="95571" y="547742"/>
                    <a:pt x="23832" y="420681"/>
                    <a:pt x="16172" y="395793"/>
                  </a:cubicBezTo>
                  <a:cubicBezTo>
                    <a:pt x="8511" y="370913"/>
                    <a:pt x="-3235" y="291856"/>
                    <a:pt x="834" y="275600"/>
                  </a:cubicBezTo>
                  <a:cubicBezTo>
                    <a:pt x="5649" y="256337"/>
                    <a:pt x="186483" y="28635"/>
                    <a:pt x="229859" y="5996"/>
                  </a:cubicBezTo>
                  <a:cubicBezTo>
                    <a:pt x="275712" y="-17920"/>
                    <a:pt x="537412" y="36682"/>
                    <a:pt x="579960" y="47789"/>
                  </a:cubicBezTo>
                  <a:cubicBezTo>
                    <a:pt x="589268" y="50210"/>
                    <a:pt x="603805" y="53667"/>
                    <a:pt x="621051" y="57771"/>
                  </a:cubicBezTo>
                  <a:cubicBezTo>
                    <a:pt x="709191" y="78726"/>
                    <a:pt x="789175" y="98646"/>
                    <a:pt x="799526" y="111977"/>
                  </a:cubicBezTo>
                  <a:cubicBezTo>
                    <a:pt x="813298" y="129691"/>
                    <a:pt x="831660" y="196102"/>
                    <a:pt x="812848" y="219117"/>
                  </a:cubicBezTo>
                  <a:lnTo>
                    <a:pt x="807807" y="225256"/>
                  </a:lnTo>
                  <a:cubicBezTo>
                    <a:pt x="787285" y="249928"/>
                    <a:pt x="744799" y="301271"/>
                    <a:pt x="744799" y="329877"/>
                  </a:cubicBezTo>
                  <a:cubicBezTo>
                    <a:pt x="744799" y="339742"/>
                    <a:pt x="745879" y="346988"/>
                    <a:pt x="746960" y="354657"/>
                  </a:cubicBezTo>
                  <a:cubicBezTo>
                    <a:pt x="749480" y="371823"/>
                    <a:pt x="752090" y="389564"/>
                    <a:pt x="742819" y="437504"/>
                  </a:cubicBezTo>
                  <a:cubicBezTo>
                    <a:pt x="729587" y="505715"/>
                    <a:pt x="689595" y="625899"/>
                    <a:pt x="689189" y="627105"/>
                  </a:cubicBezTo>
                  <a:cubicBezTo>
                    <a:pt x="688749" y="628428"/>
                    <a:pt x="687516" y="629265"/>
                    <a:pt x="686193" y="6292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0" name="Google Shape;12940;p33"/>
            <p:cNvSpPr/>
            <p:nvPr/>
          </p:nvSpPr>
          <p:spPr>
            <a:xfrm rot="-5400000">
              <a:off x="9059573" y="312194"/>
              <a:ext cx="612603" cy="493669"/>
            </a:xfrm>
            <a:custGeom>
              <a:avLst/>
              <a:gdLst/>
              <a:ahLst/>
              <a:cxnLst/>
              <a:rect l="l" t="t" r="r" b="b"/>
              <a:pathLst>
                <a:path w="612603" h="493669" extrusionOk="0">
                  <a:moveTo>
                    <a:pt x="535878" y="493670"/>
                  </a:moveTo>
                  <a:cubicBezTo>
                    <a:pt x="535572" y="493670"/>
                    <a:pt x="535257" y="493625"/>
                    <a:pt x="534950" y="493535"/>
                  </a:cubicBezTo>
                  <a:cubicBezTo>
                    <a:pt x="533286" y="493013"/>
                    <a:pt x="532349" y="491249"/>
                    <a:pt x="532853" y="489583"/>
                  </a:cubicBezTo>
                  <a:cubicBezTo>
                    <a:pt x="533294" y="488152"/>
                    <a:pt x="576824" y="346168"/>
                    <a:pt x="580569" y="329281"/>
                  </a:cubicBezTo>
                  <a:cubicBezTo>
                    <a:pt x="583639" y="315509"/>
                    <a:pt x="574502" y="281575"/>
                    <a:pt x="569596" y="263339"/>
                  </a:cubicBezTo>
                  <a:cubicBezTo>
                    <a:pt x="568642" y="259765"/>
                    <a:pt x="567805" y="256678"/>
                    <a:pt x="567211" y="254293"/>
                  </a:cubicBezTo>
                  <a:cubicBezTo>
                    <a:pt x="564457" y="243239"/>
                    <a:pt x="577463" y="216028"/>
                    <a:pt x="605871" y="173417"/>
                  </a:cubicBezTo>
                  <a:cubicBezTo>
                    <a:pt x="611587" y="164848"/>
                    <a:pt x="580002" y="114819"/>
                    <a:pt x="571865" y="106682"/>
                  </a:cubicBezTo>
                  <a:cubicBezTo>
                    <a:pt x="565843" y="100660"/>
                    <a:pt x="483527" y="61685"/>
                    <a:pt x="463985" y="53872"/>
                  </a:cubicBezTo>
                  <a:cubicBezTo>
                    <a:pt x="437558" y="43305"/>
                    <a:pt x="217677" y="6319"/>
                    <a:pt x="191862" y="6319"/>
                  </a:cubicBezTo>
                  <a:cubicBezTo>
                    <a:pt x="170907" y="6319"/>
                    <a:pt x="33261" y="169537"/>
                    <a:pt x="22604" y="188197"/>
                  </a:cubicBezTo>
                  <a:cubicBezTo>
                    <a:pt x="15223" y="201104"/>
                    <a:pt x="2036" y="276336"/>
                    <a:pt x="7670" y="304501"/>
                  </a:cubicBezTo>
                  <a:cubicBezTo>
                    <a:pt x="13179" y="332054"/>
                    <a:pt x="103551" y="439609"/>
                    <a:pt x="104460" y="440698"/>
                  </a:cubicBezTo>
                  <a:cubicBezTo>
                    <a:pt x="105585" y="442030"/>
                    <a:pt x="105415" y="444028"/>
                    <a:pt x="104073" y="445153"/>
                  </a:cubicBezTo>
                  <a:cubicBezTo>
                    <a:pt x="102750" y="446260"/>
                    <a:pt x="100761" y="446117"/>
                    <a:pt x="99618" y="444766"/>
                  </a:cubicBezTo>
                  <a:cubicBezTo>
                    <a:pt x="95855" y="440284"/>
                    <a:pt x="7292" y="334871"/>
                    <a:pt x="1469" y="305734"/>
                  </a:cubicBezTo>
                  <a:cubicBezTo>
                    <a:pt x="-4517" y="275805"/>
                    <a:pt x="9219" y="198863"/>
                    <a:pt x="17104" y="185064"/>
                  </a:cubicBezTo>
                  <a:cubicBezTo>
                    <a:pt x="23513" y="173849"/>
                    <a:pt x="164696" y="0"/>
                    <a:pt x="191852" y="0"/>
                  </a:cubicBezTo>
                  <a:cubicBezTo>
                    <a:pt x="219009" y="0"/>
                    <a:pt x="438341" y="36815"/>
                    <a:pt x="466326" y="48003"/>
                  </a:cubicBezTo>
                  <a:cubicBezTo>
                    <a:pt x="482717" y="54556"/>
                    <a:pt x="568669" y="94557"/>
                    <a:pt x="576329" y="102208"/>
                  </a:cubicBezTo>
                  <a:cubicBezTo>
                    <a:pt x="580605" y="106484"/>
                    <a:pt x="620741" y="162489"/>
                    <a:pt x="611119" y="176909"/>
                  </a:cubicBezTo>
                  <a:cubicBezTo>
                    <a:pt x="573872" y="232771"/>
                    <a:pt x="572279" y="248550"/>
                    <a:pt x="573332" y="252744"/>
                  </a:cubicBezTo>
                  <a:cubicBezTo>
                    <a:pt x="573917" y="255103"/>
                    <a:pt x="574736" y="258154"/>
                    <a:pt x="575690" y="261683"/>
                  </a:cubicBezTo>
                  <a:cubicBezTo>
                    <a:pt x="581091" y="281755"/>
                    <a:pt x="590128" y="315356"/>
                    <a:pt x="586734" y="330640"/>
                  </a:cubicBezTo>
                  <a:cubicBezTo>
                    <a:pt x="582936" y="347770"/>
                    <a:pt x="540694" y="485569"/>
                    <a:pt x="538894" y="491428"/>
                  </a:cubicBezTo>
                  <a:cubicBezTo>
                    <a:pt x="538470" y="492788"/>
                    <a:pt x="537219" y="493661"/>
                    <a:pt x="535869" y="4936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1" name="Google Shape;12941;p33"/>
            <p:cNvSpPr/>
            <p:nvPr/>
          </p:nvSpPr>
          <p:spPr>
            <a:xfrm rot="-5400000">
              <a:off x="3668930" y="3044890"/>
              <a:ext cx="9260244" cy="2762458"/>
            </a:xfrm>
            <a:custGeom>
              <a:avLst/>
              <a:gdLst/>
              <a:ahLst/>
              <a:cxnLst/>
              <a:rect l="l" t="t" r="r" b="b"/>
              <a:pathLst>
                <a:path w="9260244" h="2762458" extrusionOk="0">
                  <a:moveTo>
                    <a:pt x="9069167" y="2762459"/>
                  </a:moveTo>
                  <a:cubicBezTo>
                    <a:pt x="9068987" y="2762459"/>
                    <a:pt x="9068897" y="2762450"/>
                    <a:pt x="9068717" y="2762432"/>
                  </a:cubicBezTo>
                  <a:cubicBezTo>
                    <a:pt x="9067006" y="2762225"/>
                    <a:pt x="9065836" y="2760640"/>
                    <a:pt x="9066017" y="2758912"/>
                  </a:cubicBezTo>
                  <a:cubicBezTo>
                    <a:pt x="9066197" y="2757256"/>
                    <a:pt x="9086450" y="2592525"/>
                    <a:pt x="9099771" y="2514998"/>
                  </a:cubicBezTo>
                  <a:cubicBezTo>
                    <a:pt x="9110662" y="2451747"/>
                    <a:pt x="9168000" y="2373950"/>
                    <a:pt x="9205895" y="2322463"/>
                  </a:cubicBezTo>
                  <a:cubicBezTo>
                    <a:pt x="9215166" y="2309933"/>
                    <a:pt x="9223177" y="2299096"/>
                    <a:pt x="9228578" y="2290968"/>
                  </a:cubicBezTo>
                  <a:cubicBezTo>
                    <a:pt x="9247660" y="2262389"/>
                    <a:pt x="9263593" y="2187607"/>
                    <a:pt x="9246580" y="2142835"/>
                  </a:cubicBezTo>
                  <a:cubicBezTo>
                    <a:pt x="9239920" y="2125121"/>
                    <a:pt x="9228758" y="2114104"/>
                    <a:pt x="9213546" y="2110098"/>
                  </a:cubicBezTo>
                  <a:cubicBezTo>
                    <a:pt x="9149188" y="2093185"/>
                    <a:pt x="9033073" y="1964693"/>
                    <a:pt x="9012190" y="1908976"/>
                  </a:cubicBezTo>
                  <a:cubicBezTo>
                    <a:pt x="8993107" y="1858227"/>
                    <a:pt x="8863490" y="1797253"/>
                    <a:pt x="8778870" y="1775884"/>
                  </a:cubicBezTo>
                  <a:cubicBezTo>
                    <a:pt x="8698301" y="1755542"/>
                    <a:pt x="8359271" y="1693613"/>
                    <a:pt x="8292123" y="1681408"/>
                  </a:cubicBezTo>
                  <a:cubicBezTo>
                    <a:pt x="8217656" y="1667870"/>
                    <a:pt x="8108138" y="1599596"/>
                    <a:pt x="8080748" y="1558515"/>
                  </a:cubicBezTo>
                  <a:cubicBezTo>
                    <a:pt x="8052592" y="1516281"/>
                    <a:pt x="8080370" y="1461086"/>
                    <a:pt x="8107715" y="1417700"/>
                  </a:cubicBezTo>
                  <a:cubicBezTo>
                    <a:pt x="8123432" y="1392758"/>
                    <a:pt x="8184792" y="1348751"/>
                    <a:pt x="8244128" y="1306184"/>
                  </a:cubicBezTo>
                  <a:cubicBezTo>
                    <a:pt x="8288837" y="1274122"/>
                    <a:pt x="8331070" y="1243824"/>
                    <a:pt x="8351215" y="1223680"/>
                  </a:cubicBezTo>
                  <a:cubicBezTo>
                    <a:pt x="8399758" y="1175145"/>
                    <a:pt x="8598342" y="1114405"/>
                    <a:pt x="8683241" y="1101255"/>
                  </a:cubicBezTo>
                  <a:cubicBezTo>
                    <a:pt x="8702081" y="1098338"/>
                    <a:pt x="8725421" y="1094477"/>
                    <a:pt x="8751192" y="1090210"/>
                  </a:cubicBezTo>
                  <a:cubicBezTo>
                    <a:pt x="8843607" y="1074908"/>
                    <a:pt x="8970154" y="1053953"/>
                    <a:pt x="9028662" y="1053953"/>
                  </a:cubicBezTo>
                  <a:cubicBezTo>
                    <a:pt x="9079518" y="1053953"/>
                    <a:pt x="9090500" y="1003826"/>
                    <a:pt x="9100221" y="959594"/>
                  </a:cubicBezTo>
                  <a:cubicBezTo>
                    <a:pt x="9104092" y="942132"/>
                    <a:pt x="9107692" y="925641"/>
                    <a:pt x="9113633" y="913913"/>
                  </a:cubicBezTo>
                  <a:cubicBezTo>
                    <a:pt x="9133345" y="874407"/>
                    <a:pt x="9151798" y="747067"/>
                    <a:pt x="9151798" y="706013"/>
                  </a:cubicBezTo>
                  <a:cubicBezTo>
                    <a:pt x="9151798" y="678172"/>
                    <a:pt x="9098331" y="633193"/>
                    <a:pt x="9055395" y="597062"/>
                  </a:cubicBezTo>
                  <a:cubicBezTo>
                    <a:pt x="9038833" y="583182"/>
                    <a:pt x="9023261" y="570068"/>
                    <a:pt x="9012910" y="559707"/>
                  </a:cubicBezTo>
                  <a:cubicBezTo>
                    <a:pt x="8975465" y="522272"/>
                    <a:pt x="8924248" y="471010"/>
                    <a:pt x="8924248" y="395427"/>
                  </a:cubicBezTo>
                  <a:cubicBezTo>
                    <a:pt x="8924248" y="319844"/>
                    <a:pt x="8904535" y="181235"/>
                    <a:pt x="8877442" y="135977"/>
                  </a:cubicBezTo>
                  <a:cubicBezTo>
                    <a:pt x="8852149" y="93923"/>
                    <a:pt x="8608360" y="34642"/>
                    <a:pt x="8548881" y="27207"/>
                  </a:cubicBezTo>
                  <a:cubicBezTo>
                    <a:pt x="8495684" y="20546"/>
                    <a:pt x="8315499" y="66956"/>
                    <a:pt x="8288180" y="94283"/>
                  </a:cubicBezTo>
                  <a:cubicBezTo>
                    <a:pt x="8254308" y="128155"/>
                    <a:pt x="7999008" y="185222"/>
                    <a:pt x="7849840" y="216213"/>
                  </a:cubicBezTo>
                  <a:cubicBezTo>
                    <a:pt x="7642858" y="259221"/>
                    <a:pt x="7403895" y="214674"/>
                    <a:pt x="7239885" y="169722"/>
                  </a:cubicBezTo>
                  <a:cubicBezTo>
                    <a:pt x="7180422" y="153421"/>
                    <a:pt x="7080185" y="117263"/>
                    <a:pt x="6983242" y="82285"/>
                  </a:cubicBezTo>
                  <a:cubicBezTo>
                    <a:pt x="6885598" y="47054"/>
                    <a:pt x="6793354" y="13768"/>
                    <a:pt x="6759401" y="7035"/>
                  </a:cubicBezTo>
                  <a:cubicBezTo>
                    <a:pt x="6693468" y="-6017"/>
                    <a:pt x="6464018" y="156508"/>
                    <a:pt x="6431830" y="206411"/>
                  </a:cubicBezTo>
                  <a:cubicBezTo>
                    <a:pt x="6398598" y="257943"/>
                    <a:pt x="6409660" y="363455"/>
                    <a:pt x="6478672" y="432467"/>
                  </a:cubicBezTo>
                  <a:cubicBezTo>
                    <a:pt x="6550493" y="504296"/>
                    <a:pt x="6479077" y="694293"/>
                    <a:pt x="6445503" y="761442"/>
                  </a:cubicBezTo>
                  <a:cubicBezTo>
                    <a:pt x="6410695" y="831057"/>
                    <a:pt x="6290260" y="914786"/>
                    <a:pt x="6221554" y="958496"/>
                  </a:cubicBezTo>
                  <a:cubicBezTo>
                    <a:pt x="6174964" y="988146"/>
                    <a:pt x="6097049" y="1022899"/>
                    <a:pt x="6021691" y="1056510"/>
                  </a:cubicBezTo>
                  <a:cubicBezTo>
                    <a:pt x="5975875" y="1076943"/>
                    <a:pt x="5932598" y="1096241"/>
                    <a:pt x="5897187" y="1113955"/>
                  </a:cubicBezTo>
                  <a:cubicBezTo>
                    <a:pt x="5828148" y="1148475"/>
                    <a:pt x="5713563" y="1133290"/>
                    <a:pt x="5629897" y="1122210"/>
                  </a:cubicBezTo>
                  <a:cubicBezTo>
                    <a:pt x="5597781" y="1117961"/>
                    <a:pt x="5570048" y="1114288"/>
                    <a:pt x="5551425" y="1114288"/>
                  </a:cubicBezTo>
                  <a:cubicBezTo>
                    <a:pt x="5520731" y="1114288"/>
                    <a:pt x="5463411" y="1098401"/>
                    <a:pt x="5384075" y="1076429"/>
                  </a:cubicBezTo>
                  <a:cubicBezTo>
                    <a:pt x="5286466" y="1049381"/>
                    <a:pt x="5164986" y="1015725"/>
                    <a:pt x="5031030" y="994231"/>
                  </a:cubicBezTo>
                  <a:cubicBezTo>
                    <a:pt x="4822932" y="960863"/>
                    <a:pt x="4457943" y="1016635"/>
                    <a:pt x="4258909" y="1052873"/>
                  </a:cubicBezTo>
                  <a:lnTo>
                    <a:pt x="4255633" y="1053476"/>
                  </a:lnTo>
                  <a:cubicBezTo>
                    <a:pt x="4181211" y="1067005"/>
                    <a:pt x="3976902" y="1125288"/>
                    <a:pt x="3912949" y="1189241"/>
                  </a:cubicBezTo>
                  <a:cubicBezTo>
                    <a:pt x="3842235" y="1259954"/>
                    <a:pt x="3776680" y="1305338"/>
                    <a:pt x="3614586" y="1357221"/>
                  </a:cubicBezTo>
                  <a:cubicBezTo>
                    <a:pt x="3562560" y="1373864"/>
                    <a:pt x="3505276" y="1389913"/>
                    <a:pt x="3449883" y="1405422"/>
                  </a:cubicBezTo>
                  <a:cubicBezTo>
                    <a:pt x="3326063" y="1440095"/>
                    <a:pt x="3209110" y="1472859"/>
                    <a:pt x="3176985" y="1504976"/>
                  </a:cubicBezTo>
                  <a:cubicBezTo>
                    <a:pt x="3137938" y="1544023"/>
                    <a:pt x="3181629" y="1698906"/>
                    <a:pt x="3200298" y="1765047"/>
                  </a:cubicBezTo>
                  <a:cubicBezTo>
                    <a:pt x="3203655" y="1776955"/>
                    <a:pt x="3206311" y="1786353"/>
                    <a:pt x="3207733" y="1792338"/>
                  </a:cubicBezTo>
                  <a:cubicBezTo>
                    <a:pt x="3218318" y="1836750"/>
                    <a:pt x="3038232" y="1966268"/>
                    <a:pt x="2991497" y="1991652"/>
                  </a:cubicBezTo>
                  <a:cubicBezTo>
                    <a:pt x="2943368" y="2017791"/>
                    <a:pt x="2836038" y="2122745"/>
                    <a:pt x="2792130" y="2166661"/>
                  </a:cubicBezTo>
                  <a:cubicBezTo>
                    <a:pt x="2763759" y="2195033"/>
                    <a:pt x="2669219" y="2210236"/>
                    <a:pt x="2600198" y="2221335"/>
                  </a:cubicBezTo>
                  <a:cubicBezTo>
                    <a:pt x="2568856" y="2226375"/>
                    <a:pt x="2541790" y="2230732"/>
                    <a:pt x="2529926" y="2234927"/>
                  </a:cubicBezTo>
                  <a:cubicBezTo>
                    <a:pt x="2489691" y="2249094"/>
                    <a:pt x="2294770" y="2187103"/>
                    <a:pt x="2241582" y="2160505"/>
                  </a:cubicBezTo>
                  <a:cubicBezTo>
                    <a:pt x="2213390" y="2146409"/>
                    <a:pt x="2162363" y="2149433"/>
                    <a:pt x="2117294" y="2152098"/>
                  </a:cubicBezTo>
                  <a:cubicBezTo>
                    <a:pt x="2076698" y="2154510"/>
                    <a:pt x="2038335" y="2156778"/>
                    <a:pt x="2018776" y="2146994"/>
                  </a:cubicBezTo>
                  <a:cubicBezTo>
                    <a:pt x="1977343" y="2126282"/>
                    <a:pt x="2036940" y="1953198"/>
                    <a:pt x="2064493" y="1879740"/>
                  </a:cubicBezTo>
                  <a:cubicBezTo>
                    <a:pt x="2085312" y="1824220"/>
                    <a:pt x="2167565" y="1763129"/>
                    <a:pt x="2235074" y="1736126"/>
                  </a:cubicBezTo>
                  <a:cubicBezTo>
                    <a:pt x="2304095" y="1708519"/>
                    <a:pt x="2401002" y="1600874"/>
                    <a:pt x="2395223" y="1577777"/>
                  </a:cubicBezTo>
                  <a:cubicBezTo>
                    <a:pt x="2390867" y="1560360"/>
                    <a:pt x="2257757" y="1571422"/>
                    <a:pt x="2200933" y="1576139"/>
                  </a:cubicBezTo>
                  <a:cubicBezTo>
                    <a:pt x="2173785" y="1578389"/>
                    <a:pt x="2152335" y="1580171"/>
                    <a:pt x="2141723" y="1580171"/>
                  </a:cubicBezTo>
                  <a:cubicBezTo>
                    <a:pt x="2102784" y="1580171"/>
                    <a:pt x="1954174" y="1620308"/>
                    <a:pt x="1904065" y="1647311"/>
                  </a:cubicBezTo>
                  <a:cubicBezTo>
                    <a:pt x="1875846" y="1662523"/>
                    <a:pt x="1851687" y="1701165"/>
                    <a:pt x="1828320" y="1738538"/>
                  </a:cubicBezTo>
                  <a:cubicBezTo>
                    <a:pt x="1810858" y="1766478"/>
                    <a:pt x="1792801" y="1795354"/>
                    <a:pt x="1772602" y="1815561"/>
                  </a:cubicBezTo>
                  <a:cubicBezTo>
                    <a:pt x="1725094" y="1863060"/>
                    <a:pt x="1463979" y="2004307"/>
                    <a:pt x="1400017" y="2025631"/>
                  </a:cubicBezTo>
                  <a:cubicBezTo>
                    <a:pt x="1333957" y="2047648"/>
                    <a:pt x="1087487" y="2049421"/>
                    <a:pt x="1085047" y="2049421"/>
                  </a:cubicBezTo>
                  <a:cubicBezTo>
                    <a:pt x="1064246" y="2049421"/>
                    <a:pt x="951362" y="2173115"/>
                    <a:pt x="883916" y="2247024"/>
                  </a:cubicBezTo>
                  <a:cubicBezTo>
                    <a:pt x="856795" y="2276746"/>
                    <a:pt x="833374" y="2302408"/>
                    <a:pt x="820583" y="2315199"/>
                  </a:cubicBezTo>
                  <a:cubicBezTo>
                    <a:pt x="771311" y="2364480"/>
                    <a:pt x="587561" y="2464763"/>
                    <a:pt x="447205" y="2474223"/>
                  </a:cubicBezTo>
                  <a:cubicBezTo>
                    <a:pt x="306553" y="2483638"/>
                    <a:pt x="5409" y="2407668"/>
                    <a:pt x="2385" y="2406885"/>
                  </a:cubicBezTo>
                  <a:cubicBezTo>
                    <a:pt x="693" y="2406462"/>
                    <a:pt x="-333" y="2404734"/>
                    <a:pt x="99" y="2403050"/>
                  </a:cubicBezTo>
                  <a:cubicBezTo>
                    <a:pt x="522" y="2401367"/>
                    <a:pt x="2214" y="2400305"/>
                    <a:pt x="3933" y="2400764"/>
                  </a:cubicBezTo>
                  <a:cubicBezTo>
                    <a:pt x="6949" y="2401529"/>
                    <a:pt x="307255" y="2477346"/>
                    <a:pt x="446773" y="2467913"/>
                  </a:cubicBezTo>
                  <a:cubicBezTo>
                    <a:pt x="585680" y="2458552"/>
                    <a:pt x="767413" y="2359431"/>
                    <a:pt x="816110" y="2310725"/>
                  </a:cubicBezTo>
                  <a:cubicBezTo>
                    <a:pt x="828802" y="2298034"/>
                    <a:pt x="852178" y="2272416"/>
                    <a:pt x="879253" y="2242757"/>
                  </a:cubicBezTo>
                  <a:cubicBezTo>
                    <a:pt x="978941" y="2133519"/>
                    <a:pt x="1063237" y="2043093"/>
                    <a:pt x="1085047" y="2043093"/>
                  </a:cubicBezTo>
                  <a:cubicBezTo>
                    <a:pt x="1124940" y="2043093"/>
                    <a:pt x="1339844" y="2039015"/>
                    <a:pt x="1398009" y="2019627"/>
                  </a:cubicBezTo>
                  <a:cubicBezTo>
                    <a:pt x="1459919" y="1998987"/>
                    <a:pt x="1722475" y="1856733"/>
                    <a:pt x="1768129" y="1811088"/>
                  </a:cubicBezTo>
                  <a:cubicBezTo>
                    <a:pt x="1787823" y="1791393"/>
                    <a:pt x="1805682" y="1762815"/>
                    <a:pt x="1822964" y="1735181"/>
                  </a:cubicBezTo>
                  <a:cubicBezTo>
                    <a:pt x="1846763" y="1697106"/>
                    <a:pt x="1871363" y="1657753"/>
                    <a:pt x="1901058" y="1641739"/>
                  </a:cubicBezTo>
                  <a:cubicBezTo>
                    <a:pt x="1952968" y="1613755"/>
                    <a:pt x="2101209" y="1573844"/>
                    <a:pt x="2141714" y="1573844"/>
                  </a:cubicBezTo>
                  <a:cubicBezTo>
                    <a:pt x="2152065" y="1573844"/>
                    <a:pt x="2173398" y="1572070"/>
                    <a:pt x="2200402" y="1569829"/>
                  </a:cubicBezTo>
                  <a:cubicBezTo>
                    <a:pt x="2307246" y="1560945"/>
                    <a:pt x="2396123" y="1555319"/>
                    <a:pt x="2401353" y="1576238"/>
                  </a:cubicBezTo>
                  <a:cubicBezTo>
                    <a:pt x="2408599" y="1605231"/>
                    <a:pt x="2306904" y="1714190"/>
                    <a:pt x="2237414" y="1741986"/>
                  </a:cubicBezTo>
                  <a:cubicBezTo>
                    <a:pt x="2171184" y="1768476"/>
                    <a:pt x="2090605" y="1828073"/>
                    <a:pt x="2070398" y="1881954"/>
                  </a:cubicBezTo>
                  <a:cubicBezTo>
                    <a:pt x="2027075" y="1997484"/>
                    <a:pt x="1991502" y="2126291"/>
                    <a:pt x="2021593" y="2141332"/>
                  </a:cubicBezTo>
                  <a:cubicBezTo>
                    <a:pt x="2039631" y="2150351"/>
                    <a:pt x="2077166" y="2148137"/>
                    <a:pt x="2116916" y="2145779"/>
                  </a:cubicBezTo>
                  <a:cubicBezTo>
                    <a:pt x="2164973" y="2142926"/>
                    <a:pt x="2214704" y="2139982"/>
                    <a:pt x="2244399" y="2154834"/>
                  </a:cubicBezTo>
                  <a:cubicBezTo>
                    <a:pt x="2302088" y="2183683"/>
                    <a:pt x="2491815" y="2241686"/>
                    <a:pt x="2527802" y="2228950"/>
                  </a:cubicBezTo>
                  <a:cubicBezTo>
                    <a:pt x="2540205" y="2224566"/>
                    <a:pt x="2566228" y="2220381"/>
                    <a:pt x="2599181" y="2215079"/>
                  </a:cubicBezTo>
                  <a:cubicBezTo>
                    <a:pt x="2667365" y="2204116"/>
                    <a:pt x="2760725" y="2189101"/>
                    <a:pt x="2787657" y="2162179"/>
                  </a:cubicBezTo>
                  <a:cubicBezTo>
                    <a:pt x="2842438" y="2107398"/>
                    <a:pt x="2941379" y="2011670"/>
                    <a:pt x="2988482" y="1986089"/>
                  </a:cubicBezTo>
                  <a:cubicBezTo>
                    <a:pt x="3042984" y="1956484"/>
                    <a:pt x="3210289" y="1830314"/>
                    <a:pt x="3201585" y="1793797"/>
                  </a:cubicBezTo>
                  <a:cubicBezTo>
                    <a:pt x="3200190" y="1787937"/>
                    <a:pt x="3197553" y="1778585"/>
                    <a:pt x="3194213" y="1766748"/>
                  </a:cubicBezTo>
                  <a:cubicBezTo>
                    <a:pt x="3173654" y="1693847"/>
                    <a:pt x="3130854" y="1542150"/>
                    <a:pt x="3172520" y="1500493"/>
                  </a:cubicBezTo>
                  <a:cubicBezTo>
                    <a:pt x="3205816" y="1467197"/>
                    <a:pt x="3323542" y="1434226"/>
                    <a:pt x="3448181" y="1399320"/>
                  </a:cubicBezTo>
                  <a:cubicBezTo>
                    <a:pt x="3503521" y="1383820"/>
                    <a:pt x="3560741" y="1367788"/>
                    <a:pt x="3612660" y="1351181"/>
                  </a:cubicBezTo>
                  <a:cubicBezTo>
                    <a:pt x="3773511" y="1299704"/>
                    <a:pt x="3838482" y="1254752"/>
                    <a:pt x="3908475" y="1184759"/>
                  </a:cubicBezTo>
                  <a:cubicBezTo>
                    <a:pt x="3973418" y="1119815"/>
                    <a:pt x="4179492" y="1060884"/>
                    <a:pt x="4254489" y="1047239"/>
                  </a:cubicBezTo>
                  <a:lnTo>
                    <a:pt x="4257766" y="1046644"/>
                  </a:lnTo>
                  <a:cubicBezTo>
                    <a:pt x="4457196" y="1010334"/>
                    <a:pt x="4822968" y="954409"/>
                    <a:pt x="5032021" y="987984"/>
                  </a:cubicBezTo>
                  <a:cubicBezTo>
                    <a:pt x="5166318" y="1009523"/>
                    <a:pt x="5287987" y="1043233"/>
                    <a:pt x="5385758" y="1070317"/>
                  </a:cubicBezTo>
                  <a:cubicBezTo>
                    <a:pt x="5461647" y="1091344"/>
                    <a:pt x="5521586" y="1107951"/>
                    <a:pt x="5551425" y="1107951"/>
                  </a:cubicBezTo>
                  <a:cubicBezTo>
                    <a:pt x="5570462" y="1107951"/>
                    <a:pt x="5598393" y="1111651"/>
                    <a:pt x="5630716" y="1115926"/>
                  </a:cubicBezTo>
                  <a:cubicBezTo>
                    <a:pt x="5713590" y="1126899"/>
                    <a:pt x="5827059" y="1141931"/>
                    <a:pt x="5894352" y="1108285"/>
                  </a:cubicBezTo>
                  <a:cubicBezTo>
                    <a:pt x="5929897" y="1090507"/>
                    <a:pt x="5973229" y="1071181"/>
                    <a:pt x="6019108" y="1050722"/>
                  </a:cubicBezTo>
                  <a:cubicBezTo>
                    <a:pt x="6094250" y="1017202"/>
                    <a:pt x="6171957" y="982547"/>
                    <a:pt x="6218151" y="953149"/>
                  </a:cubicBezTo>
                  <a:cubicBezTo>
                    <a:pt x="6286299" y="909790"/>
                    <a:pt x="6405718" y="826853"/>
                    <a:pt x="6439841" y="758597"/>
                  </a:cubicBezTo>
                  <a:cubicBezTo>
                    <a:pt x="6472849" y="692583"/>
                    <a:pt x="6543382" y="506105"/>
                    <a:pt x="6474199" y="436913"/>
                  </a:cubicBezTo>
                  <a:cubicBezTo>
                    <a:pt x="6403053" y="365777"/>
                    <a:pt x="6391964" y="256521"/>
                    <a:pt x="6426511" y="202964"/>
                  </a:cubicBezTo>
                  <a:cubicBezTo>
                    <a:pt x="6461435" y="148813"/>
                    <a:pt x="6691973" y="-12839"/>
                    <a:pt x="6760616" y="815"/>
                  </a:cubicBezTo>
                  <a:cubicBezTo>
                    <a:pt x="6795037" y="7638"/>
                    <a:pt x="6887497" y="40996"/>
                    <a:pt x="6985376" y="76317"/>
                  </a:cubicBezTo>
                  <a:cubicBezTo>
                    <a:pt x="7082201" y="111251"/>
                    <a:pt x="7182313" y="147372"/>
                    <a:pt x="7241531" y="163601"/>
                  </a:cubicBezTo>
                  <a:cubicBezTo>
                    <a:pt x="7404876" y="208365"/>
                    <a:pt x="7642768" y="252767"/>
                    <a:pt x="7848535" y="210011"/>
                  </a:cubicBezTo>
                  <a:cubicBezTo>
                    <a:pt x="8101198" y="157499"/>
                    <a:pt x="8259808" y="113681"/>
                    <a:pt x="8283697" y="89792"/>
                  </a:cubicBezTo>
                  <a:cubicBezTo>
                    <a:pt x="8311691" y="61798"/>
                    <a:pt x="8495567" y="14137"/>
                    <a:pt x="8549646" y="20915"/>
                  </a:cubicBezTo>
                  <a:cubicBezTo>
                    <a:pt x="8594769" y="26558"/>
                    <a:pt x="8853678" y="84202"/>
                    <a:pt x="8882843" y="132709"/>
                  </a:cubicBezTo>
                  <a:cubicBezTo>
                    <a:pt x="8910476" y="178832"/>
                    <a:pt x="8930549" y="321635"/>
                    <a:pt x="8930549" y="395400"/>
                  </a:cubicBezTo>
                  <a:cubicBezTo>
                    <a:pt x="8930549" y="469165"/>
                    <a:pt x="8980686" y="518563"/>
                    <a:pt x="9017410" y="555216"/>
                  </a:cubicBezTo>
                  <a:cubicBezTo>
                    <a:pt x="9027492" y="565378"/>
                    <a:pt x="9043064" y="578412"/>
                    <a:pt x="9059446" y="592202"/>
                  </a:cubicBezTo>
                  <a:cubicBezTo>
                    <a:pt x="9105712" y="631114"/>
                    <a:pt x="9158099" y="675202"/>
                    <a:pt x="9158099" y="705986"/>
                  </a:cubicBezTo>
                  <a:cubicBezTo>
                    <a:pt x="9158099" y="747499"/>
                    <a:pt x="9139376" y="876522"/>
                    <a:pt x="9119213" y="916712"/>
                  </a:cubicBezTo>
                  <a:cubicBezTo>
                    <a:pt x="9113723" y="927748"/>
                    <a:pt x="9110212" y="943860"/>
                    <a:pt x="9106432" y="960926"/>
                  </a:cubicBezTo>
                  <a:cubicBezTo>
                    <a:pt x="9096710" y="1005185"/>
                    <a:pt x="9084559" y="1060245"/>
                    <a:pt x="9028662" y="1060245"/>
                  </a:cubicBezTo>
                  <a:cubicBezTo>
                    <a:pt x="8972674" y="1060245"/>
                    <a:pt x="8844416" y="1081155"/>
                    <a:pt x="8752217" y="1096412"/>
                  </a:cubicBezTo>
                  <a:cubicBezTo>
                    <a:pt x="8726438" y="1100678"/>
                    <a:pt x="8703071" y="1104549"/>
                    <a:pt x="8684205" y="1107474"/>
                  </a:cubicBezTo>
                  <a:cubicBezTo>
                    <a:pt x="8600017" y="1120517"/>
                    <a:pt x="8403394" y="1180429"/>
                    <a:pt x="8355688" y="1228117"/>
                  </a:cubicBezTo>
                  <a:cubicBezTo>
                    <a:pt x="8335184" y="1248631"/>
                    <a:pt x="8292743" y="1279064"/>
                    <a:pt x="8247818" y="1311288"/>
                  </a:cubicBezTo>
                  <a:cubicBezTo>
                    <a:pt x="8188978" y="1353504"/>
                    <a:pt x="8128130" y="1397142"/>
                    <a:pt x="8113062" y="1421040"/>
                  </a:cubicBezTo>
                  <a:cubicBezTo>
                    <a:pt x="8086733" y="1462805"/>
                    <a:pt x="8059865" y="1515759"/>
                    <a:pt x="8086005" y="1554977"/>
                  </a:cubicBezTo>
                  <a:cubicBezTo>
                    <a:pt x="8112756" y="1595104"/>
                    <a:pt x="8220122" y="1661857"/>
                    <a:pt x="8293257" y="1675152"/>
                  </a:cubicBezTo>
                  <a:cubicBezTo>
                    <a:pt x="8360441" y="1687366"/>
                    <a:pt x="8699660" y="1749331"/>
                    <a:pt x="8780418" y="1769727"/>
                  </a:cubicBezTo>
                  <a:cubicBezTo>
                    <a:pt x="8864570" y="1790979"/>
                    <a:pt x="8997608" y="1851989"/>
                    <a:pt x="9018130" y="1906716"/>
                  </a:cubicBezTo>
                  <a:cubicBezTo>
                    <a:pt x="9038563" y="1961407"/>
                    <a:pt x="9152338" y="2087415"/>
                    <a:pt x="9215166" y="2103950"/>
                  </a:cubicBezTo>
                  <a:cubicBezTo>
                    <a:pt x="9232449" y="2108505"/>
                    <a:pt x="9245051" y="2120819"/>
                    <a:pt x="9252521" y="2140558"/>
                  </a:cubicBezTo>
                  <a:cubicBezTo>
                    <a:pt x="9270794" y="2188777"/>
                    <a:pt x="9253421" y="2265107"/>
                    <a:pt x="9233799" y="2294433"/>
                  </a:cubicBezTo>
                  <a:cubicBezTo>
                    <a:pt x="9228308" y="2302687"/>
                    <a:pt x="9220297" y="2313570"/>
                    <a:pt x="9211025" y="2326162"/>
                  </a:cubicBezTo>
                  <a:cubicBezTo>
                    <a:pt x="9173491" y="2377172"/>
                    <a:pt x="9116693" y="2454249"/>
                    <a:pt x="9106072" y="2516033"/>
                  </a:cubicBezTo>
                  <a:cubicBezTo>
                    <a:pt x="9092660" y="2593407"/>
                    <a:pt x="9072498" y="2757985"/>
                    <a:pt x="9072318" y="2759641"/>
                  </a:cubicBezTo>
                  <a:cubicBezTo>
                    <a:pt x="9072137" y="2761243"/>
                    <a:pt x="9070697" y="2762423"/>
                    <a:pt x="9069167" y="27624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2" name="Google Shape;12942;p33"/>
            <p:cNvSpPr/>
            <p:nvPr/>
          </p:nvSpPr>
          <p:spPr>
            <a:xfrm rot="-5400000">
              <a:off x="5508930" y="1594023"/>
              <a:ext cx="5682096" cy="2688148"/>
            </a:xfrm>
            <a:custGeom>
              <a:avLst/>
              <a:gdLst/>
              <a:ahLst/>
              <a:cxnLst/>
              <a:rect l="l" t="t" r="r" b="b"/>
              <a:pathLst>
                <a:path w="5682096" h="2688148" extrusionOk="0">
                  <a:moveTo>
                    <a:pt x="4667697" y="2688140"/>
                  </a:moveTo>
                  <a:cubicBezTo>
                    <a:pt x="4666212" y="2688140"/>
                    <a:pt x="4664880" y="2687087"/>
                    <a:pt x="4664592" y="2685575"/>
                  </a:cubicBezTo>
                  <a:cubicBezTo>
                    <a:pt x="4664303" y="2684080"/>
                    <a:pt x="4635635" y="2534724"/>
                    <a:pt x="4624239" y="2450050"/>
                  </a:cubicBezTo>
                  <a:cubicBezTo>
                    <a:pt x="4612330" y="2361649"/>
                    <a:pt x="4618911" y="2273662"/>
                    <a:pt x="4630063" y="2229314"/>
                  </a:cubicBezTo>
                  <a:cubicBezTo>
                    <a:pt x="4641927" y="2182148"/>
                    <a:pt x="4716663" y="1992232"/>
                    <a:pt x="4748969" y="1945714"/>
                  </a:cubicBezTo>
                  <a:cubicBezTo>
                    <a:pt x="4782093" y="1898034"/>
                    <a:pt x="4960136" y="1846413"/>
                    <a:pt x="5007618" y="1846413"/>
                  </a:cubicBezTo>
                  <a:cubicBezTo>
                    <a:pt x="5026997" y="1846413"/>
                    <a:pt x="5068951" y="1844360"/>
                    <a:pt x="5117540" y="1841993"/>
                  </a:cubicBezTo>
                  <a:cubicBezTo>
                    <a:pt x="5185706" y="1838662"/>
                    <a:pt x="5262954" y="1834891"/>
                    <a:pt x="5312974" y="1834891"/>
                  </a:cubicBezTo>
                  <a:cubicBezTo>
                    <a:pt x="5342642" y="1834891"/>
                    <a:pt x="5380455" y="1839616"/>
                    <a:pt x="5417018" y="1844189"/>
                  </a:cubicBezTo>
                  <a:cubicBezTo>
                    <a:pt x="5474239" y="1851345"/>
                    <a:pt x="5533403" y="1858735"/>
                    <a:pt x="5548444" y="1845467"/>
                  </a:cubicBezTo>
                  <a:cubicBezTo>
                    <a:pt x="5550703" y="1843478"/>
                    <a:pt x="5551802" y="1841048"/>
                    <a:pt x="5551802" y="1838051"/>
                  </a:cubicBezTo>
                  <a:cubicBezTo>
                    <a:pt x="5551802" y="1802973"/>
                    <a:pt x="5260272" y="1737507"/>
                    <a:pt x="5186228" y="1737507"/>
                  </a:cubicBezTo>
                  <a:cubicBezTo>
                    <a:pt x="5146739" y="1737507"/>
                    <a:pt x="5096459" y="1717768"/>
                    <a:pt x="5047844" y="1698676"/>
                  </a:cubicBezTo>
                  <a:cubicBezTo>
                    <a:pt x="5016700" y="1686453"/>
                    <a:pt x="4987275" y="1674904"/>
                    <a:pt x="4960767" y="1668279"/>
                  </a:cubicBezTo>
                  <a:cubicBezTo>
                    <a:pt x="4893699" y="1651510"/>
                    <a:pt x="4707509" y="1559698"/>
                    <a:pt x="4653943" y="1506123"/>
                  </a:cubicBezTo>
                  <a:cubicBezTo>
                    <a:pt x="4630045" y="1482225"/>
                    <a:pt x="4625607" y="1452845"/>
                    <a:pt x="4640739" y="1418793"/>
                  </a:cubicBezTo>
                  <a:cubicBezTo>
                    <a:pt x="4654276" y="1388315"/>
                    <a:pt x="4681064" y="1359574"/>
                    <a:pt x="4700038" y="1340600"/>
                  </a:cubicBezTo>
                  <a:cubicBezTo>
                    <a:pt x="4718283" y="1322355"/>
                    <a:pt x="4748672" y="1288195"/>
                    <a:pt x="4783849" y="1248626"/>
                  </a:cubicBezTo>
                  <a:cubicBezTo>
                    <a:pt x="4832347" y="1194088"/>
                    <a:pt x="4887326" y="1132277"/>
                    <a:pt x="4932772" y="1086830"/>
                  </a:cubicBezTo>
                  <a:cubicBezTo>
                    <a:pt x="5003270" y="1016342"/>
                    <a:pt x="5154067" y="960696"/>
                    <a:pt x="5226535" y="933963"/>
                  </a:cubicBezTo>
                  <a:cubicBezTo>
                    <a:pt x="5236023" y="930461"/>
                    <a:pt x="5244331" y="927401"/>
                    <a:pt x="5251127" y="924799"/>
                  </a:cubicBezTo>
                  <a:cubicBezTo>
                    <a:pt x="5284566" y="912009"/>
                    <a:pt x="5359258" y="902971"/>
                    <a:pt x="5431492" y="894223"/>
                  </a:cubicBezTo>
                  <a:cubicBezTo>
                    <a:pt x="5489388" y="887211"/>
                    <a:pt x="5544079" y="880586"/>
                    <a:pt x="5568563" y="872881"/>
                  </a:cubicBezTo>
                  <a:cubicBezTo>
                    <a:pt x="5620688" y="856472"/>
                    <a:pt x="5660923" y="790133"/>
                    <a:pt x="5672895" y="748269"/>
                  </a:cubicBezTo>
                  <a:cubicBezTo>
                    <a:pt x="5684237" y="708627"/>
                    <a:pt x="5660833" y="565625"/>
                    <a:pt x="5633380" y="538199"/>
                  </a:cubicBezTo>
                  <a:cubicBezTo>
                    <a:pt x="5606286" y="511123"/>
                    <a:pt x="5521360" y="383289"/>
                    <a:pt x="5521360" y="322792"/>
                  </a:cubicBezTo>
                  <a:cubicBezTo>
                    <a:pt x="5521360" y="266309"/>
                    <a:pt x="5450070" y="106889"/>
                    <a:pt x="5364406" y="95233"/>
                  </a:cubicBezTo>
                  <a:cubicBezTo>
                    <a:pt x="5275339" y="83126"/>
                    <a:pt x="5139098" y="96619"/>
                    <a:pt x="5065315" y="140211"/>
                  </a:cubicBezTo>
                  <a:cubicBezTo>
                    <a:pt x="5014018" y="170518"/>
                    <a:pt x="4893095" y="186316"/>
                    <a:pt x="4795928" y="198998"/>
                  </a:cubicBezTo>
                  <a:cubicBezTo>
                    <a:pt x="4748158" y="205236"/>
                    <a:pt x="4706897" y="210628"/>
                    <a:pt x="4685817" y="216380"/>
                  </a:cubicBezTo>
                  <a:cubicBezTo>
                    <a:pt x="4646598" y="227082"/>
                    <a:pt x="4572869" y="224768"/>
                    <a:pt x="4461246" y="221276"/>
                  </a:cubicBezTo>
                  <a:cubicBezTo>
                    <a:pt x="4393278" y="219143"/>
                    <a:pt x="4308676" y="216496"/>
                    <a:pt x="4212543" y="216496"/>
                  </a:cubicBezTo>
                  <a:cubicBezTo>
                    <a:pt x="3999846" y="216496"/>
                    <a:pt x="3638934" y="70812"/>
                    <a:pt x="3520343" y="22935"/>
                  </a:cubicBezTo>
                  <a:cubicBezTo>
                    <a:pt x="3500145" y="14780"/>
                    <a:pt x="3485554" y="8894"/>
                    <a:pt x="3479838" y="6985"/>
                  </a:cubicBezTo>
                  <a:cubicBezTo>
                    <a:pt x="3446282" y="-4294"/>
                    <a:pt x="3342561" y="102326"/>
                    <a:pt x="3298320" y="147844"/>
                  </a:cubicBezTo>
                  <a:cubicBezTo>
                    <a:pt x="3292064" y="154289"/>
                    <a:pt x="3286790" y="159717"/>
                    <a:pt x="3282793" y="163714"/>
                  </a:cubicBezTo>
                  <a:cubicBezTo>
                    <a:pt x="3257121" y="189376"/>
                    <a:pt x="3272109" y="223536"/>
                    <a:pt x="3287978" y="259693"/>
                  </a:cubicBezTo>
                  <a:cubicBezTo>
                    <a:pt x="3291911" y="268658"/>
                    <a:pt x="3295989" y="277939"/>
                    <a:pt x="3299427" y="287111"/>
                  </a:cubicBezTo>
                  <a:cubicBezTo>
                    <a:pt x="3310625" y="316968"/>
                    <a:pt x="3303208" y="400319"/>
                    <a:pt x="3296025" y="480924"/>
                  </a:cubicBezTo>
                  <a:cubicBezTo>
                    <a:pt x="3291947" y="526668"/>
                    <a:pt x="3288104" y="569892"/>
                    <a:pt x="3288104" y="599344"/>
                  </a:cubicBezTo>
                  <a:cubicBezTo>
                    <a:pt x="3288104" y="665295"/>
                    <a:pt x="3169252" y="771149"/>
                    <a:pt x="3098233" y="834392"/>
                  </a:cubicBezTo>
                  <a:cubicBezTo>
                    <a:pt x="3080870" y="849856"/>
                    <a:pt x="3065874" y="863213"/>
                    <a:pt x="3056719" y="872367"/>
                  </a:cubicBezTo>
                  <a:cubicBezTo>
                    <a:pt x="3034153" y="894934"/>
                    <a:pt x="3002640" y="916977"/>
                    <a:pt x="2969273" y="940326"/>
                  </a:cubicBezTo>
                  <a:cubicBezTo>
                    <a:pt x="2934654" y="964540"/>
                    <a:pt x="2898848" y="989590"/>
                    <a:pt x="2872357" y="1016090"/>
                  </a:cubicBezTo>
                  <a:cubicBezTo>
                    <a:pt x="2819898" y="1068548"/>
                    <a:pt x="2728158" y="1103383"/>
                    <a:pt x="2679300" y="1113996"/>
                  </a:cubicBezTo>
                  <a:cubicBezTo>
                    <a:pt x="2647552" y="1120899"/>
                    <a:pt x="2588244" y="1118730"/>
                    <a:pt x="2525479" y="1116417"/>
                  </a:cubicBezTo>
                  <a:cubicBezTo>
                    <a:pt x="2494019" y="1115264"/>
                    <a:pt x="2461498" y="1114067"/>
                    <a:pt x="2432244" y="1114067"/>
                  </a:cubicBezTo>
                  <a:cubicBezTo>
                    <a:pt x="2344312" y="1114067"/>
                    <a:pt x="2147987" y="1097604"/>
                    <a:pt x="2056985" y="1074858"/>
                  </a:cubicBezTo>
                  <a:cubicBezTo>
                    <a:pt x="1965713" y="1052040"/>
                    <a:pt x="1826663" y="1028799"/>
                    <a:pt x="1751899" y="1016981"/>
                  </a:cubicBezTo>
                  <a:cubicBezTo>
                    <a:pt x="1680655" y="1005711"/>
                    <a:pt x="1428352" y="1005774"/>
                    <a:pt x="1333146" y="1005819"/>
                  </a:cubicBezTo>
                  <a:lnTo>
                    <a:pt x="1320283" y="1005819"/>
                  </a:lnTo>
                  <a:cubicBezTo>
                    <a:pt x="1237545" y="1005819"/>
                    <a:pt x="1041283" y="1064840"/>
                    <a:pt x="976789" y="1084228"/>
                  </a:cubicBezTo>
                  <a:lnTo>
                    <a:pt x="969741" y="1086344"/>
                  </a:lnTo>
                  <a:cubicBezTo>
                    <a:pt x="909397" y="1104454"/>
                    <a:pt x="740103" y="1184853"/>
                    <a:pt x="706898" y="1218067"/>
                  </a:cubicBezTo>
                  <a:cubicBezTo>
                    <a:pt x="671793" y="1253172"/>
                    <a:pt x="496423" y="1322823"/>
                    <a:pt x="456953" y="1334362"/>
                  </a:cubicBezTo>
                  <a:cubicBezTo>
                    <a:pt x="446638" y="1337378"/>
                    <a:pt x="425719" y="1344507"/>
                    <a:pt x="399237" y="1353535"/>
                  </a:cubicBezTo>
                  <a:cubicBezTo>
                    <a:pt x="320828" y="1380259"/>
                    <a:pt x="202337" y="1420648"/>
                    <a:pt x="166422" y="1420648"/>
                  </a:cubicBezTo>
                  <a:cubicBezTo>
                    <a:pt x="119931" y="1420648"/>
                    <a:pt x="49037" y="1484142"/>
                    <a:pt x="32628" y="1522433"/>
                  </a:cubicBezTo>
                  <a:cubicBezTo>
                    <a:pt x="15958" y="1561327"/>
                    <a:pt x="38056" y="1697893"/>
                    <a:pt x="49244" y="1709081"/>
                  </a:cubicBezTo>
                  <a:cubicBezTo>
                    <a:pt x="55419" y="1715256"/>
                    <a:pt x="47696" y="1735167"/>
                    <a:pt x="32349" y="1772774"/>
                  </a:cubicBezTo>
                  <a:cubicBezTo>
                    <a:pt x="18307" y="1807212"/>
                    <a:pt x="-946" y="1854378"/>
                    <a:pt x="8919" y="1864235"/>
                  </a:cubicBezTo>
                  <a:cubicBezTo>
                    <a:pt x="27345" y="1882660"/>
                    <a:pt x="182624" y="1869690"/>
                    <a:pt x="248936" y="1864154"/>
                  </a:cubicBezTo>
                  <a:lnTo>
                    <a:pt x="254165" y="1863722"/>
                  </a:lnTo>
                  <a:cubicBezTo>
                    <a:pt x="306480" y="1859311"/>
                    <a:pt x="372036" y="1890816"/>
                    <a:pt x="424711" y="1916090"/>
                  </a:cubicBezTo>
                  <a:cubicBezTo>
                    <a:pt x="442803" y="1924777"/>
                    <a:pt x="459897" y="1932986"/>
                    <a:pt x="474541" y="1938836"/>
                  </a:cubicBezTo>
                  <a:cubicBezTo>
                    <a:pt x="532293" y="1961934"/>
                    <a:pt x="567109" y="2057733"/>
                    <a:pt x="590143" y="2121128"/>
                  </a:cubicBezTo>
                  <a:lnTo>
                    <a:pt x="591566" y="2125044"/>
                  </a:lnTo>
                  <a:cubicBezTo>
                    <a:pt x="605950" y="2164613"/>
                    <a:pt x="662747" y="2173731"/>
                    <a:pt x="722875" y="2183390"/>
                  </a:cubicBezTo>
                  <a:cubicBezTo>
                    <a:pt x="754451" y="2188458"/>
                    <a:pt x="787089" y="2193696"/>
                    <a:pt x="812968" y="2203849"/>
                  </a:cubicBezTo>
                  <a:cubicBezTo>
                    <a:pt x="868649" y="2225695"/>
                    <a:pt x="963053" y="2220772"/>
                    <a:pt x="1031966" y="2217171"/>
                  </a:cubicBezTo>
                  <a:cubicBezTo>
                    <a:pt x="1052687" y="2216082"/>
                    <a:pt x="1070573" y="2215155"/>
                    <a:pt x="1084074" y="2215155"/>
                  </a:cubicBezTo>
                  <a:cubicBezTo>
                    <a:pt x="1128936" y="2215155"/>
                    <a:pt x="1236114" y="2146323"/>
                    <a:pt x="1307033" y="2100768"/>
                  </a:cubicBezTo>
                  <a:cubicBezTo>
                    <a:pt x="1325477" y="2088922"/>
                    <a:pt x="1341418" y="2078679"/>
                    <a:pt x="1353291" y="2071568"/>
                  </a:cubicBezTo>
                  <a:cubicBezTo>
                    <a:pt x="1420377" y="2031351"/>
                    <a:pt x="1548796" y="1997821"/>
                    <a:pt x="1672284" y="2019316"/>
                  </a:cubicBezTo>
                  <a:cubicBezTo>
                    <a:pt x="1775860" y="2037327"/>
                    <a:pt x="1887043" y="2035482"/>
                    <a:pt x="1985093" y="2033835"/>
                  </a:cubicBezTo>
                  <a:cubicBezTo>
                    <a:pt x="2012600" y="2033376"/>
                    <a:pt x="2038578" y="2032944"/>
                    <a:pt x="2063520" y="2032944"/>
                  </a:cubicBezTo>
                  <a:cubicBezTo>
                    <a:pt x="2153271" y="2032944"/>
                    <a:pt x="2233075" y="2087257"/>
                    <a:pt x="2303482" y="2135180"/>
                  </a:cubicBezTo>
                  <a:cubicBezTo>
                    <a:pt x="2324824" y="2149707"/>
                    <a:pt x="2344978" y="2163416"/>
                    <a:pt x="2364736" y="2175280"/>
                  </a:cubicBezTo>
                  <a:cubicBezTo>
                    <a:pt x="2448905" y="2225776"/>
                    <a:pt x="2515793" y="2280117"/>
                    <a:pt x="2538197" y="2302502"/>
                  </a:cubicBezTo>
                  <a:cubicBezTo>
                    <a:pt x="2560817" y="2325123"/>
                    <a:pt x="2537693" y="2400525"/>
                    <a:pt x="2527261" y="2421381"/>
                  </a:cubicBezTo>
                  <a:cubicBezTo>
                    <a:pt x="2516000" y="2443902"/>
                    <a:pt x="2476017" y="2580792"/>
                    <a:pt x="2475612" y="2582178"/>
                  </a:cubicBezTo>
                  <a:cubicBezTo>
                    <a:pt x="2475126" y="2583834"/>
                    <a:pt x="2473344" y="2584807"/>
                    <a:pt x="2471697" y="2584329"/>
                  </a:cubicBezTo>
                  <a:cubicBezTo>
                    <a:pt x="2470022" y="2583834"/>
                    <a:pt x="2469059" y="2582079"/>
                    <a:pt x="2469545" y="2580405"/>
                  </a:cubicBezTo>
                  <a:cubicBezTo>
                    <a:pt x="2471201" y="2574752"/>
                    <a:pt x="2510087" y="2441598"/>
                    <a:pt x="2521608" y="2418563"/>
                  </a:cubicBezTo>
                  <a:cubicBezTo>
                    <a:pt x="2534210" y="2393378"/>
                    <a:pt x="2551852" y="2325105"/>
                    <a:pt x="2533733" y="2306976"/>
                  </a:cubicBezTo>
                  <a:cubicBezTo>
                    <a:pt x="2511554" y="2284806"/>
                    <a:pt x="2445170" y="2230907"/>
                    <a:pt x="2361495" y="2180707"/>
                  </a:cubicBezTo>
                  <a:cubicBezTo>
                    <a:pt x="2341576" y="2168754"/>
                    <a:pt x="2321341" y="2154991"/>
                    <a:pt x="2299927" y="2140418"/>
                  </a:cubicBezTo>
                  <a:cubicBezTo>
                    <a:pt x="2230276" y="2093009"/>
                    <a:pt x="2151326" y="2039272"/>
                    <a:pt x="2063520" y="2039272"/>
                  </a:cubicBezTo>
                  <a:cubicBezTo>
                    <a:pt x="2038632" y="2039272"/>
                    <a:pt x="2012681" y="2039704"/>
                    <a:pt x="1985201" y="2040163"/>
                  </a:cubicBezTo>
                  <a:cubicBezTo>
                    <a:pt x="1886827" y="2041801"/>
                    <a:pt x="1775356" y="2043664"/>
                    <a:pt x="1671195" y="2025545"/>
                  </a:cubicBezTo>
                  <a:cubicBezTo>
                    <a:pt x="1530875" y="2001170"/>
                    <a:pt x="1404021" y="2048534"/>
                    <a:pt x="1356531" y="2076996"/>
                  </a:cubicBezTo>
                  <a:cubicBezTo>
                    <a:pt x="1344740" y="2084071"/>
                    <a:pt x="1328843" y="2094278"/>
                    <a:pt x="1310445" y="2106097"/>
                  </a:cubicBezTo>
                  <a:cubicBezTo>
                    <a:pt x="1238904" y="2152048"/>
                    <a:pt x="1130800" y="2221492"/>
                    <a:pt x="1084074" y="2221492"/>
                  </a:cubicBezTo>
                  <a:cubicBezTo>
                    <a:pt x="1070734" y="2221492"/>
                    <a:pt x="1052921" y="2222428"/>
                    <a:pt x="1032290" y="2223499"/>
                  </a:cubicBezTo>
                  <a:cubicBezTo>
                    <a:pt x="962810" y="2227145"/>
                    <a:pt x="867623" y="2232104"/>
                    <a:pt x="810654" y="2209754"/>
                  </a:cubicBezTo>
                  <a:cubicBezTo>
                    <a:pt x="785415" y="2199853"/>
                    <a:pt x="753110" y="2194659"/>
                    <a:pt x="721867" y="2189646"/>
                  </a:cubicBezTo>
                  <a:cubicBezTo>
                    <a:pt x="662576" y="2180122"/>
                    <a:pt x="601278" y="2170284"/>
                    <a:pt x="585625" y="2127222"/>
                  </a:cubicBezTo>
                  <a:lnTo>
                    <a:pt x="584203" y="2123298"/>
                  </a:lnTo>
                  <a:cubicBezTo>
                    <a:pt x="561547" y="2060965"/>
                    <a:pt x="527324" y="1966758"/>
                    <a:pt x="472192" y="1944715"/>
                  </a:cubicBezTo>
                  <a:cubicBezTo>
                    <a:pt x="457358" y="1938782"/>
                    <a:pt x="440166" y="1930528"/>
                    <a:pt x="421974" y="1921798"/>
                  </a:cubicBezTo>
                  <a:cubicBezTo>
                    <a:pt x="369992" y="1896855"/>
                    <a:pt x="305301" y="1865927"/>
                    <a:pt x="254696" y="1870023"/>
                  </a:cubicBezTo>
                  <a:lnTo>
                    <a:pt x="249467" y="1870464"/>
                  </a:lnTo>
                  <a:cubicBezTo>
                    <a:pt x="132857" y="1880194"/>
                    <a:pt x="22475" y="1886738"/>
                    <a:pt x="4455" y="1868709"/>
                  </a:cubicBezTo>
                  <a:cubicBezTo>
                    <a:pt x="-7454" y="1856800"/>
                    <a:pt x="6084" y="1820453"/>
                    <a:pt x="26507" y="1770389"/>
                  </a:cubicBezTo>
                  <a:cubicBezTo>
                    <a:pt x="35590" y="1748147"/>
                    <a:pt x="48011" y="1717678"/>
                    <a:pt x="44771" y="1713537"/>
                  </a:cubicBezTo>
                  <a:cubicBezTo>
                    <a:pt x="31908" y="1700674"/>
                    <a:pt x="9396" y="1560616"/>
                    <a:pt x="26823" y="1519940"/>
                  </a:cubicBezTo>
                  <a:cubicBezTo>
                    <a:pt x="43880" y="1480154"/>
                    <a:pt x="116186" y="1414320"/>
                    <a:pt x="166431" y="1414320"/>
                  </a:cubicBezTo>
                  <a:cubicBezTo>
                    <a:pt x="201302" y="1414320"/>
                    <a:pt x="323943" y="1372518"/>
                    <a:pt x="397212" y="1347549"/>
                  </a:cubicBezTo>
                  <a:cubicBezTo>
                    <a:pt x="423766" y="1338494"/>
                    <a:pt x="444738" y="1331347"/>
                    <a:pt x="455189" y="1328295"/>
                  </a:cubicBezTo>
                  <a:cubicBezTo>
                    <a:pt x="493093" y="1317215"/>
                    <a:pt x="668706" y="1247330"/>
                    <a:pt x="702442" y="1213594"/>
                  </a:cubicBezTo>
                  <a:cubicBezTo>
                    <a:pt x="738177" y="1177859"/>
                    <a:pt x="913142" y="1096731"/>
                    <a:pt x="967941" y="1080295"/>
                  </a:cubicBezTo>
                  <a:lnTo>
                    <a:pt x="974980" y="1078180"/>
                  </a:lnTo>
                  <a:cubicBezTo>
                    <a:pt x="1039698" y="1058719"/>
                    <a:pt x="1236626" y="999500"/>
                    <a:pt x="1320292" y="999500"/>
                  </a:cubicBezTo>
                  <a:lnTo>
                    <a:pt x="1333155" y="999500"/>
                  </a:lnTo>
                  <a:cubicBezTo>
                    <a:pt x="1428316" y="999410"/>
                    <a:pt x="1681150" y="999392"/>
                    <a:pt x="1752889" y="1010743"/>
                  </a:cubicBezTo>
                  <a:cubicBezTo>
                    <a:pt x="1827761" y="1022580"/>
                    <a:pt x="1967018" y="1045856"/>
                    <a:pt x="2058515" y="1068737"/>
                  </a:cubicBezTo>
                  <a:cubicBezTo>
                    <a:pt x="2149085" y="1091385"/>
                    <a:pt x="2344618" y="1107766"/>
                    <a:pt x="2432244" y="1107766"/>
                  </a:cubicBezTo>
                  <a:cubicBezTo>
                    <a:pt x="2461597" y="1107766"/>
                    <a:pt x="2494190" y="1108964"/>
                    <a:pt x="2525713" y="1110116"/>
                  </a:cubicBezTo>
                  <a:cubicBezTo>
                    <a:pt x="2588064" y="1112402"/>
                    <a:pt x="2646986" y="1114581"/>
                    <a:pt x="2677949" y="1107838"/>
                  </a:cubicBezTo>
                  <a:cubicBezTo>
                    <a:pt x="2724243" y="1097775"/>
                    <a:pt x="2816748" y="1062760"/>
                    <a:pt x="2867884" y="1011634"/>
                  </a:cubicBezTo>
                  <a:cubicBezTo>
                    <a:pt x="2894770" y="984747"/>
                    <a:pt x="2930802" y="959535"/>
                    <a:pt x="2965645" y="935169"/>
                  </a:cubicBezTo>
                  <a:cubicBezTo>
                    <a:pt x="2998779" y="911982"/>
                    <a:pt x="3030076" y="890091"/>
                    <a:pt x="3052246" y="867921"/>
                  </a:cubicBezTo>
                  <a:cubicBezTo>
                    <a:pt x="3061526" y="858641"/>
                    <a:pt x="3076585" y="845229"/>
                    <a:pt x="3094029" y="829693"/>
                  </a:cubicBezTo>
                  <a:cubicBezTo>
                    <a:pt x="3164256" y="767153"/>
                    <a:pt x="3281776" y="662478"/>
                    <a:pt x="3281776" y="599371"/>
                  </a:cubicBezTo>
                  <a:cubicBezTo>
                    <a:pt x="3281776" y="569640"/>
                    <a:pt x="3285637" y="526290"/>
                    <a:pt x="3289715" y="480393"/>
                  </a:cubicBezTo>
                  <a:cubicBezTo>
                    <a:pt x="3296493" y="404216"/>
                    <a:pt x="3304189" y="317868"/>
                    <a:pt x="3293495" y="289361"/>
                  </a:cubicBezTo>
                  <a:cubicBezTo>
                    <a:pt x="3290111" y="280342"/>
                    <a:pt x="3286079" y="271152"/>
                    <a:pt x="3282181" y="262259"/>
                  </a:cubicBezTo>
                  <a:cubicBezTo>
                    <a:pt x="3266150" y="225750"/>
                    <a:pt x="3249588" y="187990"/>
                    <a:pt x="3278310" y="159267"/>
                  </a:cubicBezTo>
                  <a:cubicBezTo>
                    <a:pt x="3282289" y="155288"/>
                    <a:pt x="3287546" y="149888"/>
                    <a:pt x="3293774" y="143470"/>
                  </a:cubicBezTo>
                  <a:cubicBezTo>
                    <a:pt x="3342660" y="93171"/>
                    <a:pt x="3444337" y="-11359"/>
                    <a:pt x="3481818" y="1008"/>
                  </a:cubicBezTo>
                  <a:cubicBezTo>
                    <a:pt x="3487714" y="2979"/>
                    <a:pt x="3501630" y="8596"/>
                    <a:pt x="3522684" y="17093"/>
                  </a:cubicBezTo>
                  <a:cubicBezTo>
                    <a:pt x="3641004" y="64845"/>
                    <a:pt x="4001052" y="210187"/>
                    <a:pt x="4212516" y="210187"/>
                  </a:cubicBezTo>
                  <a:cubicBezTo>
                    <a:pt x="4308748" y="210187"/>
                    <a:pt x="4393404" y="212842"/>
                    <a:pt x="4461417" y="214967"/>
                  </a:cubicBezTo>
                  <a:cubicBezTo>
                    <a:pt x="4568459" y="218333"/>
                    <a:pt x="4645806" y="220745"/>
                    <a:pt x="4684124" y="210295"/>
                  </a:cubicBezTo>
                  <a:cubicBezTo>
                    <a:pt x="4705628" y="204435"/>
                    <a:pt x="4747087" y="199016"/>
                    <a:pt x="4795082" y="192751"/>
                  </a:cubicBezTo>
                  <a:cubicBezTo>
                    <a:pt x="4891674" y="180132"/>
                    <a:pt x="5011884" y="164434"/>
                    <a:pt x="5062075" y="134784"/>
                  </a:cubicBezTo>
                  <a:cubicBezTo>
                    <a:pt x="5137027" y="90498"/>
                    <a:pt x="5275052" y="76699"/>
                    <a:pt x="5365226" y="88995"/>
                  </a:cubicBezTo>
                  <a:cubicBezTo>
                    <a:pt x="5453869" y="101056"/>
                    <a:pt x="5527643" y="264815"/>
                    <a:pt x="5527643" y="322810"/>
                  </a:cubicBezTo>
                  <a:cubicBezTo>
                    <a:pt x="5527643" y="377816"/>
                    <a:pt x="5607636" y="503571"/>
                    <a:pt x="5637790" y="533743"/>
                  </a:cubicBezTo>
                  <a:cubicBezTo>
                    <a:pt x="5666774" y="562727"/>
                    <a:pt x="5690987" y="707808"/>
                    <a:pt x="5678925" y="750023"/>
                  </a:cubicBezTo>
                  <a:cubicBezTo>
                    <a:pt x="5666594" y="793238"/>
                    <a:pt x="5624738" y="861809"/>
                    <a:pt x="5570461" y="878921"/>
                  </a:cubicBezTo>
                  <a:cubicBezTo>
                    <a:pt x="5545385" y="886805"/>
                    <a:pt x="5490414" y="893467"/>
                    <a:pt x="5432212" y="900505"/>
                  </a:cubicBezTo>
                  <a:cubicBezTo>
                    <a:pt x="5360356" y="909209"/>
                    <a:pt x="5286051" y="918202"/>
                    <a:pt x="5253341" y="930704"/>
                  </a:cubicBezTo>
                  <a:cubicBezTo>
                    <a:pt x="5246518" y="933315"/>
                    <a:pt x="5238201" y="936384"/>
                    <a:pt x="5228677" y="939904"/>
                  </a:cubicBezTo>
                  <a:cubicBezTo>
                    <a:pt x="5156632" y="966484"/>
                    <a:pt x="5006717" y="1021805"/>
                    <a:pt x="4937201" y="1091312"/>
                  </a:cubicBezTo>
                  <a:cubicBezTo>
                    <a:pt x="4891889" y="1136633"/>
                    <a:pt x="4836982" y="1198372"/>
                    <a:pt x="4788538" y="1252839"/>
                  </a:cubicBezTo>
                  <a:cubicBezTo>
                    <a:pt x="4753289" y="1292480"/>
                    <a:pt x="4722847" y="1326711"/>
                    <a:pt x="4704476" y="1345083"/>
                  </a:cubicBezTo>
                  <a:cubicBezTo>
                    <a:pt x="4686104" y="1363454"/>
                    <a:pt x="4659596" y="1391853"/>
                    <a:pt x="4646481" y="1421368"/>
                  </a:cubicBezTo>
                  <a:cubicBezTo>
                    <a:pt x="4632322" y="1453241"/>
                    <a:pt x="4636211" y="1479497"/>
                    <a:pt x="4658381" y="1501667"/>
                  </a:cubicBezTo>
                  <a:cubicBezTo>
                    <a:pt x="4711371" y="1554657"/>
                    <a:pt x="4895795" y="1645542"/>
                    <a:pt x="4962270" y="1662158"/>
                  </a:cubicBezTo>
                  <a:cubicBezTo>
                    <a:pt x="4989183" y="1668882"/>
                    <a:pt x="5018779" y="1680503"/>
                    <a:pt x="5050121" y="1692807"/>
                  </a:cubicBezTo>
                  <a:cubicBezTo>
                    <a:pt x="5098196" y="1711683"/>
                    <a:pt x="5147910" y="1731198"/>
                    <a:pt x="5186201" y="1731198"/>
                  </a:cubicBezTo>
                  <a:cubicBezTo>
                    <a:pt x="5242162" y="1731198"/>
                    <a:pt x="5558093" y="1793296"/>
                    <a:pt x="5558093" y="1838059"/>
                  </a:cubicBezTo>
                  <a:cubicBezTo>
                    <a:pt x="5558093" y="1842902"/>
                    <a:pt x="5556240" y="1846998"/>
                    <a:pt x="5552603" y="1850211"/>
                  </a:cubicBezTo>
                  <a:cubicBezTo>
                    <a:pt x="5535429" y="1865369"/>
                    <a:pt x="5477515" y="1858132"/>
                    <a:pt x="5416208" y="1850472"/>
                  </a:cubicBezTo>
                  <a:cubicBezTo>
                    <a:pt x="5379834" y="1845927"/>
                    <a:pt x="5342236" y="1841219"/>
                    <a:pt x="5312947" y="1841219"/>
                  </a:cubicBezTo>
                  <a:cubicBezTo>
                    <a:pt x="5263080" y="1841219"/>
                    <a:pt x="5185913" y="1844990"/>
                    <a:pt x="5117819" y="1848312"/>
                  </a:cubicBezTo>
                  <a:cubicBezTo>
                    <a:pt x="5069150" y="1850688"/>
                    <a:pt x="5027123" y="1852740"/>
                    <a:pt x="5007590" y="1852740"/>
                  </a:cubicBezTo>
                  <a:cubicBezTo>
                    <a:pt x="4962215" y="1852740"/>
                    <a:pt x="4785577" y="1904074"/>
                    <a:pt x="4754145" y="1949332"/>
                  </a:cubicBezTo>
                  <a:cubicBezTo>
                    <a:pt x="4722955" y="1994221"/>
                    <a:pt x="4647642" y="2185217"/>
                    <a:pt x="4636175" y="2230871"/>
                  </a:cubicBezTo>
                  <a:cubicBezTo>
                    <a:pt x="4625157" y="2274653"/>
                    <a:pt x="4618686" y="2361649"/>
                    <a:pt x="4630468" y="2449222"/>
                  </a:cubicBezTo>
                  <a:cubicBezTo>
                    <a:pt x="4641845" y="2533716"/>
                    <a:pt x="4670487" y="2682892"/>
                    <a:pt x="4670776" y="2684395"/>
                  </a:cubicBezTo>
                  <a:cubicBezTo>
                    <a:pt x="4671099" y="2686097"/>
                    <a:pt x="4669984" y="2687762"/>
                    <a:pt x="4668273" y="2688086"/>
                  </a:cubicBezTo>
                  <a:cubicBezTo>
                    <a:pt x="4668066" y="2688131"/>
                    <a:pt x="4667868" y="2688149"/>
                    <a:pt x="4667670" y="2688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3" name="Google Shape;12943;p33"/>
            <p:cNvSpPr/>
            <p:nvPr/>
          </p:nvSpPr>
          <p:spPr>
            <a:xfrm rot="-5400000">
              <a:off x="5737801" y="1681114"/>
              <a:ext cx="5427881" cy="2553753"/>
            </a:xfrm>
            <a:custGeom>
              <a:avLst/>
              <a:gdLst/>
              <a:ahLst/>
              <a:cxnLst/>
              <a:rect l="l" t="t" r="r" b="b"/>
              <a:pathLst>
                <a:path w="5427881" h="2553753" extrusionOk="0">
                  <a:moveTo>
                    <a:pt x="2480616" y="2553754"/>
                  </a:moveTo>
                  <a:cubicBezTo>
                    <a:pt x="2480373" y="2553754"/>
                    <a:pt x="2480138" y="2553726"/>
                    <a:pt x="2479895" y="2553663"/>
                  </a:cubicBezTo>
                  <a:cubicBezTo>
                    <a:pt x="2478194" y="2553267"/>
                    <a:pt x="2477141" y="2551575"/>
                    <a:pt x="2477528" y="2549874"/>
                  </a:cubicBezTo>
                  <a:cubicBezTo>
                    <a:pt x="2478446" y="2545914"/>
                    <a:pt x="2569511" y="2152463"/>
                    <a:pt x="2563903" y="2113164"/>
                  </a:cubicBezTo>
                  <a:cubicBezTo>
                    <a:pt x="2558170" y="2073063"/>
                    <a:pt x="2429894" y="1963735"/>
                    <a:pt x="2323365" y="1896460"/>
                  </a:cubicBezTo>
                  <a:cubicBezTo>
                    <a:pt x="2220616" y="1831570"/>
                    <a:pt x="2123575" y="1770282"/>
                    <a:pt x="2059450" y="1758625"/>
                  </a:cubicBezTo>
                  <a:cubicBezTo>
                    <a:pt x="2021078" y="1751604"/>
                    <a:pt x="1919851" y="1768715"/>
                    <a:pt x="1838534" y="1782442"/>
                  </a:cubicBezTo>
                  <a:cubicBezTo>
                    <a:pt x="1785850" y="1791326"/>
                    <a:pt x="1740358" y="1799004"/>
                    <a:pt x="1720097" y="1799004"/>
                  </a:cubicBezTo>
                  <a:cubicBezTo>
                    <a:pt x="1667233" y="1799004"/>
                    <a:pt x="1445723" y="1746131"/>
                    <a:pt x="1396450" y="1729704"/>
                  </a:cubicBezTo>
                  <a:cubicBezTo>
                    <a:pt x="1347070" y="1713241"/>
                    <a:pt x="1156722" y="1835108"/>
                    <a:pt x="1093912" y="1879088"/>
                  </a:cubicBezTo>
                  <a:cubicBezTo>
                    <a:pt x="1058807" y="1903670"/>
                    <a:pt x="1010281" y="1924283"/>
                    <a:pt x="967463" y="1942483"/>
                  </a:cubicBezTo>
                  <a:cubicBezTo>
                    <a:pt x="939118" y="1954527"/>
                    <a:pt x="912339" y="1965904"/>
                    <a:pt x="891988" y="1977219"/>
                  </a:cubicBezTo>
                  <a:cubicBezTo>
                    <a:pt x="837846" y="2007264"/>
                    <a:pt x="672971" y="1934967"/>
                    <a:pt x="617848" y="1896379"/>
                  </a:cubicBezTo>
                  <a:cubicBezTo>
                    <a:pt x="566415" y="1860383"/>
                    <a:pt x="555479" y="1806430"/>
                    <a:pt x="545838" y="1758823"/>
                  </a:cubicBezTo>
                  <a:cubicBezTo>
                    <a:pt x="544470" y="1752054"/>
                    <a:pt x="543120" y="1745393"/>
                    <a:pt x="541680" y="1738922"/>
                  </a:cubicBezTo>
                  <a:cubicBezTo>
                    <a:pt x="533426" y="1701774"/>
                    <a:pt x="454927" y="1669838"/>
                    <a:pt x="391855" y="1644175"/>
                  </a:cubicBezTo>
                  <a:cubicBezTo>
                    <a:pt x="370631" y="1635552"/>
                    <a:pt x="350585" y="1627397"/>
                    <a:pt x="335940" y="1620070"/>
                  </a:cubicBezTo>
                  <a:cubicBezTo>
                    <a:pt x="278989" y="1591599"/>
                    <a:pt x="209491" y="1591599"/>
                    <a:pt x="158752" y="1591599"/>
                  </a:cubicBezTo>
                  <a:lnTo>
                    <a:pt x="20476" y="1591599"/>
                  </a:lnTo>
                  <a:cubicBezTo>
                    <a:pt x="16056" y="1591599"/>
                    <a:pt x="12284" y="1589934"/>
                    <a:pt x="9260" y="1586639"/>
                  </a:cubicBezTo>
                  <a:cubicBezTo>
                    <a:pt x="-3972" y="1572264"/>
                    <a:pt x="-200" y="1527079"/>
                    <a:pt x="3445" y="1483387"/>
                  </a:cubicBezTo>
                  <a:cubicBezTo>
                    <a:pt x="5669" y="1456743"/>
                    <a:pt x="7775" y="1431576"/>
                    <a:pt x="5822" y="1415995"/>
                  </a:cubicBezTo>
                  <a:cubicBezTo>
                    <a:pt x="1627" y="1382457"/>
                    <a:pt x="28487" y="1363734"/>
                    <a:pt x="56921" y="1343905"/>
                  </a:cubicBezTo>
                  <a:cubicBezTo>
                    <a:pt x="69496" y="1335137"/>
                    <a:pt x="82503" y="1326064"/>
                    <a:pt x="93151" y="1315425"/>
                  </a:cubicBezTo>
                  <a:cubicBezTo>
                    <a:pt x="114853" y="1293714"/>
                    <a:pt x="166367" y="1287701"/>
                    <a:pt x="226017" y="1280734"/>
                  </a:cubicBezTo>
                  <a:cubicBezTo>
                    <a:pt x="263705" y="1276332"/>
                    <a:pt x="302680" y="1271778"/>
                    <a:pt x="336552" y="1262741"/>
                  </a:cubicBezTo>
                  <a:cubicBezTo>
                    <a:pt x="375842" y="1252272"/>
                    <a:pt x="452577" y="1219589"/>
                    <a:pt x="533813" y="1184998"/>
                  </a:cubicBezTo>
                  <a:cubicBezTo>
                    <a:pt x="630441" y="1143844"/>
                    <a:pt x="739958" y="1097209"/>
                    <a:pt x="808970" y="1078388"/>
                  </a:cubicBezTo>
                  <a:cubicBezTo>
                    <a:pt x="902780" y="1052797"/>
                    <a:pt x="989885" y="1008404"/>
                    <a:pt x="1059878" y="972732"/>
                  </a:cubicBezTo>
                  <a:cubicBezTo>
                    <a:pt x="1083605" y="960634"/>
                    <a:pt x="1106018" y="949212"/>
                    <a:pt x="1125362" y="940292"/>
                  </a:cubicBezTo>
                  <a:cubicBezTo>
                    <a:pt x="1169710" y="919832"/>
                    <a:pt x="1301056" y="932677"/>
                    <a:pt x="1428071" y="945089"/>
                  </a:cubicBezTo>
                  <a:cubicBezTo>
                    <a:pt x="1517408" y="953838"/>
                    <a:pt x="1601830" y="962092"/>
                    <a:pt x="1644856" y="957304"/>
                  </a:cubicBezTo>
                  <a:cubicBezTo>
                    <a:pt x="1748181" y="945872"/>
                    <a:pt x="2111333" y="1030384"/>
                    <a:pt x="2204882" y="1055327"/>
                  </a:cubicBezTo>
                  <a:cubicBezTo>
                    <a:pt x="2286910" y="1077209"/>
                    <a:pt x="2468644" y="1062986"/>
                    <a:pt x="2571753" y="1026595"/>
                  </a:cubicBezTo>
                  <a:cubicBezTo>
                    <a:pt x="2672620" y="990995"/>
                    <a:pt x="2826099" y="904503"/>
                    <a:pt x="2887559" y="848623"/>
                  </a:cubicBezTo>
                  <a:cubicBezTo>
                    <a:pt x="2915850" y="822907"/>
                    <a:pt x="2935751" y="810000"/>
                    <a:pt x="2955005" y="797506"/>
                  </a:cubicBezTo>
                  <a:cubicBezTo>
                    <a:pt x="2978921" y="781988"/>
                    <a:pt x="2999587" y="768585"/>
                    <a:pt x="3031380" y="733615"/>
                  </a:cubicBezTo>
                  <a:cubicBezTo>
                    <a:pt x="3060850" y="701193"/>
                    <a:pt x="3091003" y="657187"/>
                    <a:pt x="3117602" y="618346"/>
                  </a:cubicBezTo>
                  <a:cubicBezTo>
                    <a:pt x="3143121" y="581091"/>
                    <a:pt x="3167234" y="545905"/>
                    <a:pt x="3187037" y="526093"/>
                  </a:cubicBezTo>
                  <a:cubicBezTo>
                    <a:pt x="3201574" y="511556"/>
                    <a:pt x="3221854" y="493491"/>
                    <a:pt x="3243322" y="474363"/>
                  </a:cubicBezTo>
                  <a:cubicBezTo>
                    <a:pt x="3280154" y="441554"/>
                    <a:pt x="3321893" y="404370"/>
                    <a:pt x="3336448" y="382533"/>
                  </a:cubicBezTo>
                  <a:cubicBezTo>
                    <a:pt x="3348941" y="363784"/>
                    <a:pt x="3337564" y="317878"/>
                    <a:pt x="3325512" y="269280"/>
                  </a:cubicBezTo>
                  <a:cubicBezTo>
                    <a:pt x="3316465" y="232790"/>
                    <a:pt x="3307113" y="195066"/>
                    <a:pt x="3307113" y="165353"/>
                  </a:cubicBezTo>
                  <a:cubicBezTo>
                    <a:pt x="3307113" y="94541"/>
                    <a:pt x="3319372" y="59283"/>
                    <a:pt x="3395370" y="24205"/>
                  </a:cubicBezTo>
                  <a:cubicBezTo>
                    <a:pt x="3464516" y="-7722"/>
                    <a:pt x="3560289" y="-953"/>
                    <a:pt x="3644792" y="5051"/>
                  </a:cubicBezTo>
                  <a:cubicBezTo>
                    <a:pt x="3652570" y="5600"/>
                    <a:pt x="3660211" y="6140"/>
                    <a:pt x="3667691" y="6635"/>
                  </a:cubicBezTo>
                  <a:cubicBezTo>
                    <a:pt x="3743553" y="11694"/>
                    <a:pt x="3916727" y="85539"/>
                    <a:pt x="4009754" y="125217"/>
                  </a:cubicBezTo>
                  <a:cubicBezTo>
                    <a:pt x="4022977" y="130851"/>
                    <a:pt x="4034318" y="135685"/>
                    <a:pt x="4043194" y="139384"/>
                  </a:cubicBezTo>
                  <a:cubicBezTo>
                    <a:pt x="4112341" y="168197"/>
                    <a:pt x="4245621" y="173193"/>
                    <a:pt x="4346650" y="150744"/>
                  </a:cubicBezTo>
                  <a:cubicBezTo>
                    <a:pt x="4394240" y="140176"/>
                    <a:pt x="4458742" y="127422"/>
                    <a:pt x="4521120" y="115090"/>
                  </a:cubicBezTo>
                  <a:cubicBezTo>
                    <a:pt x="4591987" y="101085"/>
                    <a:pt x="4658911" y="87853"/>
                    <a:pt x="4680621" y="81651"/>
                  </a:cubicBezTo>
                  <a:cubicBezTo>
                    <a:pt x="4721027" y="70111"/>
                    <a:pt x="4830627" y="52577"/>
                    <a:pt x="4900943" y="64288"/>
                  </a:cubicBezTo>
                  <a:cubicBezTo>
                    <a:pt x="4945472" y="71705"/>
                    <a:pt x="4997886" y="67024"/>
                    <a:pt x="5044125" y="62884"/>
                  </a:cubicBezTo>
                  <a:cubicBezTo>
                    <a:pt x="5069400" y="60624"/>
                    <a:pt x="5093271" y="58491"/>
                    <a:pt x="5113606" y="58491"/>
                  </a:cubicBezTo>
                  <a:cubicBezTo>
                    <a:pt x="5121427" y="58491"/>
                    <a:pt x="5128403" y="58383"/>
                    <a:pt x="5134758" y="58284"/>
                  </a:cubicBezTo>
                  <a:cubicBezTo>
                    <a:pt x="5174831" y="57636"/>
                    <a:pt x="5191439" y="57411"/>
                    <a:pt x="5241981" y="87744"/>
                  </a:cubicBezTo>
                  <a:cubicBezTo>
                    <a:pt x="5292099" y="117809"/>
                    <a:pt x="5308139" y="186227"/>
                    <a:pt x="5322289" y="246589"/>
                  </a:cubicBezTo>
                  <a:cubicBezTo>
                    <a:pt x="5324791" y="257264"/>
                    <a:pt x="5327257" y="267750"/>
                    <a:pt x="5329840" y="277805"/>
                  </a:cubicBezTo>
                  <a:cubicBezTo>
                    <a:pt x="5333288" y="291216"/>
                    <a:pt x="5346934" y="310983"/>
                    <a:pt x="5362731" y="333864"/>
                  </a:cubicBezTo>
                  <a:cubicBezTo>
                    <a:pt x="5391751" y="375918"/>
                    <a:pt x="5427881" y="428250"/>
                    <a:pt x="5427881" y="478423"/>
                  </a:cubicBezTo>
                  <a:cubicBezTo>
                    <a:pt x="5427881" y="556094"/>
                    <a:pt x="5353316" y="620353"/>
                    <a:pt x="5315258" y="620353"/>
                  </a:cubicBezTo>
                  <a:cubicBezTo>
                    <a:pt x="5281801" y="620353"/>
                    <a:pt x="5065827" y="685522"/>
                    <a:pt x="5011181" y="709807"/>
                  </a:cubicBezTo>
                  <a:cubicBezTo>
                    <a:pt x="4960648" y="732265"/>
                    <a:pt x="4851005" y="801151"/>
                    <a:pt x="4812417" y="858480"/>
                  </a:cubicBezTo>
                  <a:cubicBezTo>
                    <a:pt x="4779220" y="907797"/>
                    <a:pt x="4584192" y="1100431"/>
                    <a:pt x="4500913" y="1182693"/>
                  </a:cubicBezTo>
                  <a:cubicBezTo>
                    <a:pt x="4485944" y="1197473"/>
                    <a:pt x="4474215" y="1209067"/>
                    <a:pt x="4467122" y="1216160"/>
                  </a:cubicBezTo>
                  <a:cubicBezTo>
                    <a:pt x="4421532" y="1261751"/>
                    <a:pt x="4421640" y="1358801"/>
                    <a:pt x="4421685" y="1395328"/>
                  </a:cubicBezTo>
                  <a:lnTo>
                    <a:pt x="4421685" y="1398290"/>
                  </a:lnTo>
                  <a:cubicBezTo>
                    <a:pt x="4421685" y="1431171"/>
                    <a:pt x="4515567" y="1504747"/>
                    <a:pt x="4584075" y="1516160"/>
                  </a:cubicBezTo>
                  <a:cubicBezTo>
                    <a:pt x="4650818" y="1527276"/>
                    <a:pt x="4684663" y="1555576"/>
                    <a:pt x="4684663" y="1600249"/>
                  </a:cubicBezTo>
                  <a:cubicBezTo>
                    <a:pt x="4684663" y="1628072"/>
                    <a:pt x="4627910" y="1665337"/>
                    <a:pt x="4573021" y="1701378"/>
                  </a:cubicBezTo>
                  <a:cubicBezTo>
                    <a:pt x="4544731" y="1719956"/>
                    <a:pt x="4518006" y="1737508"/>
                    <a:pt x="4505134" y="1750380"/>
                  </a:cubicBezTo>
                  <a:cubicBezTo>
                    <a:pt x="4470047" y="1785475"/>
                    <a:pt x="4442963" y="1885479"/>
                    <a:pt x="4436906" y="1944175"/>
                  </a:cubicBezTo>
                  <a:cubicBezTo>
                    <a:pt x="4434151" y="1970882"/>
                    <a:pt x="4423548" y="2013215"/>
                    <a:pt x="4413286" y="2054152"/>
                  </a:cubicBezTo>
                  <a:cubicBezTo>
                    <a:pt x="4402241" y="2098204"/>
                    <a:pt x="4390837" y="2143750"/>
                    <a:pt x="4390837" y="2164560"/>
                  </a:cubicBezTo>
                  <a:cubicBezTo>
                    <a:pt x="4390837" y="2204283"/>
                    <a:pt x="4413637" y="2438826"/>
                    <a:pt x="4413872" y="2441185"/>
                  </a:cubicBezTo>
                  <a:cubicBezTo>
                    <a:pt x="4414042" y="2442922"/>
                    <a:pt x="4412764" y="2444470"/>
                    <a:pt x="4411036" y="2444641"/>
                  </a:cubicBezTo>
                  <a:cubicBezTo>
                    <a:pt x="4409317" y="2444830"/>
                    <a:pt x="4407750" y="2443543"/>
                    <a:pt x="4407580" y="2441806"/>
                  </a:cubicBezTo>
                  <a:cubicBezTo>
                    <a:pt x="4406644" y="2432138"/>
                    <a:pt x="4384527" y="2204589"/>
                    <a:pt x="4384527" y="2164569"/>
                  </a:cubicBezTo>
                  <a:cubicBezTo>
                    <a:pt x="4384527" y="2142985"/>
                    <a:pt x="4395527" y="2099095"/>
                    <a:pt x="4407175" y="2052622"/>
                  </a:cubicBezTo>
                  <a:cubicBezTo>
                    <a:pt x="4417373" y="2011900"/>
                    <a:pt x="4427931" y="1969802"/>
                    <a:pt x="4430641" y="1943527"/>
                  </a:cubicBezTo>
                  <a:cubicBezTo>
                    <a:pt x="4436798" y="1883903"/>
                    <a:pt x="4464557" y="1782046"/>
                    <a:pt x="4500688" y="1745924"/>
                  </a:cubicBezTo>
                  <a:cubicBezTo>
                    <a:pt x="4514028" y="1732585"/>
                    <a:pt x="4541014" y="1714870"/>
                    <a:pt x="4569574" y="1696112"/>
                  </a:cubicBezTo>
                  <a:cubicBezTo>
                    <a:pt x="4618045" y="1664283"/>
                    <a:pt x="4678362" y="1624678"/>
                    <a:pt x="4678362" y="1600267"/>
                  </a:cubicBezTo>
                  <a:cubicBezTo>
                    <a:pt x="4678362" y="1558565"/>
                    <a:pt x="4647191" y="1533100"/>
                    <a:pt x="4583058" y="1522407"/>
                  </a:cubicBezTo>
                  <a:cubicBezTo>
                    <a:pt x="4515675" y="1511174"/>
                    <a:pt x="4415393" y="1436950"/>
                    <a:pt x="4415393" y="1398299"/>
                  </a:cubicBezTo>
                  <a:lnTo>
                    <a:pt x="4415393" y="1395346"/>
                  </a:lnTo>
                  <a:cubicBezTo>
                    <a:pt x="4415348" y="1358100"/>
                    <a:pt x="4415248" y="1259141"/>
                    <a:pt x="4462685" y="1211704"/>
                  </a:cubicBezTo>
                  <a:cubicBezTo>
                    <a:pt x="4469786" y="1204602"/>
                    <a:pt x="4481534" y="1193009"/>
                    <a:pt x="4496511" y="1178202"/>
                  </a:cubicBezTo>
                  <a:cubicBezTo>
                    <a:pt x="4579655" y="1096084"/>
                    <a:pt x="4774369" y="903765"/>
                    <a:pt x="4807205" y="854960"/>
                  </a:cubicBezTo>
                  <a:cubicBezTo>
                    <a:pt x="4846477" y="796633"/>
                    <a:pt x="4957516" y="726766"/>
                    <a:pt x="5008651" y="704038"/>
                  </a:cubicBezTo>
                  <a:cubicBezTo>
                    <a:pt x="5057807" y="682192"/>
                    <a:pt x="5278786" y="614044"/>
                    <a:pt x="5315294" y="614044"/>
                  </a:cubicBezTo>
                  <a:cubicBezTo>
                    <a:pt x="5346123" y="614044"/>
                    <a:pt x="5421599" y="555347"/>
                    <a:pt x="5421599" y="478432"/>
                  </a:cubicBezTo>
                  <a:cubicBezTo>
                    <a:pt x="5421599" y="430231"/>
                    <a:pt x="5386098" y="378789"/>
                    <a:pt x="5357564" y="337464"/>
                  </a:cubicBezTo>
                  <a:cubicBezTo>
                    <a:pt x="5341425" y="314079"/>
                    <a:pt x="5327482" y="293890"/>
                    <a:pt x="5323756" y="279389"/>
                  </a:cubicBezTo>
                  <a:cubicBezTo>
                    <a:pt x="5321155" y="269290"/>
                    <a:pt x="5318688" y="258758"/>
                    <a:pt x="5316168" y="248029"/>
                  </a:cubicBezTo>
                  <a:cubicBezTo>
                    <a:pt x="5302306" y="188891"/>
                    <a:pt x="5286590" y="121859"/>
                    <a:pt x="5238767" y="93163"/>
                  </a:cubicBezTo>
                  <a:cubicBezTo>
                    <a:pt x="5189755" y="63766"/>
                    <a:pt x="5174742" y="63999"/>
                    <a:pt x="5134893" y="64602"/>
                  </a:cubicBezTo>
                  <a:cubicBezTo>
                    <a:pt x="5128502" y="64702"/>
                    <a:pt x="5121499" y="64809"/>
                    <a:pt x="5113642" y="64809"/>
                  </a:cubicBezTo>
                  <a:cubicBezTo>
                    <a:pt x="5093587" y="64809"/>
                    <a:pt x="5069859" y="66934"/>
                    <a:pt x="5044728" y="69175"/>
                  </a:cubicBezTo>
                  <a:cubicBezTo>
                    <a:pt x="4998102" y="73361"/>
                    <a:pt x="4945256" y="78077"/>
                    <a:pt x="4899953" y="70517"/>
                  </a:cubicBezTo>
                  <a:cubicBezTo>
                    <a:pt x="4830590" y="58968"/>
                    <a:pt x="4722333" y="76313"/>
                    <a:pt x="4682403" y="87718"/>
                  </a:cubicBezTo>
                  <a:cubicBezTo>
                    <a:pt x="4660441" y="93992"/>
                    <a:pt x="4593382" y="107250"/>
                    <a:pt x="4522390" y="121274"/>
                  </a:cubicBezTo>
                  <a:cubicBezTo>
                    <a:pt x="4460048" y="133597"/>
                    <a:pt x="4395581" y="146342"/>
                    <a:pt x="4348064" y="156901"/>
                  </a:cubicBezTo>
                  <a:cubicBezTo>
                    <a:pt x="4245964" y="179593"/>
                    <a:pt x="4111000" y="174462"/>
                    <a:pt x="4040808" y="145208"/>
                  </a:cubicBezTo>
                  <a:cubicBezTo>
                    <a:pt x="4031924" y="141509"/>
                    <a:pt x="4020565" y="136657"/>
                    <a:pt x="4007324" y="131013"/>
                  </a:cubicBezTo>
                  <a:cubicBezTo>
                    <a:pt x="3921236" y="94298"/>
                    <a:pt x="3742104" y="17914"/>
                    <a:pt x="3667322" y="12927"/>
                  </a:cubicBezTo>
                  <a:cubicBezTo>
                    <a:pt x="3659842" y="12423"/>
                    <a:pt x="3652182" y="11883"/>
                    <a:pt x="3644396" y="11334"/>
                  </a:cubicBezTo>
                  <a:cubicBezTo>
                    <a:pt x="3560667" y="5402"/>
                    <a:pt x="3465750" y="-1313"/>
                    <a:pt x="3398070" y="29930"/>
                  </a:cubicBezTo>
                  <a:cubicBezTo>
                    <a:pt x="3326259" y="63073"/>
                    <a:pt x="3313477" y="94225"/>
                    <a:pt x="3313477" y="165335"/>
                  </a:cubicBezTo>
                  <a:cubicBezTo>
                    <a:pt x="3313477" y="194274"/>
                    <a:pt x="3322739" y="231620"/>
                    <a:pt x="3331695" y="267732"/>
                  </a:cubicBezTo>
                  <a:cubicBezTo>
                    <a:pt x="3344090" y="317725"/>
                    <a:pt x="3355800" y="364945"/>
                    <a:pt x="3341758" y="386017"/>
                  </a:cubicBezTo>
                  <a:cubicBezTo>
                    <a:pt x="3326754" y="408520"/>
                    <a:pt x="3286509" y="444380"/>
                    <a:pt x="3247588" y="479053"/>
                  </a:cubicBezTo>
                  <a:cubicBezTo>
                    <a:pt x="3226183" y="498127"/>
                    <a:pt x="3205967" y="516129"/>
                    <a:pt x="3191565" y="530531"/>
                  </a:cubicBezTo>
                  <a:cubicBezTo>
                    <a:pt x="3172176" y="549928"/>
                    <a:pt x="3148233" y="584880"/>
                    <a:pt x="3122868" y="621893"/>
                  </a:cubicBezTo>
                  <a:cubicBezTo>
                    <a:pt x="3096152" y="660895"/>
                    <a:pt x="3065872" y="705100"/>
                    <a:pt x="3036114" y="737837"/>
                  </a:cubicBezTo>
                  <a:cubicBezTo>
                    <a:pt x="3003773" y="773419"/>
                    <a:pt x="2981774" y="787686"/>
                    <a:pt x="2958497" y="802781"/>
                  </a:cubicBezTo>
                  <a:cubicBezTo>
                    <a:pt x="2939460" y="815139"/>
                    <a:pt x="2919774" y="827903"/>
                    <a:pt x="2891862" y="853277"/>
                  </a:cubicBezTo>
                  <a:cubicBezTo>
                    <a:pt x="2829924" y="909588"/>
                    <a:pt x="2675401" y="996702"/>
                    <a:pt x="2573913" y="1032527"/>
                  </a:cubicBezTo>
                  <a:cubicBezTo>
                    <a:pt x="2480562" y="1065489"/>
                    <a:pt x="2294444" y="1085706"/>
                    <a:pt x="2203316" y="1061402"/>
                  </a:cubicBezTo>
                  <a:cubicBezTo>
                    <a:pt x="2110010" y="1036523"/>
                    <a:pt x="1747856" y="952074"/>
                    <a:pt x="1645621" y="963551"/>
                  </a:cubicBezTo>
                  <a:cubicBezTo>
                    <a:pt x="1601911" y="968420"/>
                    <a:pt x="1517210" y="960121"/>
                    <a:pt x="1427513" y="951345"/>
                  </a:cubicBezTo>
                  <a:cubicBezTo>
                    <a:pt x="1307212" y="939589"/>
                    <a:pt x="1170854" y="926250"/>
                    <a:pt x="1128071" y="945998"/>
                  </a:cubicBezTo>
                  <a:cubicBezTo>
                    <a:pt x="1108844" y="954873"/>
                    <a:pt x="1086486" y="966269"/>
                    <a:pt x="1062812" y="978331"/>
                  </a:cubicBezTo>
                  <a:cubicBezTo>
                    <a:pt x="992567" y="1014137"/>
                    <a:pt x="905139" y="1058693"/>
                    <a:pt x="810698" y="1084454"/>
                  </a:cubicBezTo>
                  <a:cubicBezTo>
                    <a:pt x="742091" y="1103168"/>
                    <a:pt x="632781" y="1149713"/>
                    <a:pt x="536342" y="1190776"/>
                  </a:cubicBezTo>
                  <a:cubicBezTo>
                    <a:pt x="454890" y="1225467"/>
                    <a:pt x="377958" y="1258231"/>
                    <a:pt x="338235" y="1268817"/>
                  </a:cubicBezTo>
                  <a:cubicBezTo>
                    <a:pt x="303923" y="1277971"/>
                    <a:pt x="264714" y="1282544"/>
                    <a:pt x="226809" y="1286972"/>
                  </a:cubicBezTo>
                  <a:cubicBezTo>
                    <a:pt x="170768" y="1293516"/>
                    <a:pt x="117832" y="1299700"/>
                    <a:pt x="97679" y="1319853"/>
                  </a:cubicBezTo>
                  <a:cubicBezTo>
                    <a:pt x="86634" y="1330889"/>
                    <a:pt x="73403" y="1340124"/>
                    <a:pt x="60594" y="1349053"/>
                  </a:cubicBezTo>
                  <a:cubicBezTo>
                    <a:pt x="32609" y="1368577"/>
                    <a:pt x="8432" y="1385427"/>
                    <a:pt x="12158" y="1415176"/>
                  </a:cubicBezTo>
                  <a:cubicBezTo>
                    <a:pt x="14193" y="1431423"/>
                    <a:pt x="12059" y="1456896"/>
                    <a:pt x="9809" y="1483882"/>
                  </a:cubicBezTo>
                  <a:cubicBezTo>
                    <a:pt x="6443" y="1524243"/>
                    <a:pt x="2617" y="1569987"/>
                    <a:pt x="13977" y="1582337"/>
                  </a:cubicBezTo>
                  <a:cubicBezTo>
                    <a:pt x="15804" y="1584326"/>
                    <a:pt x="17892" y="1585253"/>
                    <a:pt x="20538" y="1585253"/>
                  </a:cubicBezTo>
                  <a:lnTo>
                    <a:pt x="158814" y="1585253"/>
                  </a:lnTo>
                  <a:cubicBezTo>
                    <a:pt x="210193" y="1585253"/>
                    <a:pt x="280547" y="1585253"/>
                    <a:pt x="338829" y="1614390"/>
                  </a:cubicBezTo>
                  <a:cubicBezTo>
                    <a:pt x="353258" y="1621600"/>
                    <a:pt x="373187" y="1629710"/>
                    <a:pt x="394295" y="1638297"/>
                  </a:cubicBezTo>
                  <a:cubicBezTo>
                    <a:pt x="458743" y="1664508"/>
                    <a:pt x="538943" y="1697138"/>
                    <a:pt x="547918" y="1737517"/>
                  </a:cubicBezTo>
                  <a:cubicBezTo>
                    <a:pt x="549358" y="1744025"/>
                    <a:pt x="550717" y="1750722"/>
                    <a:pt x="552103" y="1757536"/>
                  </a:cubicBezTo>
                  <a:cubicBezTo>
                    <a:pt x="561518" y="1803973"/>
                    <a:pt x="572185" y="1856621"/>
                    <a:pt x="621547" y="1891176"/>
                  </a:cubicBezTo>
                  <a:cubicBezTo>
                    <a:pt x="682387" y="1933770"/>
                    <a:pt x="840753" y="1998461"/>
                    <a:pt x="888982" y="1971656"/>
                  </a:cubicBezTo>
                  <a:cubicBezTo>
                    <a:pt x="909630" y="1960188"/>
                    <a:pt x="936553" y="1948748"/>
                    <a:pt x="965060" y="1936632"/>
                  </a:cubicBezTo>
                  <a:cubicBezTo>
                    <a:pt x="1007590" y="1918567"/>
                    <a:pt x="1055791" y="1898080"/>
                    <a:pt x="1090347" y="1873885"/>
                  </a:cubicBezTo>
                  <a:cubicBezTo>
                    <a:pt x="1092795" y="1872175"/>
                    <a:pt x="1336889" y="1703187"/>
                    <a:pt x="1398520" y="1723673"/>
                  </a:cubicBezTo>
                  <a:cubicBezTo>
                    <a:pt x="1447550" y="1740019"/>
                    <a:pt x="1667773" y="1792650"/>
                    <a:pt x="1720160" y="1792650"/>
                  </a:cubicBezTo>
                  <a:cubicBezTo>
                    <a:pt x="1739890" y="1792650"/>
                    <a:pt x="1785148" y="1785017"/>
                    <a:pt x="1837553" y="1776168"/>
                  </a:cubicBezTo>
                  <a:cubicBezTo>
                    <a:pt x="1923622" y="1761650"/>
                    <a:pt x="2021177" y="1745195"/>
                    <a:pt x="2060656" y="1752369"/>
                  </a:cubicBezTo>
                  <a:cubicBezTo>
                    <a:pt x="2125978" y="1764251"/>
                    <a:pt x="2223533" y="1825855"/>
                    <a:pt x="2326803" y="1891086"/>
                  </a:cubicBezTo>
                  <a:cubicBezTo>
                    <a:pt x="2436717" y="1960504"/>
                    <a:pt x="2564173" y="2069832"/>
                    <a:pt x="2570231" y="2112246"/>
                  </a:cubicBezTo>
                  <a:cubicBezTo>
                    <a:pt x="2576010" y="2152697"/>
                    <a:pt x="2487528" y="2535022"/>
                    <a:pt x="2483757" y="2551269"/>
                  </a:cubicBezTo>
                  <a:cubicBezTo>
                    <a:pt x="2483415" y="2552727"/>
                    <a:pt x="2482119" y="2553718"/>
                    <a:pt x="2480687" y="25537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4" name="Google Shape;12944;p33"/>
            <p:cNvSpPr/>
            <p:nvPr/>
          </p:nvSpPr>
          <p:spPr>
            <a:xfrm rot="-5400000">
              <a:off x="7389144" y="281260"/>
              <a:ext cx="260868" cy="412626"/>
            </a:xfrm>
            <a:custGeom>
              <a:avLst/>
              <a:gdLst/>
              <a:ahLst/>
              <a:cxnLst/>
              <a:rect l="l" t="t" r="r" b="b"/>
              <a:pathLst>
                <a:path w="260868" h="412626" extrusionOk="0">
                  <a:moveTo>
                    <a:pt x="216283" y="412626"/>
                  </a:moveTo>
                  <a:cubicBezTo>
                    <a:pt x="200072" y="412626"/>
                    <a:pt x="183078" y="408179"/>
                    <a:pt x="172493" y="398440"/>
                  </a:cubicBezTo>
                  <a:cubicBezTo>
                    <a:pt x="142249" y="370627"/>
                    <a:pt x="133500" y="341094"/>
                    <a:pt x="128270" y="323442"/>
                  </a:cubicBezTo>
                  <a:cubicBezTo>
                    <a:pt x="126596" y="317789"/>
                    <a:pt x="125273" y="313325"/>
                    <a:pt x="123877" y="311228"/>
                  </a:cubicBezTo>
                  <a:cubicBezTo>
                    <a:pt x="120295" y="305863"/>
                    <a:pt x="119503" y="283558"/>
                    <a:pt x="118504" y="247607"/>
                  </a:cubicBezTo>
                  <a:cubicBezTo>
                    <a:pt x="117720" y="219218"/>
                    <a:pt x="116901" y="189865"/>
                    <a:pt x="113832" y="178766"/>
                  </a:cubicBezTo>
                  <a:cubicBezTo>
                    <a:pt x="109853" y="164373"/>
                    <a:pt x="81608" y="133544"/>
                    <a:pt x="51697" y="100906"/>
                  </a:cubicBezTo>
                  <a:cubicBezTo>
                    <a:pt x="34846" y="82525"/>
                    <a:pt x="17429" y="63524"/>
                    <a:pt x="2163" y="45189"/>
                  </a:cubicBezTo>
                  <a:cubicBezTo>
                    <a:pt x="642" y="43362"/>
                    <a:pt x="-2310" y="38420"/>
                    <a:pt x="3208" y="32047"/>
                  </a:cubicBezTo>
                  <a:cubicBezTo>
                    <a:pt x="21030" y="11470"/>
                    <a:pt x="116118" y="-10151"/>
                    <a:pt x="140998" y="5179"/>
                  </a:cubicBezTo>
                  <a:lnTo>
                    <a:pt x="140998" y="5179"/>
                  </a:lnTo>
                  <a:cubicBezTo>
                    <a:pt x="184338" y="31849"/>
                    <a:pt x="206652" y="119709"/>
                    <a:pt x="209866" y="148693"/>
                  </a:cubicBezTo>
                  <a:cubicBezTo>
                    <a:pt x="212125" y="169018"/>
                    <a:pt x="206760" y="200864"/>
                    <a:pt x="202026" y="228957"/>
                  </a:cubicBezTo>
                  <a:cubicBezTo>
                    <a:pt x="199964" y="241217"/>
                    <a:pt x="198011" y="252783"/>
                    <a:pt x="197030" y="261694"/>
                  </a:cubicBezTo>
                  <a:cubicBezTo>
                    <a:pt x="195356" y="276717"/>
                    <a:pt x="214663" y="305845"/>
                    <a:pt x="231702" y="331534"/>
                  </a:cubicBezTo>
                  <a:cubicBezTo>
                    <a:pt x="246473" y="353803"/>
                    <a:pt x="259219" y="373039"/>
                    <a:pt x="260722" y="385065"/>
                  </a:cubicBezTo>
                  <a:cubicBezTo>
                    <a:pt x="261794" y="393606"/>
                    <a:pt x="256960" y="401096"/>
                    <a:pt x="247131" y="406163"/>
                  </a:cubicBezTo>
                  <a:cubicBezTo>
                    <a:pt x="238975" y="410367"/>
                    <a:pt x="227823" y="412617"/>
                    <a:pt x="216292" y="412617"/>
                  </a:cubicBezTo>
                  <a:close/>
                  <a:moveTo>
                    <a:pt x="114120" y="6232"/>
                  </a:moveTo>
                  <a:cubicBezTo>
                    <a:pt x="78404" y="6232"/>
                    <a:pt x="20166" y="22101"/>
                    <a:pt x="7969" y="36197"/>
                  </a:cubicBezTo>
                  <a:cubicBezTo>
                    <a:pt x="5367" y="39194"/>
                    <a:pt x="6430" y="40463"/>
                    <a:pt x="6997" y="41147"/>
                  </a:cubicBezTo>
                  <a:cubicBezTo>
                    <a:pt x="22182" y="59365"/>
                    <a:pt x="39545" y="78313"/>
                    <a:pt x="56342" y="96639"/>
                  </a:cubicBezTo>
                  <a:cubicBezTo>
                    <a:pt x="88097" y="131294"/>
                    <a:pt x="115533" y="161232"/>
                    <a:pt x="119917" y="177092"/>
                  </a:cubicBezTo>
                  <a:cubicBezTo>
                    <a:pt x="123184" y="188929"/>
                    <a:pt x="124012" y="218678"/>
                    <a:pt x="124813" y="247437"/>
                  </a:cubicBezTo>
                  <a:cubicBezTo>
                    <a:pt x="125507" y="272460"/>
                    <a:pt x="126371" y="303604"/>
                    <a:pt x="129125" y="307726"/>
                  </a:cubicBezTo>
                  <a:cubicBezTo>
                    <a:pt x="131052" y="310625"/>
                    <a:pt x="132419" y="315242"/>
                    <a:pt x="134319" y="321651"/>
                  </a:cubicBezTo>
                  <a:cubicBezTo>
                    <a:pt x="139359" y="338672"/>
                    <a:pt x="147802" y="367152"/>
                    <a:pt x="176769" y="393787"/>
                  </a:cubicBezTo>
                  <a:cubicBezTo>
                    <a:pt x="192808" y="408540"/>
                    <a:pt x="226788" y="409557"/>
                    <a:pt x="244223" y="400555"/>
                  </a:cubicBezTo>
                  <a:cubicBezTo>
                    <a:pt x="249390" y="397891"/>
                    <a:pt x="255358" y="393184"/>
                    <a:pt x="254440" y="385865"/>
                  </a:cubicBezTo>
                  <a:cubicBezTo>
                    <a:pt x="253116" y="375307"/>
                    <a:pt x="240155" y="355747"/>
                    <a:pt x="226418" y="335036"/>
                  </a:cubicBezTo>
                  <a:cubicBezTo>
                    <a:pt x="207930" y="307150"/>
                    <a:pt x="188802" y="278319"/>
                    <a:pt x="190729" y="261001"/>
                  </a:cubicBezTo>
                  <a:cubicBezTo>
                    <a:pt x="191738" y="251919"/>
                    <a:pt x="193699" y="240262"/>
                    <a:pt x="195788" y="227913"/>
                  </a:cubicBezTo>
                  <a:cubicBezTo>
                    <a:pt x="200450" y="200225"/>
                    <a:pt x="205734" y="168847"/>
                    <a:pt x="203574" y="149405"/>
                  </a:cubicBezTo>
                  <a:cubicBezTo>
                    <a:pt x="200567" y="122365"/>
                    <a:pt x="178514" y="35702"/>
                    <a:pt x="137676" y="10570"/>
                  </a:cubicBezTo>
                  <a:lnTo>
                    <a:pt x="137676" y="10570"/>
                  </a:lnTo>
                  <a:cubicBezTo>
                    <a:pt x="132753" y="7537"/>
                    <a:pt x="124363" y="6240"/>
                    <a:pt x="114120" y="62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5" name="Google Shape;12945;p33"/>
            <p:cNvSpPr/>
            <p:nvPr/>
          </p:nvSpPr>
          <p:spPr>
            <a:xfrm rot="-5400000">
              <a:off x="6333924" y="2245033"/>
              <a:ext cx="4786173" cy="1850103"/>
            </a:xfrm>
            <a:custGeom>
              <a:avLst/>
              <a:gdLst/>
              <a:ahLst/>
              <a:cxnLst/>
              <a:rect l="l" t="t" r="r" b="b"/>
              <a:pathLst>
                <a:path w="4786173" h="1850103" extrusionOk="0">
                  <a:moveTo>
                    <a:pt x="2556174" y="1850068"/>
                  </a:moveTo>
                  <a:cubicBezTo>
                    <a:pt x="2555913" y="1850068"/>
                    <a:pt x="2555634" y="1850032"/>
                    <a:pt x="2555363" y="1849960"/>
                  </a:cubicBezTo>
                  <a:cubicBezTo>
                    <a:pt x="2553681" y="1849519"/>
                    <a:pt x="2552672" y="1847791"/>
                    <a:pt x="2553113" y="1846107"/>
                  </a:cubicBezTo>
                  <a:cubicBezTo>
                    <a:pt x="2581161" y="1740136"/>
                    <a:pt x="2646213" y="1460280"/>
                    <a:pt x="2610856" y="1438174"/>
                  </a:cubicBezTo>
                  <a:cubicBezTo>
                    <a:pt x="2599541" y="1431108"/>
                    <a:pt x="2568361" y="1404752"/>
                    <a:pt x="2525201" y="1368279"/>
                  </a:cubicBezTo>
                  <a:cubicBezTo>
                    <a:pt x="2396358" y="1259401"/>
                    <a:pt x="2156548" y="1056740"/>
                    <a:pt x="2059812" y="1044120"/>
                  </a:cubicBezTo>
                  <a:cubicBezTo>
                    <a:pt x="1991224" y="1035182"/>
                    <a:pt x="1877170" y="1048566"/>
                    <a:pt x="1776545" y="1060376"/>
                  </a:cubicBezTo>
                  <a:cubicBezTo>
                    <a:pt x="1685570" y="1071061"/>
                    <a:pt x="1606981" y="1080269"/>
                    <a:pt x="1574784" y="1072231"/>
                  </a:cubicBezTo>
                  <a:cubicBezTo>
                    <a:pt x="1553892" y="1067001"/>
                    <a:pt x="1518427" y="1053913"/>
                    <a:pt x="1477373" y="1038764"/>
                  </a:cubicBezTo>
                  <a:cubicBezTo>
                    <a:pt x="1388612" y="1006000"/>
                    <a:pt x="1267069" y="961129"/>
                    <a:pt x="1233054" y="976242"/>
                  </a:cubicBezTo>
                  <a:cubicBezTo>
                    <a:pt x="1195753" y="992822"/>
                    <a:pt x="867516" y="1139181"/>
                    <a:pt x="828046" y="1173008"/>
                  </a:cubicBezTo>
                  <a:cubicBezTo>
                    <a:pt x="817506" y="1182045"/>
                    <a:pt x="811177" y="1191388"/>
                    <a:pt x="805066" y="1200425"/>
                  </a:cubicBezTo>
                  <a:cubicBezTo>
                    <a:pt x="788549" y="1224828"/>
                    <a:pt x="775470" y="1244126"/>
                    <a:pt x="696034" y="1235746"/>
                  </a:cubicBezTo>
                  <a:cubicBezTo>
                    <a:pt x="603907" y="1226043"/>
                    <a:pt x="549927" y="1136400"/>
                    <a:pt x="523986" y="1093321"/>
                  </a:cubicBezTo>
                  <a:cubicBezTo>
                    <a:pt x="519521" y="1085903"/>
                    <a:pt x="515993" y="1080044"/>
                    <a:pt x="513481" y="1076695"/>
                  </a:cubicBezTo>
                  <a:cubicBezTo>
                    <a:pt x="493742" y="1050367"/>
                    <a:pt x="400661" y="948338"/>
                    <a:pt x="363846" y="948338"/>
                  </a:cubicBezTo>
                  <a:cubicBezTo>
                    <a:pt x="346555" y="948338"/>
                    <a:pt x="303538" y="936898"/>
                    <a:pt x="257983" y="924782"/>
                  </a:cubicBezTo>
                  <a:cubicBezTo>
                    <a:pt x="201950" y="909885"/>
                    <a:pt x="132245" y="891334"/>
                    <a:pt x="117043" y="897392"/>
                  </a:cubicBezTo>
                  <a:cubicBezTo>
                    <a:pt x="93747" y="906717"/>
                    <a:pt x="38777" y="898130"/>
                    <a:pt x="13871" y="881253"/>
                  </a:cubicBezTo>
                  <a:cubicBezTo>
                    <a:pt x="4663" y="875024"/>
                    <a:pt x="0" y="868093"/>
                    <a:pt x="0" y="860649"/>
                  </a:cubicBezTo>
                  <a:cubicBezTo>
                    <a:pt x="0" y="835914"/>
                    <a:pt x="15536" y="739133"/>
                    <a:pt x="59516" y="739133"/>
                  </a:cubicBezTo>
                  <a:cubicBezTo>
                    <a:pt x="100201" y="739133"/>
                    <a:pt x="239801" y="733489"/>
                    <a:pt x="290234" y="727881"/>
                  </a:cubicBezTo>
                  <a:cubicBezTo>
                    <a:pt x="338742" y="722490"/>
                    <a:pt x="512104" y="628382"/>
                    <a:pt x="564986" y="593134"/>
                  </a:cubicBezTo>
                  <a:cubicBezTo>
                    <a:pt x="596301" y="572260"/>
                    <a:pt x="673495" y="553664"/>
                    <a:pt x="741598" y="537255"/>
                  </a:cubicBezTo>
                  <a:cubicBezTo>
                    <a:pt x="784741" y="526858"/>
                    <a:pt x="825490" y="517047"/>
                    <a:pt x="847362" y="508298"/>
                  </a:cubicBezTo>
                  <a:cubicBezTo>
                    <a:pt x="865122" y="501196"/>
                    <a:pt x="888624" y="488072"/>
                    <a:pt x="913521" y="474165"/>
                  </a:cubicBezTo>
                  <a:cubicBezTo>
                    <a:pt x="967411" y="444074"/>
                    <a:pt x="1034470" y="406629"/>
                    <a:pt x="1085237" y="406629"/>
                  </a:cubicBezTo>
                  <a:cubicBezTo>
                    <a:pt x="1095741" y="406629"/>
                    <a:pt x="1108784" y="406512"/>
                    <a:pt x="1123654" y="406386"/>
                  </a:cubicBezTo>
                  <a:cubicBezTo>
                    <a:pt x="1214548" y="405549"/>
                    <a:pt x="1366721" y="404217"/>
                    <a:pt x="1429955" y="423687"/>
                  </a:cubicBezTo>
                  <a:cubicBezTo>
                    <a:pt x="1500479" y="445388"/>
                    <a:pt x="1834504" y="530657"/>
                    <a:pt x="1936073" y="524986"/>
                  </a:cubicBezTo>
                  <a:cubicBezTo>
                    <a:pt x="1976075" y="522763"/>
                    <a:pt x="2025887" y="517893"/>
                    <a:pt x="2074070" y="513176"/>
                  </a:cubicBezTo>
                  <a:cubicBezTo>
                    <a:pt x="2148591" y="505885"/>
                    <a:pt x="2218962" y="499008"/>
                    <a:pt x="2246614" y="502465"/>
                  </a:cubicBezTo>
                  <a:cubicBezTo>
                    <a:pt x="2253536" y="503329"/>
                    <a:pt x="2261916" y="504193"/>
                    <a:pt x="2271295" y="505165"/>
                  </a:cubicBezTo>
                  <a:cubicBezTo>
                    <a:pt x="2324844" y="510692"/>
                    <a:pt x="2405773" y="519036"/>
                    <a:pt x="2439887" y="548281"/>
                  </a:cubicBezTo>
                  <a:cubicBezTo>
                    <a:pt x="2478682" y="581531"/>
                    <a:pt x="2580369" y="638077"/>
                    <a:pt x="2664269" y="666034"/>
                  </a:cubicBezTo>
                  <a:cubicBezTo>
                    <a:pt x="2699986" y="677943"/>
                    <a:pt x="2740995" y="698997"/>
                    <a:pt x="2780654" y="719358"/>
                  </a:cubicBezTo>
                  <a:cubicBezTo>
                    <a:pt x="2834310" y="746901"/>
                    <a:pt x="2889803" y="775390"/>
                    <a:pt x="2928418" y="778612"/>
                  </a:cubicBezTo>
                  <a:cubicBezTo>
                    <a:pt x="2996592" y="784175"/>
                    <a:pt x="3230947" y="709267"/>
                    <a:pt x="3287763" y="688618"/>
                  </a:cubicBezTo>
                  <a:cubicBezTo>
                    <a:pt x="3353147" y="664837"/>
                    <a:pt x="3553757" y="598238"/>
                    <a:pt x="3616000" y="603908"/>
                  </a:cubicBezTo>
                  <a:cubicBezTo>
                    <a:pt x="3625793" y="604799"/>
                    <a:pt x="3638251" y="606249"/>
                    <a:pt x="3652482" y="607905"/>
                  </a:cubicBezTo>
                  <a:cubicBezTo>
                    <a:pt x="3727794" y="616681"/>
                    <a:pt x="3853856" y="631371"/>
                    <a:pt x="3895568" y="598921"/>
                  </a:cubicBezTo>
                  <a:cubicBezTo>
                    <a:pt x="3944561" y="560811"/>
                    <a:pt x="4023510" y="438260"/>
                    <a:pt x="4063718" y="352100"/>
                  </a:cubicBezTo>
                  <a:cubicBezTo>
                    <a:pt x="4068903" y="341002"/>
                    <a:pt x="4074277" y="329111"/>
                    <a:pt x="4079867" y="316762"/>
                  </a:cubicBezTo>
                  <a:cubicBezTo>
                    <a:pt x="4117014" y="234680"/>
                    <a:pt x="4163236" y="132507"/>
                    <a:pt x="4222977" y="102641"/>
                  </a:cubicBezTo>
                  <a:cubicBezTo>
                    <a:pt x="4293195" y="67537"/>
                    <a:pt x="4457592" y="29390"/>
                    <a:pt x="4518017" y="40362"/>
                  </a:cubicBezTo>
                  <a:cubicBezTo>
                    <a:pt x="4545795" y="45457"/>
                    <a:pt x="4592223" y="32720"/>
                    <a:pt x="4637112" y="20434"/>
                  </a:cubicBezTo>
                  <a:cubicBezTo>
                    <a:pt x="4692451" y="5294"/>
                    <a:pt x="4744712" y="-9009"/>
                    <a:pt x="4767269" y="7085"/>
                  </a:cubicBezTo>
                  <a:cubicBezTo>
                    <a:pt x="4780384" y="16455"/>
                    <a:pt x="4786730" y="27175"/>
                    <a:pt x="4786135" y="38931"/>
                  </a:cubicBezTo>
                  <a:cubicBezTo>
                    <a:pt x="4784876" y="63792"/>
                    <a:pt x="4752417" y="85944"/>
                    <a:pt x="4733181" y="96944"/>
                  </a:cubicBezTo>
                  <a:cubicBezTo>
                    <a:pt x="4694035" y="119311"/>
                    <a:pt x="4660119" y="147557"/>
                    <a:pt x="4587128" y="209332"/>
                  </a:cubicBezTo>
                  <a:cubicBezTo>
                    <a:pt x="4578478" y="216642"/>
                    <a:pt x="4570854" y="223023"/>
                    <a:pt x="4564040" y="228721"/>
                  </a:cubicBezTo>
                  <a:cubicBezTo>
                    <a:pt x="4513553" y="270918"/>
                    <a:pt x="4508269" y="275329"/>
                    <a:pt x="4463803" y="349436"/>
                  </a:cubicBezTo>
                  <a:cubicBezTo>
                    <a:pt x="4437331" y="393551"/>
                    <a:pt x="4405557" y="421787"/>
                    <a:pt x="4371911" y="451671"/>
                  </a:cubicBezTo>
                  <a:cubicBezTo>
                    <a:pt x="4341657" y="478540"/>
                    <a:pt x="4310378" y="506326"/>
                    <a:pt x="4283383" y="546823"/>
                  </a:cubicBezTo>
                  <a:cubicBezTo>
                    <a:pt x="4266011" y="572881"/>
                    <a:pt x="4246704" y="598678"/>
                    <a:pt x="4228026" y="623621"/>
                  </a:cubicBezTo>
                  <a:cubicBezTo>
                    <a:pt x="4188178" y="676845"/>
                    <a:pt x="4150535" y="727125"/>
                    <a:pt x="4154261" y="753157"/>
                  </a:cubicBezTo>
                  <a:cubicBezTo>
                    <a:pt x="4155216" y="759872"/>
                    <a:pt x="4155864" y="767766"/>
                    <a:pt x="4156539" y="776119"/>
                  </a:cubicBezTo>
                  <a:cubicBezTo>
                    <a:pt x="4159914" y="817668"/>
                    <a:pt x="4164540" y="874574"/>
                    <a:pt x="4214435" y="897248"/>
                  </a:cubicBezTo>
                  <a:cubicBezTo>
                    <a:pt x="4235272" y="906717"/>
                    <a:pt x="4263005" y="910957"/>
                    <a:pt x="4289828" y="915070"/>
                  </a:cubicBezTo>
                  <a:cubicBezTo>
                    <a:pt x="4326455" y="920678"/>
                    <a:pt x="4358084" y="925521"/>
                    <a:pt x="4365339" y="942920"/>
                  </a:cubicBezTo>
                  <a:cubicBezTo>
                    <a:pt x="4368958" y="951597"/>
                    <a:pt x="4366086" y="962164"/>
                    <a:pt x="4356573" y="975243"/>
                  </a:cubicBezTo>
                  <a:cubicBezTo>
                    <a:pt x="4316238" y="1030708"/>
                    <a:pt x="4271070" y="1113879"/>
                    <a:pt x="4238089" y="1174610"/>
                  </a:cubicBezTo>
                  <a:lnTo>
                    <a:pt x="4227162" y="1194692"/>
                  </a:lnTo>
                  <a:cubicBezTo>
                    <a:pt x="4222842" y="1202622"/>
                    <a:pt x="4218611" y="1210093"/>
                    <a:pt x="4214552" y="1217249"/>
                  </a:cubicBezTo>
                  <a:cubicBezTo>
                    <a:pt x="4187467" y="1265036"/>
                    <a:pt x="4167898" y="1299573"/>
                    <a:pt x="4182400" y="1367226"/>
                  </a:cubicBezTo>
                  <a:cubicBezTo>
                    <a:pt x="4195910" y="1430307"/>
                    <a:pt x="4181292" y="1485034"/>
                    <a:pt x="4165801" y="1542966"/>
                  </a:cubicBezTo>
                  <a:cubicBezTo>
                    <a:pt x="4161840" y="1557772"/>
                    <a:pt x="4157745" y="1573074"/>
                    <a:pt x="4154208" y="1588394"/>
                  </a:cubicBezTo>
                  <a:cubicBezTo>
                    <a:pt x="4137511" y="1660755"/>
                    <a:pt x="4103846" y="1840076"/>
                    <a:pt x="4103513" y="1841886"/>
                  </a:cubicBezTo>
                  <a:cubicBezTo>
                    <a:pt x="4103189" y="1843605"/>
                    <a:pt x="4101487" y="1844721"/>
                    <a:pt x="4099831" y="1844415"/>
                  </a:cubicBezTo>
                  <a:cubicBezTo>
                    <a:pt x="4098112" y="1844091"/>
                    <a:pt x="4096987" y="1842444"/>
                    <a:pt x="4097311" y="1840725"/>
                  </a:cubicBezTo>
                  <a:cubicBezTo>
                    <a:pt x="4097653" y="1838924"/>
                    <a:pt x="4131327" y="1659468"/>
                    <a:pt x="4148060" y="1586981"/>
                  </a:cubicBezTo>
                  <a:cubicBezTo>
                    <a:pt x="4151624" y="1571553"/>
                    <a:pt x="4155728" y="1556188"/>
                    <a:pt x="4159698" y="1541336"/>
                  </a:cubicBezTo>
                  <a:cubicBezTo>
                    <a:pt x="4174991" y="1484161"/>
                    <a:pt x="4189429" y="1430154"/>
                    <a:pt x="4176224" y="1368550"/>
                  </a:cubicBezTo>
                  <a:cubicBezTo>
                    <a:pt x="4161219" y="1298538"/>
                    <a:pt x="4181292" y="1263137"/>
                    <a:pt x="4209070" y="1214134"/>
                  </a:cubicBezTo>
                  <a:cubicBezTo>
                    <a:pt x="4213111" y="1206997"/>
                    <a:pt x="4217324" y="1199561"/>
                    <a:pt x="4221636" y="1191667"/>
                  </a:cubicBezTo>
                  <a:lnTo>
                    <a:pt x="4232545" y="1171595"/>
                  </a:lnTo>
                  <a:cubicBezTo>
                    <a:pt x="4265615" y="1110711"/>
                    <a:pt x="4310892" y="1027324"/>
                    <a:pt x="4351469" y="971526"/>
                  </a:cubicBezTo>
                  <a:cubicBezTo>
                    <a:pt x="4359462" y="960535"/>
                    <a:pt x="4362171" y="951732"/>
                    <a:pt x="4359507" y="945350"/>
                  </a:cubicBezTo>
                  <a:cubicBezTo>
                    <a:pt x="4353611" y="931227"/>
                    <a:pt x="4322161" y="926411"/>
                    <a:pt x="4288865" y="921317"/>
                  </a:cubicBezTo>
                  <a:cubicBezTo>
                    <a:pt x="4261619" y="917149"/>
                    <a:pt x="4233445" y="912829"/>
                    <a:pt x="4211806" y="903000"/>
                  </a:cubicBezTo>
                  <a:cubicBezTo>
                    <a:pt x="4158528" y="878786"/>
                    <a:pt x="4153730" y="819739"/>
                    <a:pt x="4150238" y="776632"/>
                  </a:cubicBezTo>
                  <a:cubicBezTo>
                    <a:pt x="4149563" y="768378"/>
                    <a:pt x="4148933" y="760574"/>
                    <a:pt x="4147996" y="754048"/>
                  </a:cubicBezTo>
                  <a:cubicBezTo>
                    <a:pt x="4143910" y="725433"/>
                    <a:pt x="4180545" y="676494"/>
                    <a:pt x="4222967" y="619831"/>
                  </a:cubicBezTo>
                  <a:cubicBezTo>
                    <a:pt x="4241582" y="594952"/>
                    <a:pt x="4260844" y="569236"/>
                    <a:pt x="4278118" y="543321"/>
                  </a:cubicBezTo>
                  <a:cubicBezTo>
                    <a:pt x="4305572" y="502150"/>
                    <a:pt x="4337157" y="474093"/>
                    <a:pt x="4367706" y="446954"/>
                  </a:cubicBezTo>
                  <a:cubicBezTo>
                    <a:pt x="4400984" y="417404"/>
                    <a:pt x="4432407" y="389482"/>
                    <a:pt x="4458384" y="346195"/>
                  </a:cubicBezTo>
                  <a:cubicBezTo>
                    <a:pt x="4503399" y="271170"/>
                    <a:pt x="4508755" y="266697"/>
                    <a:pt x="4559990" y="223869"/>
                  </a:cubicBezTo>
                  <a:cubicBezTo>
                    <a:pt x="4566795" y="218189"/>
                    <a:pt x="4574410" y="211817"/>
                    <a:pt x="4583042" y="204508"/>
                  </a:cubicBezTo>
                  <a:cubicBezTo>
                    <a:pt x="4656348" y="142481"/>
                    <a:pt x="4690426" y="114100"/>
                    <a:pt x="4730049" y="91453"/>
                  </a:cubicBezTo>
                  <a:cubicBezTo>
                    <a:pt x="4760879" y="73837"/>
                    <a:pt x="4779015" y="54575"/>
                    <a:pt x="4779826" y="38616"/>
                  </a:cubicBezTo>
                  <a:cubicBezTo>
                    <a:pt x="4780303" y="29147"/>
                    <a:pt x="4774848" y="20272"/>
                    <a:pt x="4763596" y="12233"/>
                  </a:cubicBezTo>
                  <a:cubicBezTo>
                    <a:pt x="4743506" y="-2105"/>
                    <a:pt x="4690273" y="12450"/>
                    <a:pt x="4638786" y="26536"/>
                  </a:cubicBezTo>
                  <a:cubicBezTo>
                    <a:pt x="4593232" y="39003"/>
                    <a:pt x="4546146" y="51902"/>
                    <a:pt x="4516892" y="46591"/>
                  </a:cubicBezTo>
                  <a:cubicBezTo>
                    <a:pt x="4457520" y="35745"/>
                    <a:pt x="4295256" y="73577"/>
                    <a:pt x="4225812" y="108303"/>
                  </a:cubicBezTo>
                  <a:cubicBezTo>
                    <a:pt x="4168079" y="137170"/>
                    <a:pt x="4122370" y="238199"/>
                    <a:pt x="4085637" y="319381"/>
                  </a:cubicBezTo>
                  <a:cubicBezTo>
                    <a:pt x="4080037" y="331749"/>
                    <a:pt x="4074655" y="343657"/>
                    <a:pt x="4069461" y="354782"/>
                  </a:cubicBezTo>
                  <a:cubicBezTo>
                    <a:pt x="4028092" y="443417"/>
                    <a:pt x="3949917" y="564681"/>
                    <a:pt x="3899456" y="603917"/>
                  </a:cubicBezTo>
                  <a:cubicBezTo>
                    <a:pt x="3855719" y="637960"/>
                    <a:pt x="3728046" y="623072"/>
                    <a:pt x="3651761" y="614197"/>
                  </a:cubicBezTo>
                  <a:cubicBezTo>
                    <a:pt x="3637594" y="612549"/>
                    <a:pt x="3625190" y="611100"/>
                    <a:pt x="3615442" y="610218"/>
                  </a:cubicBezTo>
                  <a:cubicBezTo>
                    <a:pt x="3554432" y="604655"/>
                    <a:pt x="3354965" y="670922"/>
                    <a:pt x="3289932" y="694577"/>
                  </a:cubicBezTo>
                  <a:cubicBezTo>
                    <a:pt x="3232838" y="715334"/>
                    <a:pt x="2997106" y="790791"/>
                    <a:pt x="2927895" y="784931"/>
                  </a:cubicBezTo>
                  <a:cubicBezTo>
                    <a:pt x="2888038" y="781601"/>
                    <a:pt x="2834472" y="754111"/>
                    <a:pt x="2777774" y="725010"/>
                  </a:cubicBezTo>
                  <a:cubicBezTo>
                    <a:pt x="2738330" y="704757"/>
                    <a:pt x="2697537" y="683821"/>
                    <a:pt x="2662280" y="672065"/>
                  </a:cubicBezTo>
                  <a:cubicBezTo>
                    <a:pt x="2577695" y="643865"/>
                    <a:pt x="2475028" y="586743"/>
                    <a:pt x="2435792" y="553115"/>
                  </a:cubicBezTo>
                  <a:cubicBezTo>
                    <a:pt x="2403163" y="525148"/>
                    <a:pt x="2320226" y="516597"/>
                    <a:pt x="2270656" y="511484"/>
                  </a:cubicBezTo>
                  <a:cubicBezTo>
                    <a:pt x="2261223" y="510512"/>
                    <a:pt x="2252798" y="509639"/>
                    <a:pt x="2245840" y="508766"/>
                  </a:cubicBezTo>
                  <a:cubicBezTo>
                    <a:pt x="2218881" y="505417"/>
                    <a:pt x="2148861" y="512240"/>
                    <a:pt x="2074692" y="519495"/>
                  </a:cubicBezTo>
                  <a:cubicBezTo>
                    <a:pt x="2026454" y="524212"/>
                    <a:pt x="1976569" y="529090"/>
                    <a:pt x="1936433" y="531322"/>
                  </a:cubicBezTo>
                  <a:cubicBezTo>
                    <a:pt x="1834108" y="537102"/>
                    <a:pt x="1498850" y="451518"/>
                    <a:pt x="1428110" y="429744"/>
                  </a:cubicBezTo>
                  <a:cubicBezTo>
                    <a:pt x="1365821" y="410581"/>
                    <a:pt x="1214259" y="411931"/>
                    <a:pt x="1123725" y="412732"/>
                  </a:cubicBezTo>
                  <a:cubicBezTo>
                    <a:pt x="1108837" y="412858"/>
                    <a:pt x="1095768" y="412975"/>
                    <a:pt x="1085255" y="412975"/>
                  </a:cubicBezTo>
                  <a:cubicBezTo>
                    <a:pt x="1036135" y="412975"/>
                    <a:pt x="969869" y="449979"/>
                    <a:pt x="916617" y="479710"/>
                  </a:cubicBezTo>
                  <a:cubicBezTo>
                    <a:pt x="891540" y="493716"/>
                    <a:pt x="867858" y="506938"/>
                    <a:pt x="849730" y="514193"/>
                  </a:cubicBezTo>
                  <a:cubicBezTo>
                    <a:pt x="827434" y="523114"/>
                    <a:pt x="786469" y="532988"/>
                    <a:pt x="743102" y="543429"/>
                  </a:cubicBezTo>
                  <a:cubicBezTo>
                    <a:pt x="675503" y="559712"/>
                    <a:pt x="598894" y="578165"/>
                    <a:pt x="568515" y="598417"/>
                  </a:cubicBezTo>
                  <a:cubicBezTo>
                    <a:pt x="521429" y="629805"/>
                    <a:pt x="343827" y="728313"/>
                    <a:pt x="290963" y="734191"/>
                  </a:cubicBezTo>
                  <a:cubicBezTo>
                    <a:pt x="240350" y="739817"/>
                    <a:pt x="100345" y="745479"/>
                    <a:pt x="59543" y="745479"/>
                  </a:cubicBezTo>
                  <a:cubicBezTo>
                    <a:pt x="22926" y="745479"/>
                    <a:pt x="6346" y="833843"/>
                    <a:pt x="6346" y="860676"/>
                  </a:cubicBezTo>
                  <a:cubicBezTo>
                    <a:pt x="6346" y="865888"/>
                    <a:pt x="10081" y="871063"/>
                    <a:pt x="17444" y="876050"/>
                  </a:cubicBezTo>
                  <a:cubicBezTo>
                    <a:pt x="40595" y="891721"/>
                    <a:pt x="93315" y="900119"/>
                    <a:pt x="114729" y="891559"/>
                  </a:cubicBezTo>
                  <a:cubicBezTo>
                    <a:pt x="131804" y="884718"/>
                    <a:pt x="196802" y="901991"/>
                    <a:pt x="259639" y="918716"/>
                  </a:cubicBezTo>
                  <a:cubicBezTo>
                    <a:pt x="304780" y="930723"/>
                    <a:pt x="347410" y="942055"/>
                    <a:pt x="363882" y="942055"/>
                  </a:cubicBezTo>
                  <a:cubicBezTo>
                    <a:pt x="405017" y="942055"/>
                    <a:pt x="501924" y="1050736"/>
                    <a:pt x="518576" y="1072942"/>
                  </a:cubicBezTo>
                  <a:cubicBezTo>
                    <a:pt x="521277" y="1076542"/>
                    <a:pt x="524877" y="1082528"/>
                    <a:pt x="529440" y="1090089"/>
                  </a:cubicBezTo>
                  <a:cubicBezTo>
                    <a:pt x="554851" y="1132305"/>
                    <a:pt x="607733" y="1220129"/>
                    <a:pt x="696737" y="1229499"/>
                  </a:cubicBezTo>
                  <a:cubicBezTo>
                    <a:pt x="772428" y="1237456"/>
                    <a:pt x="783940" y="1220462"/>
                    <a:pt x="799872" y="1196924"/>
                  </a:cubicBezTo>
                  <a:cubicBezTo>
                    <a:pt x="805921" y="1187977"/>
                    <a:pt x="812780" y="1177832"/>
                    <a:pt x="823968" y="1168246"/>
                  </a:cubicBezTo>
                  <a:cubicBezTo>
                    <a:pt x="863285" y="1134546"/>
                    <a:pt x="1169524" y="997611"/>
                    <a:pt x="1230516" y="970508"/>
                  </a:cubicBezTo>
                  <a:cubicBezTo>
                    <a:pt x="1266844" y="954342"/>
                    <a:pt x="1384814" y="997899"/>
                    <a:pt x="1479587" y="1032878"/>
                  </a:cubicBezTo>
                  <a:cubicBezTo>
                    <a:pt x="1520471" y="1047972"/>
                    <a:pt x="1555782" y="1061006"/>
                    <a:pt x="1576350" y="1066137"/>
                  </a:cubicBezTo>
                  <a:cubicBezTo>
                    <a:pt x="1607440" y="1073932"/>
                    <a:pt x="1689234" y="1064301"/>
                    <a:pt x="1775852" y="1054138"/>
                  </a:cubicBezTo>
                  <a:cubicBezTo>
                    <a:pt x="1876836" y="1042293"/>
                    <a:pt x="1991314" y="1028836"/>
                    <a:pt x="2060668" y="1037891"/>
                  </a:cubicBezTo>
                  <a:cubicBezTo>
                    <a:pt x="2159257" y="1050754"/>
                    <a:pt x="2399994" y="1254199"/>
                    <a:pt x="2529323" y="1363491"/>
                  </a:cubicBezTo>
                  <a:cubicBezTo>
                    <a:pt x="2572286" y="1399793"/>
                    <a:pt x="2603313" y="1426031"/>
                    <a:pt x="2614240" y="1432854"/>
                  </a:cubicBezTo>
                  <a:cubicBezTo>
                    <a:pt x="2659984" y="1461442"/>
                    <a:pt x="2569711" y="1808302"/>
                    <a:pt x="2559270" y="1847745"/>
                  </a:cubicBezTo>
                  <a:cubicBezTo>
                    <a:pt x="2558892" y="1849168"/>
                    <a:pt x="2557614" y="1850104"/>
                    <a:pt x="2556219" y="1850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6" name="Google Shape;12946;p33"/>
            <p:cNvSpPr/>
            <p:nvPr/>
          </p:nvSpPr>
          <p:spPr>
            <a:xfrm rot="-5400000">
              <a:off x="6658693" y="2344555"/>
              <a:ext cx="4273342" cy="1679554"/>
            </a:xfrm>
            <a:custGeom>
              <a:avLst/>
              <a:gdLst/>
              <a:ahLst/>
              <a:cxnLst/>
              <a:rect l="l" t="t" r="r" b="b"/>
              <a:pathLst>
                <a:path w="4273342" h="1679554" extrusionOk="0">
                  <a:moveTo>
                    <a:pt x="3655333" y="1679536"/>
                  </a:moveTo>
                  <a:cubicBezTo>
                    <a:pt x="3654829" y="1679536"/>
                    <a:pt x="3654307" y="1679410"/>
                    <a:pt x="3653830" y="1679149"/>
                  </a:cubicBezTo>
                  <a:cubicBezTo>
                    <a:pt x="3652291" y="1678321"/>
                    <a:pt x="3651724" y="1676412"/>
                    <a:pt x="3652543" y="1674883"/>
                  </a:cubicBezTo>
                  <a:cubicBezTo>
                    <a:pt x="3654118" y="1671957"/>
                    <a:pt x="3809830" y="1382038"/>
                    <a:pt x="3804348" y="1327275"/>
                  </a:cubicBezTo>
                  <a:cubicBezTo>
                    <a:pt x="3802584" y="1309668"/>
                    <a:pt x="3798560" y="1287913"/>
                    <a:pt x="3794293" y="1264879"/>
                  </a:cubicBezTo>
                  <a:cubicBezTo>
                    <a:pt x="3784780" y="1213509"/>
                    <a:pt x="3774005" y="1155280"/>
                    <a:pt x="3781836" y="1112227"/>
                  </a:cubicBezTo>
                  <a:cubicBezTo>
                    <a:pt x="3787372" y="1081777"/>
                    <a:pt x="3825213" y="1026122"/>
                    <a:pt x="3861802" y="972313"/>
                  </a:cubicBezTo>
                  <a:cubicBezTo>
                    <a:pt x="3896817" y="920817"/>
                    <a:pt x="3936503" y="862445"/>
                    <a:pt x="3928771" y="849537"/>
                  </a:cubicBezTo>
                  <a:cubicBezTo>
                    <a:pt x="3921993" y="838250"/>
                    <a:pt x="3901813" y="825387"/>
                    <a:pt x="3880453" y="811759"/>
                  </a:cubicBezTo>
                  <a:cubicBezTo>
                    <a:pt x="3850668" y="792767"/>
                    <a:pt x="3816914" y="771245"/>
                    <a:pt x="3810091" y="747347"/>
                  </a:cubicBezTo>
                  <a:cubicBezTo>
                    <a:pt x="3799019" y="708588"/>
                    <a:pt x="3798128" y="640340"/>
                    <a:pt x="3815806" y="593202"/>
                  </a:cubicBezTo>
                  <a:cubicBezTo>
                    <a:pt x="3832918" y="547574"/>
                    <a:pt x="3961562" y="368388"/>
                    <a:pt x="3996703" y="327378"/>
                  </a:cubicBezTo>
                  <a:cubicBezTo>
                    <a:pt x="4029954" y="288583"/>
                    <a:pt x="4091873" y="198814"/>
                    <a:pt x="4108993" y="164583"/>
                  </a:cubicBezTo>
                  <a:cubicBezTo>
                    <a:pt x="4117184" y="148201"/>
                    <a:pt x="4153287" y="118713"/>
                    <a:pt x="4191506" y="87488"/>
                  </a:cubicBezTo>
                  <a:cubicBezTo>
                    <a:pt x="4221391" y="63077"/>
                    <a:pt x="4271411" y="22220"/>
                    <a:pt x="4266991" y="15587"/>
                  </a:cubicBezTo>
                  <a:cubicBezTo>
                    <a:pt x="4258448" y="2778"/>
                    <a:pt x="4208861" y="3291"/>
                    <a:pt x="4140614" y="16928"/>
                  </a:cubicBezTo>
                  <a:cubicBezTo>
                    <a:pt x="4119029" y="21239"/>
                    <a:pt x="4098849" y="19862"/>
                    <a:pt x="4081044" y="18665"/>
                  </a:cubicBezTo>
                  <a:cubicBezTo>
                    <a:pt x="4050962" y="16604"/>
                    <a:pt x="4027217" y="15001"/>
                    <a:pt x="4007136" y="38432"/>
                  </a:cubicBezTo>
                  <a:cubicBezTo>
                    <a:pt x="3974839" y="76110"/>
                    <a:pt x="3918357" y="198400"/>
                    <a:pt x="3906287" y="234630"/>
                  </a:cubicBezTo>
                  <a:cubicBezTo>
                    <a:pt x="3894414" y="270230"/>
                    <a:pt x="3776543" y="472082"/>
                    <a:pt x="3719278" y="517888"/>
                  </a:cubicBezTo>
                  <a:cubicBezTo>
                    <a:pt x="3676946" y="551760"/>
                    <a:pt x="3544853" y="551364"/>
                    <a:pt x="3448513" y="551094"/>
                  </a:cubicBezTo>
                  <a:cubicBezTo>
                    <a:pt x="3414903" y="550986"/>
                    <a:pt x="3385865" y="550905"/>
                    <a:pt x="3368142" y="552390"/>
                  </a:cubicBezTo>
                  <a:cubicBezTo>
                    <a:pt x="3299895" y="558079"/>
                    <a:pt x="3154499" y="603193"/>
                    <a:pt x="3082111" y="647740"/>
                  </a:cubicBezTo>
                  <a:cubicBezTo>
                    <a:pt x="3005736" y="694744"/>
                    <a:pt x="2798358" y="755340"/>
                    <a:pt x="2696699" y="738336"/>
                  </a:cubicBezTo>
                  <a:cubicBezTo>
                    <a:pt x="2591772" y="720847"/>
                    <a:pt x="2217719" y="560995"/>
                    <a:pt x="2143495" y="523883"/>
                  </a:cubicBezTo>
                  <a:cubicBezTo>
                    <a:pt x="2131830" y="518050"/>
                    <a:pt x="2119795" y="511723"/>
                    <a:pt x="2107446" y="505242"/>
                  </a:cubicBezTo>
                  <a:cubicBezTo>
                    <a:pt x="2036246" y="467824"/>
                    <a:pt x="1955523" y="425437"/>
                    <a:pt x="1874936" y="439632"/>
                  </a:cubicBezTo>
                  <a:cubicBezTo>
                    <a:pt x="1845907" y="444763"/>
                    <a:pt x="1820911" y="451478"/>
                    <a:pt x="1796743" y="457968"/>
                  </a:cubicBezTo>
                  <a:cubicBezTo>
                    <a:pt x="1741169" y="472892"/>
                    <a:pt x="1688692" y="487024"/>
                    <a:pt x="1597961" y="479120"/>
                  </a:cubicBezTo>
                  <a:cubicBezTo>
                    <a:pt x="1532216" y="473405"/>
                    <a:pt x="1405146" y="442621"/>
                    <a:pt x="1293036" y="415464"/>
                  </a:cubicBezTo>
                  <a:cubicBezTo>
                    <a:pt x="1183096" y="388839"/>
                    <a:pt x="1079249" y="363707"/>
                    <a:pt x="1051877" y="366399"/>
                  </a:cubicBezTo>
                  <a:cubicBezTo>
                    <a:pt x="1044757" y="367119"/>
                    <a:pt x="1035657" y="367920"/>
                    <a:pt x="1025026" y="368856"/>
                  </a:cubicBezTo>
                  <a:cubicBezTo>
                    <a:pt x="953620" y="375148"/>
                    <a:pt x="805028" y="388244"/>
                    <a:pt x="731650" y="422476"/>
                  </a:cubicBezTo>
                  <a:cubicBezTo>
                    <a:pt x="685718" y="443917"/>
                    <a:pt x="616085" y="453899"/>
                    <a:pt x="554652" y="462711"/>
                  </a:cubicBezTo>
                  <a:cubicBezTo>
                    <a:pt x="502355" y="470209"/>
                    <a:pt x="452956" y="477293"/>
                    <a:pt x="427402" y="490075"/>
                  </a:cubicBezTo>
                  <a:cubicBezTo>
                    <a:pt x="418445" y="494549"/>
                    <a:pt x="408787" y="499310"/>
                    <a:pt x="398679" y="504288"/>
                  </a:cubicBezTo>
                  <a:cubicBezTo>
                    <a:pt x="345626" y="530427"/>
                    <a:pt x="279593" y="562948"/>
                    <a:pt x="241896" y="591221"/>
                  </a:cubicBezTo>
                  <a:cubicBezTo>
                    <a:pt x="217566" y="609467"/>
                    <a:pt x="154675" y="619494"/>
                    <a:pt x="99201" y="628333"/>
                  </a:cubicBezTo>
                  <a:cubicBezTo>
                    <a:pt x="58803" y="634778"/>
                    <a:pt x="8532" y="642789"/>
                    <a:pt x="6362" y="651448"/>
                  </a:cubicBezTo>
                  <a:cubicBezTo>
                    <a:pt x="6309" y="651664"/>
                    <a:pt x="6164" y="652240"/>
                    <a:pt x="6866" y="653356"/>
                  </a:cubicBezTo>
                  <a:cubicBezTo>
                    <a:pt x="17272" y="669847"/>
                    <a:pt x="118175" y="690342"/>
                    <a:pt x="161273" y="699082"/>
                  </a:cubicBezTo>
                  <a:cubicBezTo>
                    <a:pt x="172389" y="701341"/>
                    <a:pt x="180418" y="702971"/>
                    <a:pt x="184415" y="703970"/>
                  </a:cubicBezTo>
                  <a:cubicBezTo>
                    <a:pt x="186368" y="704465"/>
                    <a:pt x="188844" y="705041"/>
                    <a:pt x="191733" y="705707"/>
                  </a:cubicBezTo>
                  <a:cubicBezTo>
                    <a:pt x="224110" y="713232"/>
                    <a:pt x="299945" y="730884"/>
                    <a:pt x="310701" y="773891"/>
                  </a:cubicBezTo>
                  <a:cubicBezTo>
                    <a:pt x="321233" y="816008"/>
                    <a:pt x="438131" y="929306"/>
                    <a:pt x="471066" y="929306"/>
                  </a:cubicBezTo>
                  <a:cubicBezTo>
                    <a:pt x="504002" y="929306"/>
                    <a:pt x="657832" y="830958"/>
                    <a:pt x="694476" y="800418"/>
                  </a:cubicBezTo>
                  <a:cubicBezTo>
                    <a:pt x="728995" y="771650"/>
                    <a:pt x="961469" y="681305"/>
                    <a:pt x="1024207" y="698353"/>
                  </a:cubicBezTo>
                  <a:cubicBezTo>
                    <a:pt x="1044829" y="703979"/>
                    <a:pt x="1072057" y="714718"/>
                    <a:pt x="1100870" y="726077"/>
                  </a:cubicBezTo>
                  <a:cubicBezTo>
                    <a:pt x="1158568" y="748832"/>
                    <a:pt x="1230361" y="777140"/>
                    <a:pt x="1282631" y="777140"/>
                  </a:cubicBezTo>
                  <a:cubicBezTo>
                    <a:pt x="1363651" y="777140"/>
                    <a:pt x="1633956" y="771362"/>
                    <a:pt x="1716380" y="765871"/>
                  </a:cubicBezTo>
                  <a:cubicBezTo>
                    <a:pt x="1800271" y="760227"/>
                    <a:pt x="1953696" y="833155"/>
                    <a:pt x="2016984" y="873444"/>
                  </a:cubicBezTo>
                  <a:cubicBezTo>
                    <a:pt x="2078650" y="912680"/>
                    <a:pt x="2241986" y="1008453"/>
                    <a:pt x="2332439" y="1059337"/>
                  </a:cubicBezTo>
                  <a:cubicBezTo>
                    <a:pt x="2429004" y="1113659"/>
                    <a:pt x="2493326" y="1201258"/>
                    <a:pt x="2514236" y="1263979"/>
                  </a:cubicBezTo>
                  <a:cubicBezTo>
                    <a:pt x="2533462" y="1321676"/>
                    <a:pt x="2505027" y="1510845"/>
                    <a:pt x="2491363" y="1601757"/>
                  </a:cubicBezTo>
                  <a:cubicBezTo>
                    <a:pt x="2488942" y="1617860"/>
                    <a:pt x="2487079" y="1630255"/>
                    <a:pt x="2486188" y="1637339"/>
                  </a:cubicBezTo>
                  <a:cubicBezTo>
                    <a:pt x="2485972" y="1639067"/>
                    <a:pt x="2484334" y="1640228"/>
                    <a:pt x="2482659" y="1640075"/>
                  </a:cubicBezTo>
                  <a:cubicBezTo>
                    <a:pt x="2480931" y="1639850"/>
                    <a:pt x="2479707" y="1638284"/>
                    <a:pt x="2479923" y="1636546"/>
                  </a:cubicBezTo>
                  <a:cubicBezTo>
                    <a:pt x="2480814" y="1629435"/>
                    <a:pt x="2482677" y="1616987"/>
                    <a:pt x="2485117" y="1600812"/>
                  </a:cubicBezTo>
                  <a:cubicBezTo>
                    <a:pt x="2497647" y="1517452"/>
                    <a:pt x="2526999" y="1322234"/>
                    <a:pt x="2508241" y="1265977"/>
                  </a:cubicBezTo>
                  <a:cubicBezTo>
                    <a:pt x="2487718" y="1204409"/>
                    <a:pt x="2424440" y="1118330"/>
                    <a:pt x="2329342" y="1064845"/>
                  </a:cubicBezTo>
                  <a:cubicBezTo>
                    <a:pt x="2238818" y="1013935"/>
                    <a:pt x="2075338" y="918063"/>
                    <a:pt x="2013590" y="878782"/>
                  </a:cubicBezTo>
                  <a:cubicBezTo>
                    <a:pt x="1950915" y="838898"/>
                    <a:pt x="1799551" y="766627"/>
                    <a:pt x="1716803" y="772181"/>
                  </a:cubicBezTo>
                  <a:cubicBezTo>
                    <a:pt x="1634280" y="777681"/>
                    <a:pt x="1363732" y="783459"/>
                    <a:pt x="1282640" y="783459"/>
                  </a:cubicBezTo>
                  <a:cubicBezTo>
                    <a:pt x="1229173" y="783459"/>
                    <a:pt x="1159792" y="756096"/>
                    <a:pt x="1098566" y="731955"/>
                  </a:cubicBezTo>
                  <a:cubicBezTo>
                    <a:pt x="1069915" y="720658"/>
                    <a:pt x="1042848" y="709983"/>
                    <a:pt x="1022551" y="704447"/>
                  </a:cubicBezTo>
                  <a:cubicBezTo>
                    <a:pt x="961766" y="687849"/>
                    <a:pt x="729688" y="779301"/>
                    <a:pt x="698536" y="805269"/>
                  </a:cubicBezTo>
                  <a:cubicBezTo>
                    <a:pt x="665474" y="832822"/>
                    <a:pt x="506000" y="935624"/>
                    <a:pt x="471075" y="935624"/>
                  </a:cubicBezTo>
                  <a:cubicBezTo>
                    <a:pt x="436151" y="935624"/>
                    <a:pt x="315796" y="820337"/>
                    <a:pt x="304572" y="775421"/>
                  </a:cubicBezTo>
                  <a:cubicBezTo>
                    <a:pt x="294751" y="736149"/>
                    <a:pt x="218871" y="718507"/>
                    <a:pt x="190301" y="711855"/>
                  </a:cubicBezTo>
                  <a:cubicBezTo>
                    <a:pt x="187367" y="711180"/>
                    <a:pt x="184865" y="710586"/>
                    <a:pt x="182885" y="710100"/>
                  </a:cubicBezTo>
                  <a:cubicBezTo>
                    <a:pt x="178978" y="709119"/>
                    <a:pt x="170805" y="707463"/>
                    <a:pt x="160013" y="705275"/>
                  </a:cubicBezTo>
                  <a:cubicBezTo>
                    <a:pt x="83844" y="689811"/>
                    <a:pt x="11934" y="673222"/>
                    <a:pt x="1520" y="656723"/>
                  </a:cubicBezTo>
                  <a:cubicBezTo>
                    <a:pt x="-253" y="653924"/>
                    <a:pt x="-154" y="651475"/>
                    <a:pt x="233" y="649918"/>
                  </a:cubicBezTo>
                  <a:cubicBezTo>
                    <a:pt x="3266" y="637793"/>
                    <a:pt x="37669" y="631744"/>
                    <a:pt x="98210" y="622095"/>
                  </a:cubicBezTo>
                  <a:cubicBezTo>
                    <a:pt x="152965" y="613373"/>
                    <a:pt x="215028" y="603481"/>
                    <a:pt x="238116" y="586162"/>
                  </a:cubicBezTo>
                  <a:cubicBezTo>
                    <a:pt x="276281" y="557548"/>
                    <a:pt x="342602" y="524873"/>
                    <a:pt x="395888" y="498626"/>
                  </a:cubicBezTo>
                  <a:cubicBezTo>
                    <a:pt x="405988" y="493648"/>
                    <a:pt x="415637" y="488896"/>
                    <a:pt x="424575" y="484422"/>
                  </a:cubicBezTo>
                  <a:cubicBezTo>
                    <a:pt x="451048" y="471181"/>
                    <a:pt x="500942" y="464035"/>
                    <a:pt x="553751" y="456455"/>
                  </a:cubicBezTo>
                  <a:cubicBezTo>
                    <a:pt x="614752" y="447706"/>
                    <a:pt x="683891" y="437796"/>
                    <a:pt x="728986" y="416751"/>
                  </a:cubicBezTo>
                  <a:cubicBezTo>
                    <a:pt x="803354" y="382043"/>
                    <a:pt x="952702" y="368883"/>
                    <a:pt x="1024477" y="362564"/>
                  </a:cubicBezTo>
                  <a:cubicBezTo>
                    <a:pt x="1035072" y="361628"/>
                    <a:pt x="1044145" y="360827"/>
                    <a:pt x="1051246" y="360116"/>
                  </a:cubicBezTo>
                  <a:cubicBezTo>
                    <a:pt x="1079591" y="357244"/>
                    <a:pt x="1179225" y="381395"/>
                    <a:pt x="1294521" y="409316"/>
                  </a:cubicBezTo>
                  <a:cubicBezTo>
                    <a:pt x="1406415" y="436419"/>
                    <a:pt x="1533233" y="467140"/>
                    <a:pt x="1598500" y="472820"/>
                  </a:cubicBezTo>
                  <a:cubicBezTo>
                    <a:pt x="1688134" y="480605"/>
                    <a:pt x="1740080" y="466645"/>
                    <a:pt x="1795095" y="451865"/>
                  </a:cubicBezTo>
                  <a:cubicBezTo>
                    <a:pt x="1819398" y="445339"/>
                    <a:pt x="1844530" y="438588"/>
                    <a:pt x="1873838" y="433413"/>
                  </a:cubicBezTo>
                  <a:cubicBezTo>
                    <a:pt x="1956568" y="418812"/>
                    <a:pt x="2038289" y="461766"/>
                    <a:pt x="2110388" y="499643"/>
                  </a:cubicBezTo>
                  <a:cubicBezTo>
                    <a:pt x="2122693" y="506115"/>
                    <a:pt x="2134692" y="512416"/>
                    <a:pt x="2146322" y="518231"/>
                  </a:cubicBezTo>
                  <a:cubicBezTo>
                    <a:pt x="2230734" y="560446"/>
                    <a:pt x="2599918" y="715797"/>
                    <a:pt x="2697734" y="732108"/>
                  </a:cubicBezTo>
                  <a:cubicBezTo>
                    <a:pt x="2796360" y="748526"/>
                    <a:pt x="3004971" y="687795"/>
                    <a:pt x="3078799" y="642357"/>
                  </a:cubicBezTo>
                  <a:cubicBezTo>
                    <a:pt x="3151888" y="597387"/>
                    <a:pt x="3298698" y="551832"/>
                    <a:pt x="3367620" y="546098"/>
                  </a:cubicBezTo>
                  <a:cubicBezTo>
                    <a:pt x="3385631" y="544595"/>
                    <a:pt x="3414804" y="544694"/>
                    <a:pt x="3448531" y="544775"/>
                  </a:cubicBezTo>
                  <a:cubicBezTo>
                    <a:pt x="3538606" y="545045"/>
                    <a:pt x="3674731" y="545432"/>
                    <a:pt x="3715326" y="512956"/>
                  </a:cubicBezTo>
                  <a:cubicBezTo>
                    <a:pt x="3771520" y="468004"/>
                    <a:pt x="3889679" y="264451"/>
                    <a:pt x="3900282" y="232632"/>
                  </a:cubicBezTo>
                  <a:cubicBezTo>
                    <a:pt x="3911057" y="200309"/>
                    <a:pt x="3967251" y="75237"/>
                    <a:pt x="4002329" y="34327"/>
                  </a:cubicBezTo>
                  <a:cubicBezTo>
                    <a:pt x="4024472" y="8475"/>
                    <a:pt x="4050881" y="10303"/>
                    <a:pt x="4081467" y="12364"/>
                  </a:cubicBezTo>
                  <a:cubicBezTo>
                    <a:pt x="4099730" y="13606"/>
                    <a:pt x="4118607" y="14884"/>
                    <a:pt x="4139363" y="10744"/>
                  </a:cubicBezTo>
                  <a:cubicBezTo>
                    <a:pt x="4174378" y="3750"/>
                    <a:pt x="4257440" y="-10130"/>
                    <a:pt x="4272230" y="12085"/>
                  </a:cubicBezTo>
                  <a:cubicBezTo>
                    <a:pt x="4279115" y="22409"/>
                    <a:pt x="4254128" y="44480"/>
                    <a:pt x="4195486" y="92393"/>
                  </a:cubicBezTo>
                  <a:cubicBezTo>
                    <a:pt x="4159454" y="121818"/>
                    <a:pt x="4122216" y="152243"/>
                    <a:pt x="4114618" y="167418"/>
                  </a:cubicBezTo>
                  <a:cubicBezTo>
                    <a:pt x="4097337" y="201974"/>
                    <a:pt x="4034949" y="292454"/>
                    <a:pt x="4001474" y="331501"/>
                  </a:cubicBezTo>
                  <a:cubicBezTo>
                    <a:pt x="3967432" y="371214"/>
                    <a:pt x="3838193" y="551427"/>
                    <a:pt x="3821684" y="595434"/>
                  </a:cubicBezTo>
                  <a:cubicBezTo>
                    <a:pt x="3804474" y="641358"/>
                    <a:pt x="3805338" y="707859"/>
                    <a:pt x="3816131" y="745618"/>
                  </a:cubicBezTo>
                  <a:cubicBezTo>
                    <a:pt x="3822305" y="767221"/>
                    <a:pt x="3854989" y="788059"/>
                    <a:pt x="3883820" y="806448"/>
                  </a:cubicBezTo>
                  <a:cubicBezTo>
                    <a:pt x="3905837" y="820481"/>
                    <a:pt x="3926620" y="833740"/>
                    <a:pt x="3934163" y="846306"/>
                  </a:cubicBezTo>
                  <a:cubicBezTo>
                    <a:pt x="3943506" y="861878"/>
                    <a:pt x="3914730" y="905696"/>
                    <a:pt x="3867005" y="975877"/>
                  </a:cubicBezTo>
                  <a:cubicBezTo>
                    <a:pt x="3830775" y="1029155"/>
                    <a:pt x="3793322" y="1084243"/>
                    <a:pt x="3788029" y="1113380"/>
                  </a:cubicBezTo>
                  <a:cubicBezTo>
                    <a:pt x="3780405" y="1155289"/>
                    <a:pt x="3791072" y="1212915"/>
                    <a:pt x="3800487" y="1263744"/>
                  </a:cubicBezTo>
                  <a:cubicBezTo>
                    <a:pt x="3804780" y="1286914"/>
                    <a:pt x="3808822" y="1308786"/>
                    <a:pt x="3810604" y="1326663"/>
                  </a:cubicBezTo>
                  <a:cubicBezTo>
                    <a:pt x="3816265" y="1383325"/>
                    <a:pt x="3664542" y="1665890"/>
                    <a:pt x="3658079" y="1677889"/>
                  </a:cubicBezTo>
                  <a:cubicBezTo>
                    <a:pt x="3657503" y="1678951"/>
                    <a:pt x="3656422" y="1679554"/>
                    <a:pt x="3655297" y="1679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7" name="Google Shape;12947;p33"/>
            <p:cNvSpPr/>
            <p:nvPr/>
          </p:nvSpPr>
          <p:spPr>
            <a:xfrm rot="-5400000">
              <a:off x="8526292" y="1644650"/>
              <a:ext cx="1174024" cy="998558"/>
            </a:xfrm>
            <a:custGeom>
              <a:avLst/>
              <a:gdLst/>
              <a:ahLst/>
              <a:cxnLst/>
              <a:rect l="l" t="t" r="r" b="b"/>
              <a:pathLst>
                <a:path w="1174024" h="998558" extrusionOk="0">
                  <a:moveTo>
                    <a:pt x="907463" y="998558"/>
                  </a:moveTo>
                  <a:cubicBezTo>
                    <a:pt x="906887" y="998558"/>
                    <a:pt x="906293" y="998396"/>
                    <a:pt x="905780" y="998064"/>
                  </a:cubicBezTo>
                  <a:cubicBezTo>
                    <a:pt x="904303" y="997136"/>
                    <a:pt x="903863" y="995192"/>
                    <a:pt x="904789" y="993707"/>
                  </a:cubicBezTo>
                  <a:cubicBezTo>
                    <a:pt x="961083" y="904577"/>
                    <a:pt x="1107182" y="667333"/>
                    <a:pt x="1107182" y="640338"/>
                  </a:cubicBezTo>
                  <a:cubicBezTo>
                    <a:pt x="1107182" y="630221"/>
                    <a:pt x="1100458" y="606557"/>
                    <a:pt x="1092663" y="579158"/>
                  </a:cubicBezTo>
                  <a:cubicBezTo>
                    <a:pt x="1074570" y="515519"/>
                    <a:pt x="1049799" y="428360"/>
                    <a:pt x="1073994" y="396100"/>
                  </a:cubicBezTo>
                  <a:cubicBezTo>
                    <a:pt x="1106146" y="353228"/>
                    <a:pt x="1178155" y="211432"/>
                    <a:pt x="1166427" y="176552"/>
                  </a:cubicBezTo>
                  <a:cubicBezTo>
                    <a:pt x="1165221" y="172970"/>
                    <a:pt x="1163178" y="170810"/>
                    <a:pt x="1160198" y="169955"/>
                  </a:cubicBezTo>
                  <a:cubicBezTo>
                    <a:pt x="1119153" y="158235"/>
                    <a:pt x="1056667" y="77971"/>
                    <a:pt x="1045280" y="32426"/>
                  </a:cubicBezTo>
                  <a:cubicBezTo>
                    <a:pt x="1043777" y="26422"/>
                    <a:pt x="1039015" y="21327"/>
                    <a:pt x="1031122" y="17286"/>
                  </a:cubicBezTo>
                  <a:cubicBezTo>
                    <a:pt x="989536" y="-3975"/>
                    <a:pt x="872673" y="9536"/>
                    <a:pt x="824094" y="28951"/>
                  </a:cubicBezTo>
                  <a:cubicBezTo>
                    <a:pt x="769448" y="50815"/>
                    <a:pt x="595005" y="140431"/>
                    <a:pt x="542888" y="175184"/>
                  </a:cubicBezTo>
                  <a:cubicBezTo>
                    <a:pt x="501006" y="203106"/>
                    <a:pt x="356474" y="197409"/>
                    <a:pt x="270125" y="193997"/>
                  </a:cubicBezTo>
                  <a:cubicBezTo>
                    <a:pt x="250593" y="193232"/>
                    <a:pt x="235165" y="192620"/>
                    <a:pt x="225534" y="192620"/>
                  </a:cubicBezTo>
                  <a:cubicBezTo>
                    <a:pt x="177296" y="192620"/>
                    <a:pt x="82667" y="246888"/>
                    <a:pt x="47211" y="276429"/>
                  </a:cubicBezTo>
                  <a:cubicBezTo>
                    <a:pt x="16184" y="302290"/>
                    <a:pt x="-14150" y="407550"/>
                    <a:pt x="25230" y="463807"/>
                  </a:cubicBezTo>
                  <a:cubicBezTo>
                    <a:pt x="60155" y="513701"/>
                    <a:pt x="55996" y="577591"/>
                    <a:pt x="50721" y="658476"/>
                  </a:cubicBezTo>
                  <a:cubicBezTo>
                    <a:pt x="49921" y="670807"/>
                    <a:pt x="49083" y="683598"/>
                    <a:pt x="48345" y="696866"/>
                  </a:cubicBezTo>
                  <a:cubicBezTo>
                    <a:pt x="42710" y="798318"/>
                    <a:pt x="31432" y="995579"/>
                    <a:pt x="31432" y="995579"/>
                  </a:cubicBezTo>
                  <a:lnTo>
                    <a:pt x="25122" y="995210"/>
                  </a:lnTo>
                  <a:cubicBezTo>
                    <a:pt x="25122" y="995210"/>
                    <a:pt x="36401" y="797958"/>
                    <a:pt x="42035" y="696524"/>
                  </a:cubicBezTo>
                  <a:cubicBezTo>
                    <a:pt x="42774" y="683229"/>
                    <a:pt x="43611" y="670421"/>
                    <a:pt x="44412" y="658062"/>
                  </a:cubicBezTo>
                  <a:cubicBezTo>
                    <a:pt x="49813" y="575296"/>
                    <a:pt x="53710" y="515501"/>
                    <a:pt x="20064" y="467435"/>
                  </a:cubicBezTo>
                  <a:cubicBezTo>
                    <a:pt x="-21873" y="407532"/>
                    <a:pt x="9847" y="299347"/>
                    <a:pt x="43170" y="271578"/>
                  </a:cubicBezTo>
                  <a:cubicBezTo>
                    <a:pt x="77905" y="242630"/>
                    <a:pt x="173750" y="186301"/>
                    <a:pt x="225543" y="186301"/>
                  </a:cubicBezTo>
                  <a:cubicBezTo>
                    <a:pt x="235300" y="186301"/>
                    <a:pt x="250782" y="186913"/>
                    <a:pt x="270386" y="187687"/>
                  </a:cubicBezTo>
                  <a:cubicBezTo>
                    <a:pt x="350344" y="190837"/>
                    <a:pt x="499223" y="196706"/>
                    <a:pt x="539396" y="169928"/>
                  </a:cubicBezTo>
                  <a:cubicBezTo>
                    <a:pt x="591747" y="135021"/>
                    <a:pt x="766901" y="45036"/>
                    <a:pt x="821763" y="23091"/>
                  </a:cubicBezTo>
                  <a:cubicBezTo>
                    <a:pt x="866823" y="5062"/>
                    <a:pt x="987439" y="-12175"/>
                    <a:pt x="1034011" y="11660"/>
                  </a:cubicBezTo>
                  <a:cubicBezTo>
                    <a:pt x="1043606" y="16566"/>
                    <a:pt x="1049466" y="23037"/>
                    <a:pt x="1051428" y="30895"/>
                  </a:cubicBezTo>
                  <a:cubicBezTo>
                    <a:pt x="1062203" y="74011"/>
                    <a:pt x="1123365" y="152861"/>
                    <a:pt x="1161953" y="163879"/>
                  </a:cubicBezTo>
                  <a:cubicBezTo>
                    <a:pt x="1167012" y="165319"/>
                    <a:pt x="1170541" y="168911"/>
                    <a:pt x="1172440" y="174536"/>
                  </a:cubicBezTo>
                  <a:cubicBezTo>
                    <a:pt x="1186140" y="215267"/>
                    <a:pt x="1107298" y="362247"/>
                    <a:pt x="1079070" y="399881"/>
                  </a:cubicBezTo>
                  <a:cubicBezTo>
                    <a:pt x="1056756" y="429639"/>
                    <a:pt x="1082032" y="518570"/>
                    <a:pt x="1098756" y="577420"/>
                  </a:cubicBezTo>
                  <a:cubicBezTo>
                    <a:pt x="1107001" y="606422"/>
                    <a:pt x="1113510" y="629330"/>
                    <a:pt x="1113510" y="640330"/>
                  </a:cubicBezTo>
                  <a:cubicBezTo>
                    <a:pt x="1113510" y="674660"/>
                    <a:pt x="918435" y="983914"/>
                    <a:pt x="910136" y="997073"/>
                  </a:cubicBezTo>
                  <a:cubicBezTo>
                    <a:pt x="909533" y="998028"/>
                    <a:pt x="908508" y="998540"/>
                    <a:pt x="907463" y="9985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8" name="Google Shape;12948;p33"/>
            <p:cNvSpPr/>
            <p:nvPr/>
          </p:nvSpPr>
          <p:spPr>
            <a:xfrm rot="-5400000">
              <a:off x="8059854" y="4276810"/>
              <a:ext cx="988505" cy="330290"/>
            </a:xfrm>
            <a:custGeom>
              <a:avLst/>
              <a:gdLst/>
              <a:ahLst/>
              <a:cxnLst/>
              <a:rect l="l" t="t" r="r" b="b"/>
              <a:pathLst>
                <a:path w="988505" h="330290" extrusionOk="0">
                  <a:moveTo>
                    <a:pt x="143969" y="330281"/>
                  </a:moveTo>
                  <a:cubicBezTo>
                    <a:pt x="115571" y="330281"/>
                    <a:pt x="91610" y="322874"/>
                    <a:pt x="78432" y="309696"/>
                  </a:cubicBezTo>
                  <a:cubicBezTo>
                    <a:pt x="48602" y="279866"/>
                    <a:pt x="-3740" y="207694"/>
                    <a:pt x="212" y="183391"/>
                  </a:cubicBezTo>
                  <a:cubicBezTo>
                    <a:pt x="1004" y="178459"/>
                    <a:pt x="3794" y="176118"/>
                    <a:pt x="5990" y="175020"/>
                  </a:cubicBezTo>
                  <a:cubicBezTo>
                    <a:pt x="35424" y="160303"/>
                    <a:pt x="147291" y="149916"/>
                    <a:pt x="214134" y="143705"/>
                  </a:cubicBezTo>
                  <a:cubicBezTo>
                    <a:pt x="225511" y="142652"/>
                    <a:pt x="235602" y="141716"/>
                    <a:pt x="243792" y="140897"/>
                  </a:cubicBezTo>
                  <a:cubicBezTo>
                    <a:pt x="297134" y="135559"/>
                    <a:pt x="420000" y="67177"/>
                    <a:pt x="472468" y="37977"/>
                  </a:cubicBezTo>
                  <a:lnTo>
                    <a:pt x="479273" y="34188"/>
                  </a:lnTo>
                  <a:cubicBezTo>
                    <a:pt x="531956" y="4925"/>
                    <a:pt x="645551" y="-16696"/>
                    <a:pt x="696723" y="17419"/>
                  </a:cubicBezTo>
                  <a:cubicBezTo>
                    <a:pt x="745537" y="49958"/>
                    <a:pt x="883362" y="89446"/>
                    <a:pt x="943563" y="101480"/>
                  </a:cubicBezTo>
                  <a:cubicBezTo>
                    <a:pt x="969333" y="106629"/>
                    <a:pt x="985589" y="120635"/>
                    <a:pt x="988172" y="139888"/>
                  </a:cubicBezTo>
                  <a:cubicBezTo>
                    <a:pt x="990603" y="158080"/>
                    <a:pt x="979540" y="177172"/>
                    <a:pt x="961268" y="186299"/>
                  </a:cubicBezTo>
                  <a:cubicBezTo>
                    <a:pt x="925983" y="203968"/>
                    <a:pt x="785142" y="181258"/>
                    <a:pt x="716301" y="152580"/>
                  </a:cubicBezTo>
                  <a:cubicBezTo>
                    <a:pt x="650106" y="125010"/>
                    <a:pt x="539752" y="140915"/>
                    <a:pt x="481712" y="158323"/>
                  </a:cubicBezTo>
                  <a:cubicBezTo>
                    <a:pt x="424438" y="175506"/>
                    <a:pt x="285036" y="243123"/>
                    <a:pt x="252272" y="286815"/>
                  </a:cubicBezTo>
                  <a:cubicBezTo>
                    <a:pt x="231119" y="315007"/>
                    <a:pt x="188705" y="327536"/>
                    <a:pt x="156067" y="329849"/>
                  </a:cubicBezTo>
                  <a:cubicBezTo>
                    <a:pt x="151962" y="330147"/>
                    <a:pt x="147921" y="330291"/>
                    <a:pt x="143969" y="330291"/>
                  </a:cubicBezTo>
                  <a:close/>
                  <a:moveTo>
                    <a:pt x="622157" y="6077"/>
                  </a:moveTo>
                  <a:cubicBezTo>
                    <a:pt x="572408" y="6077"/>
                    <a:pt x="515259" y="21415"/>
                    <a:pt x="482342" y="39705"/>
                  </a:cubicBezTo>
                  <a:lnTo>
                    <a:pt x="475537" y="43486"/>
                  </a:lnTo>
                  <a:cubicBezTo>
                    <a:pt x="418244" y="75359"/>
                    <a:pt x="299060" y="141698"/>
                    <a:pt x="244414" y="147161"/>
                  </a:cubicBezTo>
                  <a:cubicBezTo>
                    <a:pt x="236214" y="147981"/>
                    <a:pt x="226105" y="148926"/>
                    <a:pt x="214710" y="149979"/>
                  </a:cubicBezTo>
                  <a:cubicBezTo>
                    <a:pt x="148308" y="156145"/>
                    <a:pt x="37170" y="166469"/>
                    <a:pt x="8808" y="180655"/>
                  </a:cubicBezTo>
                  <a:cubicBezTo>
                    <a:pt x="7989" y="181069"/>
                    <a:pt x="6846" y="181897"/>
                    <a:pt x="6440" y="184391"/>
                  </a:cubicBezTo>
                  <a:cubicBezTo>
                    <a:pt x="3146" y="204724"/>
                    <a:pt x="51761" y="274087"/>
                    <a:pt x="82896" y="305222"/>
                  </a:cubicBezTo>
                  <a:cubicBezTo>
                    <a:pt x="96623" y="318949"/>
                    <a:pt x="123834" y="325772"/>
                    <a:pt x="155617" y="323540"/>
                  </a:cubicBezTo>
                  <a:cubicBezTo>
                    <a:pt x="194889" y="320749"/>
                    <a:pt x="230849" y="304844"/>
                    <a:pt x="247213" y="283016"/>
                  </a:cubicBezTo>
                  <a:cubicBezTo>
                    <a:pt x="281283" y="237587"/>
                    <a:pt x="420432" y="170106"/>
                    <a:pt x="479902" y="152265"/>
                  </a:cubicBezTo>
                  <a:cubicBezTo>
                    <a:pt x="538806" y="134587"/>
                    <a:pt x="651024" y="118529"/>
                    <a:pt x="718731" y="146739"/>
                  </a:cubicBezTo>
                  <a:cubicBezTo>
                    <a:pt x="784962" y="174345"/>
                    <a:pt x="925065" y="197316"/>
                    <a:pt x="958441" y="180646"/>
                  </a:cubicBezTo>
                  <a:cubicBezTo>
                    <a:pt x="974338" y="172698"/>
                    <a:pt x="983987" y="156280"/>
                    <a:pt x="981907" y="140726"/>
                  </a:cubicBezTo>
                  <a:cubicBezTo>
                    <a:pt x="979711" y="124308"/>
                    <a:pt x="965282" y="112264"/>
                    <a:pt x="942329" y="107673"/>
                  </a:cubicBezTo>
                  <a:cubicBezTo>
                    <a:pt x="881698" y="95549"/>
                    <a:pt x="742710" y="55665"/>
                    <a:pt x="693222" y="22666"/>
                  </a:cubicBezTo>
                  <a:cubicBezTo>
                    <a:pt x="675553" y="10884"/>
                    <a:pt x="650016" y="6077"/>
                    <a:pt x="622166" y="6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9" name="Google Shape;12949;p33"/>
            <p:cNvSpPr/>
            <p:nvPr/>
          </p:nvSpPr>
          <p:spPr>
            <a:xfrm rot="-5400000">
              <a:off x="8414286" y="3518737"/>
              <a:ext cx="348925" cy="146099"/>
            </a:xfrm>
            <a:custGeom>
              <a:avLst/>
              <a:gdLst/>
              <a:ahLst/>
              <a:cxnLst/>
              <a:rect l="l" t="t" r="r" b="b"/>
              <a:pathLst>
                <a:path w="348925" h="146099" extrusionOk="0">
                  <a:moveTo>
                    <a:pt x="166388" y="146091"/>
                  </a:moveTo>
                  <a:cubicBezTo>
                    <a:pt x="130068" y="146091"/>
                    <a:pt x="90292" y="140474"/>
                    <a:pt x="60156" y="136225"/>
                  </a:cubicBezTo>
                  <a:cubicBezTo>
                    <a:pt x="51785" y="135046"/>
                    <a:pt x="44134" y="133966"/>
                    <a:pt x="37473" y="133138"/>
                  </a:cubicBezTo>
                  <a:cubicBezTo>
                    <a:pt x="20956" y="131076"/>
                    <a:pt x="8796" y="118385"/>
                    <a:pt x="3223" y="97403"/>
                  </a:cubicBezTo>
                  <a:cubicBezTo>
                    <a:pt x="-4832" y="67069"/>
                    <a:pt x="2863" y="26906"/>
                    <a:pt x="19057" y="14754"/>
                  </a:cubicBezTo>
                  <a:lnTo>
                    <a:pt x="19057" y="14754"/>
                  </a:lnTo>
                  <a:cubicBezTo>
                    <a:pt x="63676" y="-18685"/>
                    <a:pt x="99446" y="11523"/>
                    <a:pt x="131013" y="38184"/>
                  </a:cubicBezTo>
                  <a:cubicBezTo>
                    <a:pt x="149484" y="53783"/>
                    <a:pt x="166928" y="68518"/>
                    <a:pt x="184751" y="70507"/>
                  </a:cubicBezTo>
                  <a:cubicBezTo>
                    <a:pt x="273106" y="80328"/>
                    <a:pt x="326726" y="91903"/>
                    <a:pt x="344098" y="104928"/>
                  </a:cubicBezTo>
                  <a:cubicBezTo>
                    <a:pt x="345539" y="106017"/>
                    <a:pt x="349931" y="109303"/>
                    <a:pt x="348716" y="113686"/>
                  </a:cubicBezTo>
                  <a:cubicBezTo>
                    <a:pt x="346772" y="120698"/>
                    <a:pt x="332586" y="122453"/>
                    <a:pt x="300676" y="125757"/>
                  </a:cubicBezTo>
                  <a:cubicBezTo>
                    <a:pt x="276644" y="128250"/>
                    <a:pt x="246723" y="131346"/>
                    <a:pt x="224860" y="138637"/>
                  </a:cubicBezTo>
                  <a:cubicBezTo>
                    <a:pt x="208460" y="144101"/>
                    <a:pt x="188045" y="146099"/>
                    <a:pt x="166397" y="146099"/>
                  </a:cubicBezTo>
                  <a:close/>
                  <a:moveTo>
                    <a:pt x="58824" y="6383"/>
                  </a:moveTo>
                  <a:cubicBezTo>
                    <a:pt x="47501" y="6383"/>
                    <a:pt x="35583" y="10254"/>
                    <a:pt x="22846" y="19813"/>
                  </a:cubicBezTo>
                  <a:lnTo>
                    <a:pt x="22846" y="19813"/>
                  </a:lnTo>
                  <a:cubicBezTo>
                    <a:pt x="8669" y="30443"/>
                    <a:pt x="1973" y="68068"/>
                    <a:pt x="9335" y="95774"/>
                  </a:cubicBezTo>
                  <a:cubicBezTo>
                    <a:pt x="12783" y="108736"/>
                    <a:pt x="20587" y="124649"/>
                    <a:pt x="38256" y="126855"/>
                  </a:cubicBezTo>
                  <a:cubicBezTo>
                    <a:pt x="44953" y="127692"/>
                    <a:pt x="52631" y="128772"/>
                    <a:pt x="61038" y="129960"/>
                  </a:cubicBezTo>
                  <a:cubicBezTo>
                    <a:pt x="108555" y="136666"/>
                    <a:pt x="180349" y="146792"/>
                    <a:pt x="222852" y="132624"/>
                  </a:cubicBezTo>
                  <a:cubicBezTo>
                    <a:pt x="245373" y="125118"/>
                    <a:pt x="275681" y="121976"/>
                    <a:pt x="300029" y="119465"/>
                  </a:cubicBezTo>
                  <a:cubicBezTo>
                    <a:pt x="317860" y="117619"/>
                    <a:pt x="339994" y="115324"/>
                    <a:pt x="342595" y="111985"/>
                  </a:cubicBezTo>
                  <a:cubicBezTo>
                    <a:pt x="342424" y="111940"/>
                    <a:pt x="341929" y="111193"/>
                    <a:pt x="340309" y="109978"/>
                  </a:cubicBezTo>
                  <a:cubicBezTo>
                    <a:pt x="324080" y="97808"/>
                    <a:pt x="270046" y="86332"/>
                    <a:pt x="184048" y="76772"/>
                  </a:cubicBezTo>
                  <a:cubicBezTo>
                    <a:pt x="164327" y="74585"/>
                    <a:pt x="146171" y="59238"/>
                    <a:pt x="126936" y="43000"/>
                  </a:cubicBezTo>
                  <a:cubicBezTo>
                    <a:pt x="105513" y="24907"/>
                    <a:pt x="83595" y="6383"/>
                    <a:pt x="58833" y="6383"/>
                  </a:cubicBezTo>
                  <a:close/>
                  <a:moveTo>
                    <a:pt x="20947" y="17284"/>
                  </a:moveTo>
                  <a:lnTo>
                    <a:pt x="21028" y="17284"/>
                  </a:lnTo>
                  <a:lnTo>
                    <a:pt x="20947" y="172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0" name="Google Shape;12950;p33"/>
            <p:cNvSpPr/>
            <p:nvPr/>
          </p:nvSpPr>
          <p:spPr>
            <a:xfrm rot="-5400000">
              <a:off x="8660077" y="2816840"/>
              <a:ext cx="310659" cy="335231"/>
            </a:xfrm>
            <a:custGeom>
              <a:avLst/>
              <a:gdLst/>
              <a:ahLst/>
              <a:cxnLst/>
              <a:rect l="l" t="t" r="r" b="b"/>
              <a:pathLst>
                <a:path w="310659" h="335231" extrusionOk="0">
                  <a:moveTo>
                    <a:pt x="273484" y="335232"/>
                  </a:moveTo>
                  <a:cubicBezTo>
                    <a:pt x="243429" y="335232"/>
                    <a:pt x="187280" y="306419"/>
                    <a:pt x="158908" y="282089"/>
                  </a:cubicBezTo>
                  <a:cubicBezTo>
                    <a:pt x="144884" y="270063"/>
                    <a:pt x="130734" y="258658"/>
                    <a:pt x="117053" y="247632"/>
                  </a:cubicBezTo>
                  <a:cubicBezTo>
                    <a:pt x="91768" y="227253"/>
                    <a:pt x="67888" y="208000"/>
                    <a:pt x="46015" y="186118"/>
                  </a:cubicBezTo>
                  <a:cubicBezTo>
                    <a:pt x="11766" y="151877"/>
                    <a:pt x="478" y="15230"/>
                    <a:pt x="10" y="9425"/>
                  </a:cubicBezTo>
                  <a:cubicBezTo>
                    <a:pt x="-89" y="8200"/>
                    <a:pt x="532" y="7039"/>
                    <a:pt x="1595" y="6427"/>
                  </a:cubicBezTo>
                  <a:cubicBezTo>
                    <a:pt x="45196" y="-18488"/>
                    <a:pt x="124902" y="34736"/>
                    <a:pt x="168539" y="68671"/>
                  </a:cubicBezTo>
                  <a:cubicBezTo>
                    <a:pt x="190529" y="85773"/>
                    <a:pt x="220278" y="100868"/>
                    <a:pt x="246526" y="114189"/>
                  </a:cubicBezTo>
                  <a:cubicBezTo>
                    <a:pt x="283755" y="133083"/>
                    <a:pt x="310659" y="146729"/>
                    <a:pt x="310659" y="161338"/>
                  </a:cubicBezTo>
                  <a:cubicBezTo>
                    <a:pt x="310659" y="171671"/>
                    <a:pt x="307320" y="197162"/>
                    <a:pt x="303458" y="226668"/>
                  </a:cubicBezTo>
                  <a:cubicBezTo>
                    <a:pt x="298904" y="261386"/>
                    <a:pt x="293755" y="300730"/>
                    <a:pt x="293755" y="319138"/>
                  </a:cubicBezTo>
                  <a:cubicBezTo>
                    <a:pt x="293755" y="325699"/>
                    <a:pt x="290811" y="330533"/>
                    <a:pt x="285249" y="333089"/>
                  </a:cubicBezTo>
                  <a:cubicBezTo>
                    <a:pt x="282062" y="334547"/>
                    <a:pt x="278084" y="335222"/>
                    <a:pt x="273502" y="335222"/>
                  </a:cubicBezTo>
                  <a:close/>
                  <a:moveTo>
                    <a:pt x="6491" y="10973"/>
                  </a:moveTo>
                  <a:cubicBezTo>
                    <a:pt x="8048" y="28408"/>
                    <a:pt x="20056" y="151220"/>
                    <a:pt x="50489" y="181653"/>
                  </a:cubicBezTo>
                  <a:cubicBezTo>
                    <a:pt x="72128" y="203292"/>
                    <a:pt x="95882" y="222438"/>
                    <a:pt x="121022" y="242708"/>
                  </a:cubicBezTo>
                  <a:cubicBezTo>
                    <a:pt x="134740" y="253771"/>
                    <a:pt x="148926" y="265202"/>
                    <a:pt x="163022" y="277282"/>
                  </a:cubicBezTo>
                  <a:cubicBezTo>
                    <a:pt x="196380" y="305878"/>
                    <a:pt x="262890" y="336482"/>
                    <a:pt x="282593" y="327346"/>
                  </a:cubicBezTo>
                  <a:cubicBezTo>
                    <a:pt x="285888" y="325834"/>
                    <a:pt x="287427" y="323224"/>
                    <a:pt x="287427" y="319138"/>
                  </a:cubicBezTo>
                  <a:cubicBezTo>
                    <a:pt x="287427" y="300316"/>
                    <a:pt x="292612" y="260747"/>
                    <a:pt x="297184" y="225849"/>
                  </a:cubicBezTo>
                  <a:cubicBezTo>
                    <a:pt x="300866" y="197783"/>
                    <a:pt x="304340" y="171266"/>
                    <a:pt x="304340" y="161338"/>
                  </a:cubicBezTo>
                  <a:cubicBezTo>
                    <a:pt x="304340" y="150608"/>
                    <a:pt x="274870" y="135657"/>
                    <a:pt x="243672" y="119824"/>
                  </a:cubicBezTo>
                  <a:cubicBezTo>
                    <a:pt x="217164" y="106377"/>
                    <a:pt x="187127" y="91137"/>
                    <a:pt x="164669" y="73657"/>
                  </a:cubicBezTo>
                  <a:cubicBezTo>
                    <a:pt x="131014" y="47482"/>
                    <a:pt x="48995" y="-10432"/>
                    <a:pt x="6500" y="109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1" name="Google Shape;12951;p33"/>
            <p:cNvSpPr/>
            <p:nvPr/>
          </p:nvSpPr>
          <p:spPr>
            <a:xfrm rot="-5400000">
              <a:off x="8617918" y="3251738"/>
              <a:ext cx="163436" cy="77974"/>
            </a:xfrm>
            <a:custGeom>
              <a:avLst/>
              <a:gdLst/>
              <a:ahLst/>
              <a:cxnLst/>
              <a:rect l="l" t="t" r="r" b="b"/>
              <a:pathLst>
                <a:path w="163436" h="77974" extrusionOk="0">
                  <a:moveTo>
                    <a:pt x="87777" y="77974"/>
                  </a:moveTo>
                  <a:cubicBezTo>
                    <a:pt x="76354" y="77974"/>
                    <a:pt x="66165" y="76300"/>
                    <a:pt x="59495" y="72295"/>
                  </a:cubicBezTo>
                  <a:cubicBezTo>
                    <a:pt x="34661" y="57407"/>
                    <a:pt x="4300" y="33905"/>
                    <a:pt x="430" y="16712"/>
                  </a:cubicBezTo>
                  <a:cubicBezTo>
                    <a:pt x="-498" y="12581"/>
                    <a:pt x="79" y="8926"/>
                    <a:pt x="2131" y="5839"/>
                  </a:cubicBezTo>
                  <a:lnTo>
                    <a:pt x="2131" y="5839"/>
                  </a:lnTo>
                  <a:cubicBezTo>
                    <a:pt x="17910" y="-17798"/>
                    <a:pt x="151190" y="37928"/>
                    <a:pt x="152532" y="38495"/>
                  </a:cubicBezTo>
                  <a:cubicBezTo>
                    <a:pt x="159436" y="41456"/>
                    <a:pt x="163099" y="45156"/>
                    <a:pt x="163414" y="49504"/>
                  </a:cubicBezTo>
                  <a:cubicBezTo>
                    <a:pt x="163738" y="53932"/>
                    <a:pt x="160579" y="58226"/>
                    <a:pt x="154017" y="62276"/>
                  </a:cubicBezTo>
                  <a:cubicBezTo>
                    <a:pt x="140110" y="70846"/>
                    <a:pt x="111333" y="77974"/>
                    <a:pt x="87777" y="77974"/>
                  </a:cubicBezTo>
                  <a:close/>
                  <a:moveTo>
                    <a:pt x="19143" y="5902"/>
                  </a:moveTo>
                  <a:cubicBezTo>
                    <a:pt x="13112" y="5902"/>
                    <a:pt x="8981" y="6964"/>
                    <a:pt x="7396" y="9340"/>
                  </a:cubicBezTo>
                  <a:lnTo>
                    <a:pt x="7396" y="9340"/>
                  </a:lnTo>
                  <a:cubicBezTo>
                    <a:pt x="6325" y="10960"/>
                    <a:pt x="6064" y="12905"/>
                    <a:pt x="6604" y="15317"/>
                  </a:cubicBezTo>
                  <a:cubicBezTo>
                    <a:pt x="9800" y="29503"/>
                    <a:pt x="37946" y="51988"/>
                    <a:pt x="62754" y="66867"/>
                  </a:cubicBezTo>
                  <a:cubicBezTo>
                    <a:pt x="80765" y="77659"/>
                    <a:pt x="132216" y="68271"/>
                    <a:pt x="150722" y="56885"/>
                  </a:cubicBezTo>
                  <a:cubicBezTo>
                    <a:pt x="154863" y="54337"/>
                    <a:pt x="157266" y="51745"/>
                    <a:pt x="157131" y="49963"/>
                  </a:cubicBezTo>
                  <a:cubicBezTo>
                    <a:pt x="157005" y="48261"/>
                    <a:pt x="154359" y="46146"/>
                    <a:pt x="150056" y="44301"/>
                  </a:cubicBezTo>
                  <a:cubicBezTo>
                    <a:pt x="106311" y="25551"/>
                    <a:pt x="45147" y="5893"/>
                    <a:pt x="19152" y="5893"/>
                  </a:cubicBezTo>
                  <a:close/>
                  <a:moveTo>
                    <a:pt x="4768" y="7585"/>
                  </a:moveTo>
                  <a:lnTo>
                    <a:pt x="4849" y="7585"/>
                  </a:lnTo>
                  <a:lnTo>
                    <a:pt x="4768" y="75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2" name="Google Shape;12952;p33"/>
            <p:cNvSpPr/>
            <p:nvPr/>
          </p:nvSpPr>
          <p:spPr>
            <a:xfrm rot="-5400000">
              <a:off x="8743555" y="1740990"/>
              <a:ext cx="875088" cy="840431"/>
            </a:xfrm>
            <a:custGeom>
              <a:avLst/>
              <a:gdLst/>
              <a:ahLst/>
              <a:cxnLst/>
              <a:rect l="l" t="t" r="r" b="b"/>
              <a:pathLst>
                <a:path w="875088" h="840431" extrusionOk="0">
                  <a:moveTo>
                    <a:pt x="690733" y="840431"/>
                  </a:moveTo>
                  <a:lnTo>
                    <a:pt x="690589" y="840431"/>
                  </a:lnTo>
                  <a:lnTo>
                    <a:pt x="81920" y="812249"/>
                  </a:lnTo>
                  <a:cubicBezTo>
                    <a:pt x="80201" y="812158"/>
                    <a:pt x="78859" y="810718"/>
                    <a:pt x="78905" y="808990"/>
                  </a:cubicBezTo>
                  <a:cubicBezTo>
                    <a:pt x="78959" y="807190"/>
                    <a:pt x="84269" y="628327"/>
                    <a:pt x="62135" y="556408"/>
                  </a:cubicBezTo>
                  <a:cubicBezTo>
                    <a:pt x="40226" y="485209"/>
                    <a:pt x="0" y="336635"/>
                    <a:pt x="0" y="307498"/>
                  </a:cubicBezTo>
                  <a:cubicBezTo>
                    <a:pt x="0" y="278362"/>
                    <a:pt x="61712" y="185983"/>
                    <a:pt x="93333" y="185983"/>
                  </a:cubicBezTo>
                  <a:cubicBezTo>
                    <a:pt x="122830" y="185983"/>
                    <a:pt x="392001" y="146179"/>
                    <a:pt x="469520" y="107411"/>
                  </a:cubicBezTo>
                  <a:cubicBezTo>
                    <a:pt x="534112" y="75115"/>
                    <a:pt x="688275" y="0"/>
                    <a:pt x="724550" y="0"/>
                  </a:cubicBezTo>
                  <a:cubicBezTo>
                    <a:pt x="758872" y="0"/>
                    <a:pt x="861755" y="55879"/>
                    <a:pt x="874006" y="86519"/>
                  </a:cubicBezTo>
                  <a:cubicBezTo>
                    <a:pt x="882512" y="107780"/>
                    <a:pt x="839478" y="185658"/>
                    <a:pt x="794669" y="263618"/>
                  </a:cubicBezTo>
                  <a:cubicBezTo>
                    <a:pt x="784435" y="281413"/>
                    <a:pt x="776351" y="295473"/>
                    <a:pt x="772455" y="303268"/>
                  </a:cubicBezTo>
                  <a:cubicBezTo>
                    <a:pt x="762355" y="323466"/>
                    <a:pt x="778728" y="371956"/>
                    <a:pt x="793166" y="414738"/>
                  </a:cubicBezTo>
                  <a:cubicBezTo>
                    <a:pt x="801879" y="440545"/>
                    <a:pt x="810106" y="464911"/>
                    <a:pt x="812213" y="481815"/>
                  </a:cubicBezTo>
                  <a:cubicBezTo>
                    <a:pt x="814895" y="503301"/>
                    <a:pt x="799638" y="522680"/>
                    <a:pt x="781968" y="545120"/>
                  </a:cubicBezTo>
                  <a:cubicBezTo>
                    <a:pt x="760510" y="572376"/>
                    <a:pt x="733803" y="606292"/>
                    <a:pt x="727683" y="657293"/>
                  </a:cubicBezTo>
                  <a:cubicBezTo>
                    <a:pt x="716512" y="750339"/>
                    <a:pt x="694009" y="837191"/>
                    <a:pt x="693784" y="838073"/>
                  </a:cubicBezTo>
                  <a:cubicBezTo>
                    <a:pt x="693424" y="839468"/>
                    <a:pt x="692164" y="840431"/>
                    <a:pt x="690733" y="840431"/>
                  </a:cubicBezTo>
                  <a:close/>
                  <a:moveTo>
                    <a:pt x="85313" y="806083"/>
                  </a:moveTo>
                  <a:lnTo>
                    <a:pt x="688311" y="834004"/>
                  </a:lnTo>
                  <a:cubicBezTo>
                    <a:pt x="692047" y="819198"/>
                    <a:pt x="711354" y="740383"/>
                    <a:pt x="721418" y="656546"/>
                  </a:cubicBezTo>
                  <a:cubicBezTo>
                    <a:pt x="727746" y="603790"/>
                    <a:pt x="755064" y="569090"/>
                    <a:pt x="777018" y="541223"/>
                  </a:cubicBezTo>
                  <a:cubicBezTo>
                    <a:pt x="794498" y="519008"/>
                    <a:pt x="808315" y="501474"/>
                    <a:pt x="805957" y="482598"/>
                  </a:cubicBezTo>
                  <a:cubicBezTo>
                    <a:pt x="803923" y="466333"/>
                    <a:pt x="795795" y="442255"/>
                    <a:pt x="787189" y="416763"/>
                  </a:cubicBezTo>
                  <a:cubicBezTo>
                    <a:pt x="771626" y="370668"/>
                    <a:pt x="755532" y="322998"/>
                    <a:pt x="766811" y="300450"/>
                  </a:cubicBezTo>
                  <a:cubicBezTo>
                    <a:pt x="770789" y="292493"/>
                    <a:pt x="778909" y="278362"/>
                    <a:pt x="789197" y="260476"/>
                  </a:cubicBezTo>
                  <a:cubicBezTo>
                    <a:pt x="819612" y="207567"/>
                    <a:pt x="876229" y="109076"/>
                    <a:pt x="868155" y="88877"/>
                  </a:cubicBezTo>
                  <a:cubicBezTo>
                    <a:pt x="857975" y="63422"/>
                    <a:pt x="758665" y="6328"/>
                    <a:pt x="724559" y="6328"/>
                  </a:cubicBezTo>
                  <a:cubicBezTo>
                    <a:pt x="690453" y="6328"/>
                    <a:pt x="536551" y="80975"/>
                    <a:pt x="472355" y="113073"/>
                  </a:cubicBezTo>
                  <a:cubicBezTo>
                    <a:pt x="394180" y="152165"/>
                    <a:pt x="123037" y="192310"/>
                    <a:pt x="93342" y="192310"/>
                  </a:cubicBezTo>
                  <a:cubicBezTo>
                    <a:pt x="67545" y="192310"/>
                    <a:pt x="6328" y="279361"/>
                    <a:pt x="6328" y="307507"/>
                  </a:cubicBezTo>
                  <a:cubicBezTo>
                    <a:pt x="6328" y="333764"/>
                    <a:pt x="43854" y="475478"/>
                    <a:pt x="68184" y="554554"/>
                  </a:cubicBezTo>
                  <a:cubicBezTo>
                    <a:pt x="89274" y="623071"/>
                    <a:pt x="85988" y="781096"/>
                    <a:pt x="85322" y="806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3" name="Google Shape;12953;p33"/>
            <p:cNvSpPr/>
            <p:nvPr/>
          </p:nvSpPr>
          <p:spPr>
            <a:xfrm rot="-5400000">
              <a:off x="8970225" y="1882208"/>
              <a:ext cx="374116" cy="424501"/>
            </a:xfrm>
            <a:custGeom>
              <a:avLst/>
              <a:gdLst/>
              <a:ahLst/>
              <a:cxnLst/>
              <a:rect l="l" t="t" r="r" b="b"/>
              <a:pathLst>
                <a:path w="374116" h="424501" extrusionOk="0">
                  <a:moveTo>
                    <a:pt x="174610" y="424502"/>
                  </a:moveTo>
                  <a:cubicBezTo>
                    <a:pt x="142026" y="424502"/>
                    <a:pt x="112772" y="419398"/>
                    <a:pt x="100746" y="407372"/>
                  </a:cubicBezTo>
                  <a:cubicBezTo>
                    <a:pt x="83392" y="390018"/>
                    <a:pt x="72978" y="377380"/>
                    <a:pt x="71763" y="372241"/>
                  </a:cubicBezTo>
                  <a:cubicBezTo>
                    <a:pt x="69044" y="365616"/>
                    <a:pt x="20582" y="247205"/>
                    <a:pt x="4263" y="209139"/>
                  </a:cubicBezTo>
                  <a:cubicBezTo>
                    <a:pt x="-13236" y="168283"/>
                    <a:pt x="26541" y="99127"/>
                    <a:pt x="61780" y="75634"/>
                  </a:cubicBezTo>
                  <a:cubicBezTo>
                    <a:pt x="94950" y="53518"/>
                    <a:pt x="231651" y="11104"/>
                    <a:pt x="242461" y="7765"/>
                  </a:cubicBezTo>
                  <a:cubicBezTo>
                    <a:pt x="256863" y="-2271"/>
                    <a:pt x="274901" y="-2596"/>
                    <a:pt x="293363" y="6892"/>
                  </a:cubicBezTo>
                  <a:cubicBezTo>
                    <a:pt x="320753" y="20988"/>
                    <a:pt x="348477" y="57766"/>
                    <a:pt x="348477" y="100810"/>
                  </a:cubicBezTo>
                  <a:cubicBezTo>
                    <a:pt x="348477" y="116697"/>
                    <a:pt x="347370" y="132638"/>
                    <a:pt x="346299" y="148066"/>
                  </a:cubicBezTo>
                  <a:cubicBezTo>
                    <a:pt x="343184" y="192928"/>
                    <a:pt x="340241" y="235315"/>
                    <a:pt x="364760" y="267989"/>
                  </a:cubicBezTo>
                  <a:cubicBezTo>
                    <a:pt x="394725" y="307954"/>
                    <a:pt x="345938" y="351646"/>
                    <a:pt x="313651" y="380567"/>
                  </a:cubicBezTo>
                  <a:cubicBezTo>
                    <a:pt x="307359" y="386192"/>
                    <a:pt x="301410" y="391521"/>
                    <a:pt x="296828" y="396103"/>
                  </a:cubicBezTo>
                  <a:cubicBezTo>
                    <a:pt x="279933" y="412998"/>
                    <a:pt x="223522" y="424502"/>
                    <a:pt x="174601" y="424502"/>
                  </a:cubicBezTo>
                  <a:close/>
                  <a:moveTo>
                    <a:pt x="77964" y="371314"/>
                  </a:moveTo>
                  <a:cubicBezTo>
                    <a:pt x="78064" y="371314"/>
                    <a:pt x="80368" y="378055"/>
                    <a:pt x="105220" y="402899"/>
                  </a:cubicBezTo>
                  <a:cubicBezTo>
                    <a:pt x="132907" y="430586"/>
                    <a:pt x="266233" y="417769"/>
                    <a:pt x="292373" y="391629"/>
                  </a:cubicBezTo>
                  <a:cubicBezTo>
                    <a:pt x="297080" y="386922"/>
                    <a:pt x="303084" y="381539"/>
                    <a:pt x="309439" y="375850"/>
                  </a:cubicBezTo>
                  <a:cubicBezTo>
                    <a:pt x="341834" y="346840"/>
                    <a:pt x="386201" y="307099"/>
                    <a:pt x="359701" y="271769"/>
                  </a:cubicBezTo>
                  <a:cubicBezTo>
                    <a:pt x="333778" y="237214"/>
                    <a:pt x="336802" y="193693"/>
                    <a:pt x="340007" y="147625"/>
                  </a:cubicBezTo>
                  <a:cubicBezTo>
                    <a:pt x="341069" y="132305"/>
                    <a:pt x="342167" y="116463"/>
                    <a:pt x="342167" y="100801"/>
                  </a:cubicBezTo>
                  <a:cubicBezTo>
                    <a:pt x="342167" y="60296"/>
                    <a:pt x="316163" y="25722"/>
                    <a:pt x="290473" y="12499"/>
                  </a:cubicBezTo>
                  <a:cubicBezTo>
                    <a:pt x="274055" y="4047"/>
                    <a:pt x="258168" y="4299"/>
                    <a:pt x="245719" y="13202"/>
                  </a:cubicBezTo>
                  <a:cubicBezTo>
                    <a:pt x="245440" y="13399"/>
                    <a:pt x="245134" y="13544"/>
                    <a:pt x="244810" y="13642"/>
                  </a:cubicBezTo>
                  <a:cubicBezTo>
                    <a:pt x="243352" y="14092"/>
                    <a:pt x="98334" y="58847"/>
                    <a:pt x="65291" y="80881"/>
                  </a:cubicBezTo>
                  <a:cubicBezTo>
                    <a:pt x="32562" y="102700"/>
                    <a:pt x="-5999" y="169111"/>
                    <a:pt x="10087" y="206637"/>
                  </a:cubicBezTo>
                  <a:cubicBezTo>
                    <a:pt x="26811" y="245657"/>
                    <a:pt x="77226" y="368883"/>
                    <a:pt x="77739" y="370125"/>
                  </a:cubicBezTo>
                  <a:cubicBezTo>
                    <a:pt x="77893" y="370512"/>
                    <a:pt x="77973" y="370918"/>
                    <a:pt x="77973" y="371322"/>
                  </a:cubicBezTo>
                  <a:lnTo>
                    <a:pt x="77973" y="371322"/>
                  </a:lnTo>
                  <a:close/>
                  <a:moveTo>
                    <a:pt x="243883" y="10627"/>
                  </a:moveTo>
                  <a:lnTo>
                    <a:pt x="243964" y="10627"/>
                  </a:lnTo>
                  <a:lnTo>
                    <a:pt x="243883" y="106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4" name="Google Shape;12954;p33"/>
            <p:cNvSpPr/>
            <p:nvPr/>
          </p:nvSpPr>
          <p:spPr>
            <a:xfrm rot="5400000">
              <a:off x="-1460372" y="2172714"/>
              <a:ext cx="3187870" cy="798055"/>
            </a:xfrm>
            <a:custGeom>
              <a:avLst/>
              <a:gdLst/>
              <a:ahLst/>
              <a:cxnLst/>
              <a:rect l="l" t="t" r="r" b="b"/>
              <a:pathLst>
                <a:path w="3187870" h="798055" extrusionOk="0">
                  <a:moveTo>
                    <a:pt x="3148764" y="798020"/>
                  </a:moveTo>
                  <a:cubicBezTo>
                    <a:pt x="3140393" y="798020"/>
                    <a:pt x="3133597" y="791233"/>
                    <a:pt x="3133597" y="782853"/>
                  </a:cubicBezTo>
                  <a:cubicBezTo>
                    <a:pt x="3133597" y="778056"/>
                    <a:pt x="3135829" y="773771"/>
                    <a:pt x="3139312" y="770990"/>
                  </a:cubicBezTo>
                  <a:cubicBezTo>
                    <a:pt x="3141248" y="759153"/>
                    <a:pt x="3138457" y="723382"/>
                    <a:pt x="3135973" y="691527"/>
                  </a:cubicBezTo>
                  <a:cubicBezTo>
                    <a:pt x="3129348" y="606349"/>
                    <a:pt x="3120257" y="489703"/>
                    <a:pt x="3151068" y="422968"/>
                  </a:cubicBezTo>
                  <a:cubicBezTo>
                    <a:pt x="3158476" y="406919"/>
                    <a:pt x="3159502" y="392922"/>
                    <a:pt x="3154191" y="380176"/>
                  </a:cubicBezTo>
                  <a:cubicBezTo>
                    <a:pt x="3137854" y="340940"/>
                    <a:pt x="3063190" y="313730"/>
                    <a:pt x="2997319" y="289732"/>
                  </a:cubicBezTo>
                  <a:cubicBezTo>
                    <a:pt x="2968560" y="279255"/>
                    <a:pt x="2941395" y="269354"/>
                    <a:pt x="2917433" y="258291"/>
                  </a:cubicBezTo>
                  <a:cubicBezTo>
                    <a:pt x="2814325" y="210702"/>
                    <a:pt x="2430091" y="180431"/>
                    <a:pt x="2324354" y="203105"/>
                  </a:cubicBezTo>
                  <a:cubicBezTo>
                    <a:pt x="2273741" y="213951"/>
                    <a:pt x="2213550" y="242161"/>
                    <a:pt x="2143854" y="274817"/>
                  </a:cubicBezTo>
                  <a:cubicBezTo>
                    <a:pt x="2061394" y="313460"/>
                    <a:pt x="1967935" y="357250"/>
                    <a:pt x="1859254" y="387683"/>
                  </a:cubicBezTo>
                  <a:cubicBezTo>
                    <a:pt x="1688574" y="435462"/>
                    <a:pt x="1494608" y="350409"/>
                    <a:pt x="1378699" y="299598"/>
                  </a:cubicBezTo>
                  <a:cubicBezTo>
                    <a:pt x="1355143" y="289264"/>
                    <a:pt x="1334801" y="280353"/>
                    <a:pt x="1319679" y="274854"/>
                  </a:cubicBezTo>
                  <a:cubicBezTo>
                    <a:pt x="1230009" y="242242"/>
                    <a:pt x="1194409" y="163464"/>
                    <a:pt x="1156721" y="80059"/>
                  </a:cubicBezTo>
                  <a:lnTo>
                    <a:pt x="1150357" y="65999"/>
                  </a:lnTo>
                  <a:cubicBezTo>
                    <a:pt x="1118583" y="-3895"/>
                    <a:pt x="842049" y="25710"/>
                    <a:pt x="519537" y="169990"/>
                  </a:cubicBezTo>
                  <a:cubicBezTo>
                    <a:pt x="222975" y="302667"/>
                    <a:pt x="30799" y="704930"/>
                    <a:pt x="28891" y="708980"/>
                  </a:cubicBezTo>
                  <a:cubicBezTo>
                    <a:pt x="25327" y="716559"/>
                    <a:pt x="16307" y="719791"/>
                    <a:pt x="8710" y="716253"/>
                  </a:cubicBezTo>
                  <a:cubicBezTo>
                    <a:pt x="1132" y="712689"/>
                    <a:pt x="-2118" y="703652"/>
                    <a:pt x="1446" y="696073"/>
                  </a:cubicBezTo>
                  <a:cubicBezTo>
                    <a:pt x="9422" y="679123"/>
                    <a:pt x="200211" y="279615"/>
                    <a:pt x="507142" y="142311"/>
                  </a:cubicBezTo>
                  <a:cubicBezTo>
                    <a:pt x="791390" y="15160"/>
                    <a:pt x="1128692" y="-54977"/>
                    <a:pt x="1177964" y="53460"/>
                  </a:cubicBezTo>
                  <a:lnTo>
                    <a:pt x="1184355" y="67583"/>
                  </a:lnTo>
                  <a:cubicBezTo>
                    <a:pt x="1220855" y="148360"/>
                    <a:pt x="1252386" y="218128"/>
                    <a:pt x="1330039" y="246365"/>
                  </a:cubicBezTo>
                  <a:cubicBezTo>
                    <a:pt x="1346079" y="252206"/>
                    <a:pt x="1366836" y="261306"/>
                    <a:pt x="1390878" y="271838"/>
                  </a:cubicBezTo>
                  <a:cubicBezTo>
                    <a:pt x="1503069" y="321029"/>
                    <a:pt x="1690806" y="403372"/>
                    <a:pt x="1851063" y="358492"/>
                  </a:cubicBezTo>
                  <a:cubicBezTo>
                    <a:pt x="1957331" y="328744"/>
                    <a:pt x="2049584" y="285520"/>
                    <a:pt x="2130973" y="247373"/>
                  </a:cubicBezTo>
                  <a:cubicBezTo>
                    <a:pt x="2202352" y="213933"/>
                    <a:pt x="2264002" y="185039"/>
                    <a:pt x="2317991" y="173473"/>
                  </a:cubicBezTo>
                  <a:cubicBezTo>
                    <a:pt x="2429848" y="149494"/>
                    <a:pt x="2820733" y="180287"/>
                    <a:pt x="2930143" y="230784"/>
                  </a:cubicBezTo>
                  <a:cubicBezTo>
                    <a:pt x="2952952" y="241315"/>
                    <a:pt x="2979541" y="251000"/>
                    <a:pt x="3007697" y="261262"/>
                  </a:cubicBezTo>
                  <a:cubicBezTo>
                    <a:pt x="3082938" y="288670"/>
                    <a:pt x="3160744" y="317024"/>
                    <a:pt x="3182194" y="368547"/>
                  </a:cubicBezTo>
                  <a:cubicBezTo>
                    <a:pt x="3190817" y="389267"/>
                    <a:pt x="3189611" y="411860"/>
                    <a:pt x="3178603" y="435714"/>
                  </a:cubicBezTo>
                  <a:cubicBezTo>
                    <a:pt x="3151113" y="495274"/>
                    <a:pt x="3160204" y="611975"/>
                    <a:pt x="3166217" y="689205"/>
                  </a:cubicBezTo>
                  <a:cubicBezTo>
                    <a:pt x="3171482" y="756858"/>
                    <a:pt x="3172779" y="780810"/>
                    <a:pt x="3162428" y="792007"/>
                  </a:cubicBezTo>
                  <a:cubicBezTo>
                    <a:pt x="3158818" y="795905"/>
                    <a:pt x="3153966" y="798056"/>
                    <a:pt x="3148764" y="7980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5" name="Google Shape;12955;p33"/>
            <p:cNvSpPr/>
            <p:nvPr/>
          </p:nvSpPr>
          <p:spPr>
            <a:xfrm rot="5400000">
              <a:off x="-1267884" y="2301109"/>
              <a:ext cx="2779864" cy="504001"/>
            </a:xfrm>
            <a:custGeom>
              <a:avLst/>
              <a:gdLst/>
              <a:ahLst/>
              <a:cxnLst/>
              <a:rect l="l" t="t" r="r" b="b"/>
              <a:pathLst>
                <a:path w="2779864" h="504001" extrusionOk="0">
                  <a:moveTo>
                    <a:pt x="3156" y="503992"/>
                  </a:moveTo>
                  <a:cubicBezTo>
                    <a:pt x="2436" y="503992"/>
                    <a:pt x="1716" y="503750"/>
                    <a:pt x="1122" y="503254"/>
                  </a:cubicBezTo>
                  <a:cubicBezTo>
                    <a:pt x="-210" y="502120"/>
                    <a:pt x="-381" y="500131"/>
                    <a:pt x="744" y="498799"/>
                  </a:cubicBezTo>
                  <a:cubicBezTo>
                    <a:pt x="7585" y="490689"/>
                    <a:pt x="169318" y="299594"/>
                    <a:pt x="248447" y="251203"/>
                  </a:cubicBezTo>
                  <a:cubicBezTo>
                    <a:pt x="278583" y="232778"/>
                    <a:pt x="310447" y="208241"/>
                    <a:pt x="344193" y="182272"/>
                  </a:cubicBezTo>
                  <a:cubicBezTo>
                    <a:pt x="399595" y="139625"/>
                    <a:pt x="456897" y="95519"/>
                    <a:pt x="515098" y="71575"/>
                  </a:cubicBezTo>
                  <a:cubicBezTo>
                    <a:pt x="592770" y="39621"/>
                    <a:pt x="803253" y="-25448"/>
                    <a:pt x="839240" y="10556"/>
                  </a:cubicBezTo>
                  <a:cubicBezTo>
                    <a:pt x="845253" y="16569"/>
                    <a:pt x="853183" y="24815"/>
                    <a:pt x="862472" y="34464"/>
                  </a:cubicBezTo>
                  <a:cubicBezTo>
                    <a:pt x="901879" y="75437"/>
                    <a:pt x="967831" y="144008"/>
                    <a:pt x="1009020" y="167483"/>
                  </a:cubicBezTo>
                  <a:cubicBezTo>
                    <a:pt x="1037338" y="183631"/>
                    <a:pt x="1100769" y="196305"/>
                    <a:pt x="1162121" y="208564"/>
                  </a:cubicBezTo>
                  <a:cubicBezTo>
                    <a:pt x="1210170" y="218169"/>
                    <a:pt x="1255554" y="227242"/>
                    <a:pt x="1281342" y="237468"/>
                  </a:cubicBezTo>
                  <a:cubicBezTo>
                    <a:pt x="1298804" y="244389"/>
                    <a:pt x="1318139" y="253318"/>
                    <a:pt x="1338607" y="262779"/>
                  </a:cubicBezTo>
                  <a:cubicBezTo>
                    <a:pt x="1385360" y="284363"/>
                    <a:pt x="1438341" y="308829"/>
                    <a:pt x="1478747" y="312870"/>
                  </a:cubicBezTo>
                  <a:cubicBezTo>
                    <a:pt x="1526084" y="317596"/>
                    <a:pt x="1673433" y="325670"/>
                    <a:pt x="1727882" y="301457"/>
                  </a:cubicBezTo>
                  <a:cubicBezTo>
                    <a:pt x="1747639" y="292672"/>
                    <a:pt x="1790476" y="284796"/>
                    <a:pt x="1840072" y="275677"/>
                  </a:cubicBezTo>
                  <a:cubicBezTo>
                    <a:pt x="1923720" y="260294"/>
                    <a:pt x="2027819" y="241140"/>
                    <a:pt x="2071304" y="208520"/>
                  </a:cubicBezTo>
                  <a:cubicBezTo>
                    <a:pt x="2148723" y="150462"/>
                    <a:pt x="2282516" y="143747"/>
                    <a:pt x="2376417" y="143747"/>
                  </a:cubicBezTo>
                  <a:cubicBezTo>
                    <a:pt x="2492955" y="143747"/>
                    <a:pt x="2718930" y="191021"/>
                    <a:pt x="2766996" y="220005"/>
                  </a:cubicBezTo>
                  <a:cubicBezTo>
                    <a:pt x="2801912" y="241041"/>
                    <a:pt x="2759642" y="336282"/>
                    <a:pt x="2713358" y="432019"/>
                  </a:cubicBezTo>
                  <a:cubicBezTo>
                    <a:pt x="2702602" y="454270"/>
                    <a:pt x="2692439" y="475297"/>
                    <a:pt x="2692439" y="479275"/>
                  </a:cubicBezTo>
                  <a:cubicBezTo>
                    <a:pt x="2692439" y="481012"/>
                    <a:pt x="2691026" y="482435"/>
                    <a:pt x="2689280" y="482435"/>
                  </a:cubicBezTo>
                  <a:cubicBezTo>
                    <a:pt x="2687533" y="482435"/>
                    <a:pt x="2686120" y="481012"/>
                    <a:pt x="2686120" y="479275"/>
                  </a:cubicBezTo>
                  <a:cubicBezTo>
                    <a:pt x="2686120" y="474081"/>
                    <a:pt x="2693114" y="459383"/>
                    <a:pt x="2707660" y="429274"/>
                  </a:cubicBezTo>
                  <a:cubicBezTo>
                    <a:pt x="2738751" y="364951"/>
                    <a:pt x="2796619" y="245235"/>
                    <a:pt x="2763729" y="225406"/>
                  </a:cubicBezTo>
                  <a:cubicBezTo>
                    <a:pt x="2716220" y="196773"/>
                    <a:pt x="2492172" y="150057"/>
                    <a:pt x="2376408" y="150057"/>
                  </a:cubicBezTo>
                  <a:cubicBezTo>
                    <a:pt x="2283408" y="150057"/>
                    <a:pt x="2150991" y="156646"/>
                    <a:pt x="2075084" y="213569"/>
                  </a:cubicBezTo>
                  <a:cubicBezTo>
                    <a:pt x="2030411" y="247072"/>
                    <a:pt x="1925503" y="266370"/>
                    <a:pt x="1841207" y="281879"/>
                  </a:cubicBezTo>
                  <a:cubicBezTo>
                    <a:pt x="1792006" y="290934"/>
                    <a:pt x="1749521" y="298748"/>
                    <a:pt x="1730447" y="307227"/>
                  </a:cubicBezTo>
                  <a:cubicBezTo>
                    <a:pt x="1674748" y="331998"/>
                    <a:pt x="1525877" y="323924"/>
                    <a:pt x="1478117" y="319144"/>
                  </a:cubicBezTo>
                  <a:cubicBezTo>
                    <a:pt x="1436648" y="315003"/>
                    <a:pt x="1383155" y="290295"/>
                    <a:pt x="1335961" y="268512"/>
                  </a:cubicBezTo>
                  <a:cubicBezTo>
                    <a:pt x="1315564" y="259097"/>
                    <a:pt x="1296302" y="250195"/>
                    <a:pt x="1279002" y="243336"/>
                  </a:cubicBezTo>
                  <a:cubicBezTo>
                    <a:pt x="1253745" y="233318"/>
                    <a:pt x="1208639" y="224308"/>
                    <a:pt x="1160879" y="214766"/>
                  </a:cubicBezTo>
                  <a:cubicBezTo>
                    <a:pt x="1099041" y="202408"/>
                    <a:pt x="1035097" y="189626"/>
                    <a:pt x="1005888" y="172974"/>
                  </a:cubicBezTo>
                  <a:cubicBezTo>
                    <a:pt x="963915" y="149049"/>
                    <a:pt x="897559" y="80055"/>
                    <a:pt x="857918" y="38847"/>
                  </a:cubicBezTo>
                  <a:cubicBezTo>
                    <a:pt x="848673" y="29243"/>
                    <a:pt x="840761" y="21016"/>
                    <a:pt x="834776" y="15030"/>
                  </a:cubicBezTo>
                  <a:cubicBezTo>
                    <a:pt x="804819" y="-14926"/>
                    <a:pt x="612338" y="38406"/>
                    <a:pt x="517511" y="77417"/>
                  </a:cubicBezTo>
                  <a:cubicBezTo>
                    <a:pt x="460083" y="101046"/>
                    <a:pt x="403142" y="144881"/>
                    <a:pt x="348054" y="187286"/>
                  </a:cubicBezTo>
                  <a:cubicBezTo>
                    <a:pt x="314174" y="213362"/>
                    <a:pt x="282175" y="237998"/>
                    <a:pt x="251751" y="256604"/>
                  </a:cubicBezTo>
                  <a:cubicBezTo>
                    <a:pt x="173495" y="304454"/>
                    <a:pt x="7252" y="500905"/>
                    <a:pt x="5577" y="502876"/>
                  </a:cubicBezTo>
                  <a:cubicBezTo>
                    <a:pt x="4956" y="503614"/>
                    <a:pt x="4056" y="504001"/>
                    <a:pt x="3165" y="5040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6" name="Google Shape;12956;p33"/>
            <p:cNvSpPr/>
            <p:nvPr/>
          </p:nvSpPr>
          <p:spPr>
            <a:xfrm rot="5400000">
              <a:off x="-509380" y="1799179"/>
              <a:ext cx="1112456" cy="353583"/>
            </a:xfrm>
            <a:custGeom>
              <a:avLst/>
              <a:gdLst/>
              <a:ahLst/>
              <a:cxnLst/>
              <a:rect l="l" t="t" r="r" b="b"/>
              <a:pathLst>
                <a:path w="1112456" h="353583" extrusionOk="0">
                  <a:moveTo>
                    <a:pt x="3162" y="353584"/>
                  </a:moveTo>
                  <a:cubicBezTo>
                    <a:pt x="2442" y="353584"/>
                    <a:pt x="1731" y="353350"/>
                    <a:pt x="1137" y="352855"/>
                  </a:cubicBezTo>
                  <a:cubicBezTo>
                    <a:pt x="-204" y="351730"/>
                    <a:pt x="-384" y="349741"/>
                    <a:pt x="732" y="348399"/>
                  </a:cubicBezTo>
                  <a:cubicBezTo>
                    <a:pt x="1812" y="347103"/>
                    <a:pt x="109061" y="218494"/>
                    <a:pt x="140871" y="186684"/>
                  </a:cubicBezTo>
                  <a:cubicBezTo>
                    <a:pt x="156390" y="171166"/>
                    <a:pt x="193681" y="141786"/>
                    <a:pt x="233170" y="110687"/>
                  </a:cubicBezTo>
                  <a:cubicBezTo>
                    <a:pt x="275673" y="77212"/>
                    <a:pt x="319617" y="42584"/>
                    <a:pt x="339123" y="23087"/>
                  </a:cubicBezTo>
                  <a:cubicBezTo>
                    <a:pt x="378368" y="-16157"/>
                    <a:pt x="540515" y="576"/>
                    <a:pt x="569193" y="29253"/>
                  </a:cubicBezTo>
                  <a:cubicBezTo>
                    <a:pt x="587087" y="47147"/>
                    <a:pt x="650869" y="73314"/>
                    <a:pt x="697442" y="92424"/>
                  </a:cubicBezTo>
                  <a:cubicBezTo>
                    <a:pt x="720970" y="102073"/>
                    <a:pt x="741295" y="110417"/>
                    <a:pt x="752331" y="116151"/>
                  </a:cubicBezTo>
                  <a:cubicBezTo>
                    <a:pt x="765608" y="123054"/>
                    <a:pt x="798921" y="134414"/>
                    <a:pt x="834188" y="146449"/>
                  </a:cubicBezTo>
                  <a:cubicBezTo>
                    <a:pt x="890607" y="165693"/>
                    <a:pt x="948935" y="185604"/>
                    <a:pt x="961689" y="198349"/>
                  </a:cubicBezTo>
                  <a:lnTo>
                    <a:pt x="1111532" y="348192"/>
                  </a:lnTo>
                  <a:cubicBezTo>
                    <a:pt x="1112765" y="349425"/>
                    <a:pt x="1112765" y="351423"/>
                    <a:pt x="1111532" y="352657"/>
                  </a:cubicBezTo>
                  <a:cubicBezTo>
                    <a:pt x="1110299" y="353890"/>
                    <a:pt x="1108300" y="353890"/>
                    <a:pt x="1107068" y="352657"/>
                  </a:cubicBezTo>
                  <a:lnTo>
                    <a:pt x="957225" y="202814"/>
                  </a:lnTo>
                  <a:cubicBezTo>
                    <a:pt x="945514" y="191104"/>
                    <a:pt x="882659" y="169654"/>
                    <a:pt x="832153" y="152425"/>
                  </a:cubicBezTo>
                  <a:cubicBezTo>
                    <a:pt x="796652" y="140310"/>
                    <a:pt x="763123" y="128869"/>
                    <a:pt x="749423" y="121750"/>
                  </a:cubicBezTo>
                  <a:cubicBezTo>
                    <a:pt x="738640" y="116142"/>
                    <a:pt x="718441" y="107861"/>
                    <a:pt x="695056" y="98265"/>
                  </a:cubicBezTo>
                  <a:cubicBezTo>
                    <a:pt x="645360" y="77878"/>
                    <a:pt x="583531" y="52512"/>
                    <a:pt x="564737" y="33718"/>
                  </a:cubicBezTo>
                  <a:cubicBezTo>
                    <a:pt x="537895" y="6876"/>
                    <a:pt x="380024" y="-8885"/>
                    <a:pt x="343596" y="27552"/>
                  </a:cubicBezTo>
                  <a:cubicBezTo>
                    <a:pt x="323830" y="47318"/>
                    <a:pt x="279733" y="82054"/>
                    <a:pt x="237085" y="115656"/>
                  </a:cubicBezTo>
                  <a:cubicBezTo>
                    <a:pt x="197750" y="146638"/>
                    <a:pt x="160593" y="175910"/>
                    <a:pt x="145345" y="191158"/>
                  </a:cubicBezTo>
                  <a:cubicBezTo>
                    <a:pt x="113742" y="222761"/>
                    <a:pt x="6673" y="351154"/>
                    <a:pt x="5593" y="352450"/>
                  </a:cubicBezTo>
                  <a:cubicBezTo>
                    <a:pt x="4972" y="353206"/>
                    <a:pt x="4072" y="353584"/>
                    <a:pt x="3171" y="353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7" name="Google Shape;12957;p33"/>
            <p:cNvSpPr/>
            <p:nvPr/>
          </p:nvSpPr>
          <p:spPr>
            <a:xfrm rot="5400000">
              <a:off x="-429332" y="3221768"/>
              <a:ext cx="847871" cy="217662"/>
            </a:xfrm>
            <a:custGeom>
              <a:avLst/>
              <a:gdLst/>
              <a:ahLst/>
              <a:cxnLst/>
              <a:rect l="l" t="t" r="r" b="b"/>
              <a:pathLst>
                <a:path w="847871" h="217662" extrusionOk="0">
                  <a:moveTo>
                    <a:pt x="807860" y="217653"/>
                  </a:moveTo>
                  <a:cubicBezTo>
                    <a:pt x="807527" y="217653"/>
                    <a:pt x="807194" y="217609"/>
                    <a:pt x="806861" y="217491"/>
                  </a:cubicBezTo>
                  <a:cubicBezTo>
                    <a:pt x="805205" y="216933"/>
                    <a:pt x="804314" y="215142"/>
                    <a:pt x="804863" y="213495"/>
                  </a:cubicBezTo>
                  <a:cubicBezTo>
                    <a:pt x="805385" y="211929"/>
                    <a:pt x="856773" y="56649"/>
                    <a:pt x="837303" y="19744"/>
                  </a:cubicBezTo>
                  <a:cubicBezTo>
                    <a:pt x="835503" y="16342"/>
                    <a:pt x="833217" y="14281"/>
                    <a:pt x="830309" y="13443"/>
                  </a:cubicBezTo>
                  <a:cubicBezTo>
                    <a:pt x="791982" y="2498"/>
                    <a:pt x="500218" y="1805"/>
                    <a:pt x="477715" y="24308"/>
                  </a:cubicBezTo>
                  <a:cubicBezTo>
                    <a:pt x="463358" y="38665"/>
                    <a:pt x="406192" y="50213"/>
                    <a:pt x="350898" y="61375"/>
                  </a:cubicBezTo>
                  <a:cubicBezTo>
                    <a:pt x="313183" y="68990"/>
                    <a:pt x="277547" y="76182"/>
                    <a:pt x="260976" y="83293"/>
                  </a:cubicBezTo>
                  <a:cubicBezTo>
                    <a:pt x="220696" y="100557"/>
                    <a:pt x="6701" y="204629"/>
                    <a:pt x="4541" y="205673"/>
                  </a:cubicBezTo>
                  <a:cubicBezTo>
                    <a:pt x="2984" y="206447"/>
                    <a:pt x="1076" y="205799"/>
                    <a:pt x="320" y="204214"/>
                  </a:cubicBezTo>
                  <a:cubicBezTo>
                    <a:pt x="-446" y="202649"/>
                    <a:pt x="211" y="200758"/>
                    <a:pt x="1778" y="199993"/>
                  </a:cubicBezTo>
                  <a:cubicBezTo>
                    <a:pt x="3938" y="198940"/>
                    <a:pt x="218067" y="94805"/>
                    <a:pt x="258482" y="77478"/>
                  </a:cubicBezTo>
                  <a:cubicBezTo>
                    <a:pt x="275657" y="70124"/>
                    <a:pt x="311598" y="62860"/>
                    <a:pt x="349656" y="55182"/>
                  </a:cubicBezTo>
                  <a:cubicBezTo>
                    <a:pt x="401484" y="44714"/>
                    <a:pt x="460244" y="32850"/>
                    <a:pt x="473250" y="19843"/>
                  </a:cubicBezTo>
                  <a:cubicBezTo>
                    <a:pt x="498715" y="-5630"/>
                    <a:pt x="796501" y="-2777"/>
                    <a:pt x="832056" y="7377"/>
                  </a:cubicBezTo>
                  <a:cubicBezTo>
                    <a:pt x="836637" y="8682"/>
                    <a:pt x="840292" y="11860"/>
                    <a:pt x="842902" y="16801"/>
                  </a:cubicBezTo>
                  <a:cubicBezTo>
                    <a:pt x="863614" y="56073"/>
                    <a:pt x="813027" y="209003"/>
                    <a:pt x="810867" y="215502"/>
                  </a:cubicBezTo>
                  <a:cubicBezTo>
                    <a:pt x="810426" y="216825"/>
                    <a:pt x="809193" y="217662"/>
                    <a:pt x="807869" y="2176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arcellus"/>
              <a:buNone/>
              <a:defRPr sz="35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3575"/>
            <a:ext cx="7717500" cy="3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●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○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■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●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○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■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●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○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Char char="■"/>
              <a:defRPr sz="120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65" r:id="rId7"/>
    <p:sldLayoutId id="2147483668" r:id="rId8"/>
    <p:sldLayoutId id="2147483674" r:id="rId9"/>
    <p:sldLayoutId id="2147483678" r:id="rId10"/>
    <p:sldLayoutId id="214748367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trackobit.com/wp-content/uploads/2024/07/GIS-Layers.jpe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8" name="Google Shape;12968;p37"/>
          <p:cNvSpPr txBox="1">
            <a:spLocks noGrp="1"/>
          </p:cNvSpPr>
          <p:nvPr>
            <p:ph type="ctrTitle"/>
          </p:nvPr>
        </p:nvSpPr>
        <p:spPr>
          <a:xfrm>
            <a:off x="3145475" y="878500"/>
            <a:ext cx="5055000" cy="282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Geographic Basics for Air Quality Monitoring and Mapping</a:t>
            </a:r>
            <a:endParaRPr sz="4000" dirty="0">
              <a:solidFill>
                <a:schemeClr val="dk2"/>
              </a:solidFill>
            </a:endParaRPr>
          </a:p>
        </p:txBody>
      </p:sp>
      <p:sp>
        <p:nvSpPr>
          <p:cNvPr id="12969" name="Google Shape;12969;p37"/>
          <p:cNvSpPr txBox="1">
            <a:spLocks noGrp="1"/>
          </p:cNvSpPr>
          <p:nvPr>
            <p:ph type="subTitle" idx="1"/>
          </p:nvPr>
        </p:nvSpPr>
        <p:spPr>
          <a:xfrm>
            <a:off x="4054549" y="3789200"/>
            <a:ext cx="4023676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Amra Banda</a:t>
            </a:r>
            <a:endParaRPr lang="bs-Latn-BA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University of Sarajevo – Faculty of Science</a:t>
            </a:r>
            <a:endParaRPr lang="bs-Latn-BA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Department of Geography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F3350-46BF-B6EC-10E0-07F479CB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Quality Data Are Spatial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2E365-4E50-23B7-3694-6A5F199BE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560299"/>
            <a:ext cx="5760629" cy="2525471"/>
          </a:xfrm>
        </p:spPr>
        <p:txBody>
          <a:bodyPr/>
          <a:lstStyle/>
          <a:p>
            <a:r>
              <a:rPr lang="en-US" sz="1400" b="1" dirty="0"/>
              <a:t>WHAT?</a:t>
            </a:r>
            <a:endParaRPr lang="bs-Latn-BA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PM₂.₅</a:t>
            </a:r>
            <a:r>
              <a:rPr lang="bs-Latn-BA" sz="1400" dirty="0"/>
              <a:t>, </a:t>
            </a:r>
            <a:r>
              <a:rPr lang="en-US" sz="1400" dirty="0"/>
              <a:t>PM₁₀</a:t>
            </a:r>
            <a:r>
              <a:rPr lang="bs-Latn-BA" sz="1400" dirty="0"/>
              <a:t>, </a:t>
            </a:r>
            <a:r>
              <a:rPr lang="en-US" sz="1400" dirty="0"/>
              <a:t>NO₂</a:t>
            </a:r>
            <a:r>
              <a:rPr lang="bs-Latn-BA" sz="1400" dirty="0"/>
              <a:t>, </a:t>
            </a:r>
            <a:r>
              <a:rPr lang="en-US" sz="1400" dirty="0"/>
              <a:t>O₃...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b="1" dirty="0"/>
              <a:t>WHERE?</a:t>
            </a:r>
            <a:endParaRPr lang="bs-Latn-BA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Latitude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Longitude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Elevation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b="1" dirty="0"/>
              <a:t>WHEN?</a:t>
            </a:r>
            <a:endParaRPr lang="bs-Latn-BA" sz="1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Date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Time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Duration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endParaRPr lang="bs-Latn-BA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1CDCC-3EC5-70C3-5E4A-6B996D85EBCA}"/>
              </a:ext>
            </a:extLst>
          </p:cNvPr>
          <p:cNvSpPr txBox="1"/>
          <p:nvPr/>
        </p:nvSpPr>
        <p:spPr>
          <a:xfrm>
            <a:off x="3718508" y="2469119"/>
            <a:ext cx="4098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A measurement without spatial and temporal context tells only part of the story.</a:t>
            </a:r>
          </a:p>
        </p:txBody>
      </p:sp>
    </p:spTree>
    <p:extLst>
      <p:ext uri="{BB962C8B-B14F-4D97-AF65-F5344CB8AC3E}">
        <p14:creationId xmlns:p14="http://schemas.microsoft.com/office/powerpoint/2010/main" val="4134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4" name="Google Shape;12974;p38"/>
          <p:cNvSpPr txBox="1">
            <a:spLocks noGrp="1"/>
          </p:cNvSpPr>
          <p:nvPr>
            <p:ph type="title"/>
          </p:nvPr>
        </p:nvSpPr>
        <p:spPr>
          <a:xfrm>
            <a:off x="270045" y="220425"/>
            <a:ext cx="94400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 coordinates to location</a:t>
            </a:r>
          </a:p>
        </p:txBody>
      </p:sp>
      <p:sp>
        <p:nvSpPr>
          <p:cNvPr id="12976" name="Google Shape;12976;p38"/>
          <p:cNvSpPr txBox="1"/>
          <p:nvPr/>
        </p:nvSpPr>
        <p:spPr>
          <a:xfrm>
            <a:off x="95874" y="1016001"/>
            <a:ext cx="3053726" cy="3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Example location: Sarajevo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Geographic coordinates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bs-Latn-BA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      </a:t>
            </a: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Latitude: 43.8563° N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bs-Latn-BA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      </a:t>
            </a: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Longitude: 18.4131° E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bs-Latn-BA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       </a:t>
            </a: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Elevation: 537 m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Coordinate Reference System (CRS)defines how coordinates relate to locations on the Earth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WGS 84 is commonly used for GPS-based geographic coordinates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rPr>
              <a:t>Coordinates + reference system → geographic location</a:t>
            </a: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bs-Latn-BA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sz="1200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sz="1200" dirty="0">
              <a:solidFill>
                <a:schemeClr val="dk1"/>
              </a:solidFill>
              <a:latin typeface="Palanquin"/>
              <a:ea typeface="Palanquin"/>
              <a:cs typeface="Palanquin"/>
              <a:sym typeface="Palanqu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03DFE-0B20-4239-75B5-6F20AC2DE4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660" t="25440"/>
          <a:stretch>
            <a:fillRect/>
          </a:stretch>
        </p:blipFill>
        <p:spPr bwMode="auto">
          <a:xfrm>
            <a:off x="3229429" y="1016001"/>
            <a:ext cx="5914571" cy="33800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18E2DB-A828-0D3F-7725-066E2EE7FFAC}"/>
              </a:ext>
            </a:extLst>
          </p:cNvPr>
          <p:cNvSpPr txBox="1"/>
          <p:nvPr/>
        </p:nvSpPr>
        <p:spPr>
          <a:xfrm>
            <a:off x="2910115" y="4480391"/>
            <a:ext cx="64189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Google Earth displays the same location in degrees, minutes and seconds (DMS).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1" name="Google Shape;13101;p46"/>
          <p:cNvSpPr txBox="1">
            <a:spLocks noGrp="1"/>
          </p:cNvSpPr>
          <p:nvPr>
            <p:ph type="subTitle" idx="1"/>
          </p:nvPr>
        </p:nvSpPr>
        <p:spPr>
          <a:xfrm>
            <a:off x="720000" y="2135855"/>
            <a:ext cx="2580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Monitoring stations,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emission sources</a:t>
            </a:r>
            <a:endParaRPr dirty="0"/>
          </a:p>
        </p:txBody>
      </p:sp>
      <p:sp>
        <p:nvSpPr>
          <p:cNvPr id="13102" name="Google Shape;13102;p46"/>
          <p:cNvSpPr txBox="1">
            <a:spLocks noGrp="1"/>
          </p:cNvSpPr>
          <p:nvPr>
            <p:ph type="subTitle" idx="2"/>
          </p:nvPr>
        </p:nvSpPr>
        <p:spPr>
          <a:xfrm>
            <a:off x="2622210" y="3137734"/>
            <a:ext cx="5432707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Rivers, roads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dirty="0"/>
          </a:p>
        </p:txBody>
      </p:sp>
      <p:sp>
        <p:nvSpPr>
          <p:cNvPr id="13103" name="Google Shape;13103;p46"/>
          <p:cNvSpPr txBox="1">
            <a:spLocks noGrp="1"/>
          </p:cNvSpPr>
          <p:nvPr>
            <p:ph type="subTitle" idx="3"/>
          </p:nvPr>
        </p:nvSpPr>
        <p:spPr>
          <a:xfrm>
            <a:off x="720000" y="3127301"/>
            <a:ext cx="190221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Land use, administrative areas</a:t>
            </a:r>
            <a:endParaRPr dirty="0"/>
          </a:p>
        </p:txBody>
      </p:sp>
      <p:sp>
        <p:nvSpPr>
          <p:cNvPr id="13104" name="Google Shape;13104;p46"/>
          <p:cNvSpPr txBox="1">
            <a:spLocks noGrp="1"/>
          </p:cNvSpPr>
          <p:nvPr>
            <p:ph type="subTitle" idx="4"/>
          </p:nvPr>
        </p:nvSpPr>
        <p:spPr>
          <a:xfrm>
            <a:off x="2577652" y="2088876"/>
            <a:ext cx="2453064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Elevation</a:t>
            </a:r>
            <a:r>
              <a:rPr lang="fr-FR" dirty="0"/>
              <a:t>, satellite </a:t>
            </a:r>
            <a:r>
              <a:rPr lang="fr-FR" dirty="0" err="1"/>
              <a:t>imagery</a:t>
            </a:r>
            <a:r>
              <a:rPr lang="fr-FR" dirty="0"/>
              <a:t>, </a:t>
            </a:r>
            <a:endParaRPr dirty="0"/>
          </a:p>
        </p:txBody>
      </p:sp>
      <p:sp>
        <p:nvSpPr>
          <p:cNvPr id="13105" name="Google Shape;13105;p46"/>
          <p:cNvSpPr txBox="1">
            <a:spLocks noGrp="1"/>
          </p:cNvSpPr>
          <p:nvPr>
            <p:ph type="subTitle" idx="5"/>
          </p:nvPr>
        </p:nvSpPr>
        <p:spPr>
          <a:xfrm>
            <a:off x="720000" y="1726205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📍</a:t>
            </a:r>
            <a:r>
              <a:rPr lang="bs-Latn-BA" dirty="0"/>
              <a:t> Points</a:t>
            </a:r>
            <a:endParaRPr dirty="0"/>
          </a:p>
        </p:txBody>
      </p:sp>
      <p:sp>
        <p:nvSpPr>
          <p:cNvPr id="13106" name="Google Shape;13106;p46"/>
          <p:cNvSpPr txBox="1">
            <a:spLocks noGrp="1"/>
          </p:cNvSpPr>
          <p:nvPr>
            <p:ph type="subTitle" idx="6"/>
          </p:nvPr>
        </p:nvSpPr>
        <p:spPr>
          <a:xfrm>
            <a:off x="720000" y="2726498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▰ P</a:t>
            </a:r>
            <a:r>
              <a:rPr lang="bs-Latn-BA" dirty="0"/>
              <a:t>olygons</a:t>
            </a:r>
            <a:endParaRPr dirty="0"/>
          </a:p>
        </p:txBody>
      </p:sp>
      <p:sp>
        <p:nvSpPr>
          <p:cNvPr id="13107" name="Google Shape;13107;p46"/>
          <p:cNvSpPr txBox="1">
            <a:spLocks noGrp="1"/>
          </p:cNvSpPr>
          <p:nvPr>
            <p:ph type="subTitle" idx="7"/>
          </p:nvPr>
        </p:nvSpPr>
        <p:spPr>
          <a:xfrm>
            <a:off x="2622210" y="2763044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━━ </a:t>
            </a:r>
            <a:r>
              <a:rPr lang="bs-Latn-BA" dirty="0"/>
              <a:t>Lines</a:t>
            </a:r>
            <a:endParaRPr dirty="0"/>
          </a:p>
        </p:txBody>
      </p:sp>
      <p:sp>
        <p:nvSpPr>
          <p:cNvPr id="13108" name="Google Shape;13108;p46"/>
          <p:cNvSpPr txBox="1">
            <a:spLocks noGrp="1"/>
          </p:cNvSpPr>
          <p:nvPr>
            <p:ph type="subTitle" idx="8"/>
          </p:nvPr>
        </p:nvSpPr>
        <p:spPr>
          <a:xfrm>
            <a:off x="2622210" y="1706930"/>
            <a:ext cx="25800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🗻 </a:t>
            </a:r>
            <a:r>
              <a:rPr lang="bs-Latn-BA" dirty="0"/>
              <a:t>Raster</a:t>
            </a:r>
            <a:endParaRPr dirty="0"/>
          </a:p>
        </p:txBody>
      </p:sp>
      <p:sp>
        <p:nvSpPr>
          <p:cNvPr id="13109" name="Google Shape;13109;p46"/>
          <p:cNvSpPr txBox="1">
            <a:spLocks noGrp="1"/>
          </p:cNvSpPr>
          <p:nvPr>
            <p:ph type="title"/>
          </p:nvPr>
        </p:nvSpPr>
        <p:spPr>
          <a:xfrm>
            <a:off x="556967" y="177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Putting a Monitoring Site into Spatial Context</a:t>
            </a:r>
            <a:endParaRPr dirty="0"/>
          </a:p>
        </p:txBody>
      </p:sp>
      <p:pic>
        <p:nvPicPr>
          <p:cNvPr id="1030" name="Picture 6" descr="GIS Layers">
            <a:extLst>
              <a:ext uri="{FF2B5EF4-FFF2-40B4-BE49-F238E27FC236}">
                <a16:creationId xmlns:a16="http://schemas.microsoft.com/office/drawing/2014/main" id="{D3E36813-961C-126F-C4E9-D7CF4D193E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" t="4740" r="35349" b="13566"/>
          <a:stretch>
            <a:fillRect/>
          </a:stretch>
        </p:blipFill>
        <p:spPr bwMode="auto">
          <a:xfrm>
            <a:off x="5030716" y="2027274"/>
            <a:ext cx="4056577" cy="308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5F39C9-F610-E4CE-EEBA-12EAB1D50145}"/>
              </a:ext>
            </a:extLst>
          </p:cNvPr>
          <p:cNvSpPr txBox="1"/>
          <p:nvPr/>
        </p:nvSpPr>
        <p:spPr>
          <a:xfrm>
            <a:off x="359736" y="3892626"/>
            <a:ext cx="4212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GIS integrates different spatial layers to provide context for monitoring 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24089EA-FA6E-24FC-3774-115D8844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13" y="372586"/>
            <a:ext cx="7908743" cy="572700"/>
          </a:xfrm>
        </p:spPr>
        <p:txBody>
          <a:bodyPr/>
          <a:lstStyle/>
          <a:p>
            <a:r>
              <a:rPr lang="en-US" dirty="0"/>
              <a:t>What Does a Monitoring Station Represent?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88EDC48-9958-AFE3-9D90-A16D65721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113" y="1741729"/>
            <a:ext cx="4225500" cy="2022900"/>
          </a:xfrm>
        </p:spPr>
        <p:txBody>
          <a:bodyPr/>
          <a:lstStyle/>
          <a:p>
            <a:pPr marL="152400" indent="0" algn="ctr">
              <a:buNone/>
            </a:pPr>
            <a:r>
              <a:rPr lang="en-US" sz="1400" dirty="0"/>
              <a:t>AREA TYPE</a:t>
            </a:r>
            <a:endParaRPr lang="bs-Latn-BA" sz="1400" dirty="0"/>
          </a:p>
          <a:p>
            <a:pPr marL="152400" indent="0" algn="ctr">
              <a:buNone/>
            </a:pPr>
            <a:endParaRPr lang="bs-Latn-BA" sz="1400" dirty="0"/>
          </a:p>
          <a:p>
            <a:r>
              <a:rPr lang="en-US" sz="1400" dirty="0"/>
              <a:t>Urban</a:t>
            </a:r>
            <a:endParaRPr lang="bs-Latn-BA" sz="1400" dirty="0"/>
          </a:p>
          <a:p>
            <a:r>
              <a:rPr lang="en-US" sz="1400" dirty="0"/>
              <a:t>Suburban</a:t>
            </a:r>
            <a:endParaRPr lang="bs-Latn-BA" sz="1400" dirty="0"/>
          </a:p>
          <a:p>
            <a:r>
              <a:rPr lang="en-US" sz="1400" dirty="0"/>
              <a:t>Rural</a:t>
            </a:r>
            <a:endParaRPr lang="bs-Latn-BA" sz="1400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r>
              <a:rPr lang="en-US" dirty="0"/>
              <a:t>Source: European Environment Agency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FFD5AE-1EA4-72B7-5F70-0C83660EB2D6}"/>
              </a:ext>
            </a:extLst>
          </p:cNvPr>
          <p:cNvSpPr txBox="1">
            <a:spLocks/>
          </p:cNvSpPr>
          <p:nvPr/>
        </p:nvSpPr>
        <p:spPr>
          <a:xfrm>
            <a:off x="4515484" y="1741729"/>
            <a:ext cx="4225500" cy="20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pPr marL="152400" indent="0" algn="ctr">
              <a:buNone/>
            </a:pPr>
            <a:r>
              <a:rPr lang="en-US" sz="1400" dirty="0"/>
              <a:t>DOMINANT INFLUENCE / STATION TYPE</a:t>
            </a:r>
            <a:endParaRPr lang="bs-Latn-BA" sz="1400" dirty="0"/>
          </a:p>
          <a:p>
            <a:pPr marL="152400" indent="0" algn="ctr">
              <a:buNone/>
            </a:pPr>
            <a:endParaRPr lang="bs-Latn-BA" sz="1400" dirty="0"/>
          </a:p>
          <a:p>
            <a:r>
              <a:rPr lang="en-US" sz="1400" dirty="0"/>
              <a:t>Traffic</a:t>
            </a:r>
            <a:endParaRPr lang="bs-Latn-BA" sz="1400" dirty="0"/>
          </a:p>
          <a:p>
            <a:r>
              <a:rPr lang="en-US" sz="1400" dirty="0"/>
              <a:t>Industrial</a:t>
            </a:r>
            <a:endParaRPr lang="bs-Latn-BA" sz="1400" dirty="0"/>
          </a:p>
          <a:p>
            <a:r>
              <a:rPr lang="en-US" sz="1400" dirty="0"/>
              <a:t>Background</a:t>
            </a:r>
            <a:r>
              <a:rPr lang="bs-Latn-BA" sz="1400" dirty="0"/>
              <a:t> </a:t>
            </a:r>
            <a:r>
              <a:rPr lang="en-US" sz="1400" dirty="0"/>
              <a:t>(not dominated by a single nearby source)</a:t>
            </a:r>
            <a:r>
              <a:rPr lang="bs-Latn-BA" sz="1400" dirty="0"/>
              <a:t>*</a:t>
            </a:r>
          </a:p>
          <a:p>
            <a:endParaRPr lang="bs-Latn-BA" sz="1400" dirty="0"/>
          </a:p>
          <a:p>
            <a:r>
              <a:rPr lang="en-US" sz="1400" dirty="0"/>
              <a:t>A background station is intended to represent wider-area exposure rather than the influence of a single dominant source.</a:t>
            </a:r>
            <a:endParaRPr lang="bs-Latn-BA" sz="1400" dirty="0"/>
          </a:p>
          <a:p>
            <a:endParaRPr lang="bs-Latn-BA" sz="1400" dirty="0"/>
          </a:p>
          <a:p>
            <a:pPr marL="152400" indent="0">
              <a:buNone/>
            </a:pPr>
            <a:r>
              <a:rPr lang="bs-Latn-BA" dirty="0"/>
              <a:t>           </a:t>
            </a:r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endParaRPr lang="bs-Latn-BA" dirty="0"/>
          </a:p>
          <a:p>
            <a:pPr marL="152400" indent="0">
              <a:buNone/>
            </a:pPr>
            <a:r>
              <a:rPr lang="bs-Latn-BA" dirty="0"/>
              <a:t>           *</a:t>
            </a:r>
            <a:r>
              <a:rPr lang="en-US" dirty="0"/>
              <a:t>Background stations can be urban, suburban or rural.</a:t>
            </a:r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</p:txBody>
      </p:sp>
    </p:spTree>
    <p:extLst>
      <p:ext uri="{BB962C8B-B14F-4D97-AF65-F5344CB8AC3E}">
        <p14:creationId xmlns:p14="http://schemas.microsoft.com/office/powerpoint/2010/main" val="50883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0" name="Google Shape;13000;p40"/>
          <p:cNvSpPr txBox="1">
            <a:spLocks noGrp="1"/>
          </p:cNvSpPr>
          <p:nvPr>
            <p:ph type="title"/>
          </p:nvPr>
        </p:nvSpPr>
        <p:spPr>
          <a:xfrm>
            <a:off x="2004997" y="1261253"/>
            <a:ext cx="4872900" cy="15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📍 </a:t>
            </a:r>
            <a:r>
              <a:rPr lang="en-US" sz="2800" b="1" dirty="0">
                <a:latin typeface="Palanquin" panose="020B0004020203020204" pitchFamily="34" charset="0"/>
                <a:cs typeface="Palanquin" panose="020B0004020203020204" pitchFamily="34" charset="0"/>
              </a:rPr>
              <a:t>MONITORING SITE</a:t>
            </a:r>
            <a:endParaRPr sz="2800" b="1" dirty="0">
              <a:solidFill>
                <a:schemeClr val="dk2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3001" name="Google Shape;13001;p40"/>
          <p:cNvSpPr txBox="1">
            <a:spLocks noGrp="1"/>
          </p:cNvSpPr>
          <p:nvPr>
            <p:ph type="subTitle" idx="1"/>
          </p:nvPr>
        </p:nvSpPr>
        <p:spPr>
          <a:xfrm>
            <a:off x="585803" y="3989908"/>
            <a:ext cx="8207827" cy="454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area does this measurement actually represent?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F2498-E74C-BF5D-570E-2224196D88A6}"/>
              </a:ext>
            </a:extLst>
          </p:cNvPr>
          <p:cNvSpPr txBox="1"/>
          <p:nvPr/>
        </p:nvSpPr>
        <p:spPr>
          <a:xfrm>
            <a:off x="585803" y="1681536"/>
            <a:ext cx="6553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Road network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Buildings / urban form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E55D6-5131-74CF-B7A3-6BCCC8EFB759}"/>
              </a:ext>
            </a:extLst>
          </p:cNvPr>
          <p:cNvSpPr txBox="1"/>
          <p:nvPr/>
        </p:nvSpPr>
        <p:spPr>
          <a:xfrm>
            <a:off x="2779486" y="1405677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Land use</a:t>
            </a:r>
            <a:r>
              <a:rPr lang="bs-Latn-BA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</a:t>
            </a:r>
            <a:endParaRPr lang="en-US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56BFC-6F7D-6594-E7A4-75C55FC35514}"/>
              </a:ext>
            </a:extLst>
          </p:cNvPr>
          <p:cNvSpPr txBox="1"/>
          <p:nvPr/>
        </p:nvSpPr>
        <p:spPr>
          <a:xfrm>
            <a:off x="6056086" y="3206904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Population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B0D1F-78C8-B74B-EBF8-2C0046E7FED1}"/>
              </a:ext>
            </a:extLst>
          </p:cNvPr>
          <p:cNvSpPr txBox="1"/>
          <p:nvPr/>
        </p:nvSpPr>
        <p:spPr>
          <a:xfrm>
            <a:off x="5998029" y="1729575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Topography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1690E-445D-EECA-2BB1-400368A472D3}"/>
              </a:ext>
            </a:extLst>
          </p:cNvPr>
          <p:cNvSpPr txBox="1"/>
          <p:nvPr/>
        </p:nvSpPr>
        <p:spPr>
          <a:xfrm>
            <a:off x="3175000" y="3066333"/>
            <a:ext cx="2579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bs-Latn-BA" dirty="0"/>
          </a:p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Meteorological conditions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DD005-8FDB-F16B-67E6-6687778C2684}"/>
              </a:ext>
            </a:extLst>
          </p:cNvPr>
          <p:cNvSpPr txBox="1"/>
          <p:nvPr/>
        </p:nvSpPr>
        <p:spPr>
          <a:xfrm>
            <a:off x="6877897" y="2524395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Elevation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FE7E88-CD60-2DF0-3F1D-A52E08010623}"/>
              </a:ext>
            </a:extLst>
          </p:cNvPr>
          <p:cNvSpPr txBox="1"/>
          <p:nvPr/>
        </p:nvSpPr>
        <p:spPr>
          <a:xfrm>
            <a:off x="4118429" y="1451763"/>
            <a:ext cx="6716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Emission sources</a:t>
            </a:r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3E26CE-DF7A-FD79-DFA7-5B83B319092D}"/>
              </a:ext>
            </a:extLst>
          </p:cNvPr>
          <p:cNvCxnSpPr/>
          <p:nvPr/>
        </p:nvCxnSpPr>
        <p:spPr>
          <a:xfrm>
            <a:off x="1850571" y="1952171"/>
            <a:ext cx="849086" cy="34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68E168-9B61-2036-0BDE-11603663EBF9}"/>
              </a:ext>
            </a:extLst>
          </p:cNvPr>
          <p:cNvCxnSpPr/>
          <p:nvPr/>
        </p:nvCxnSpPr>
        <p:spPr>
          <a:xfrm>
            <a:off x="3338286" y="1681536"/>
            <a:ext cx="116114" cy="61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146A86-D988-E1C5-533A-31CFE51C9FBC}"/>
              </a:ext>
            </a:extLst>
          </p:cNvPr>
          <p:cNvCxnSpPr/>
          <p:nvPr/>
        </p:nvCxnSpPr>
        <p:spPr>
          <a:xfrm flipH="1">
            <a:off x="4905829" y="1713454"/>
            <a:ext cx="94342" cy="492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632F3E-D81B-4782-F28C-CBD3BD282866}"/>
              </a:ext>
            </a:extLst>
          </p:cNvPr>
          <p:cNvCxnSpPr/>
          <p:nvPr/>
        </p:nvCxnSpPr>
        <p:spPr>
          <a:xfrm flipV="1">
            <a:off x="6219371" y="2037352"/>
            <a:ext cx="420915" cy="255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0EFB44-9236-2720-D78D-0514533A2452}"/>
              </a:ext>
            </a:extLst>
          </p:cNvPr>
          <p:cNvCxnSpPr>
            <a:endCxn id="13" idx="1"/>
          </p:cNvCxnSpPr>
          <p:nvPr/>
        </p:nvCxnSpPr>
        <p:spPr>
          <a:xfrm>
            <a:off x="6219371" y="2571750"/>
            <a:ext cx="658526" cy="106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103123-30E6-B571-3974-95F644FDF229}"/>
              </a:ext>
            </a:extLst>
          </p:cNvPr>
          <p:cNvCxnSpPr/>
          <p:nvPr/>
        </p:nvCxnSpPr>
        <p:spPr>
          <a:xfrm>
            <a:off x="5754914" y="2750457"/>
            <a:ext cx="464457" cy="456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1502AF-4D1A-A05A-2441-077D101CD515}"/>
              </a:ext>
            </a:extLst>
          </p:cNvPr>
          <p:cNvCxnSpPr/>
          <p:nvPr/>
        </p:nvCxnSpPr>
        <p:spPr>
          <a:xfrm>
            <a:off x="4347029" y="2750457"/>
            <a:ext cx="0" cy="577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2A4C4F-A066-49CD-8356-2F8FF322D590}"/>
              </a:ext>
            </a:extLst>
          </p:cNvPr>
          <p:cNvCxnSpPr/>
          <p:nvPr/>
        </p:nvCxnSpPr>
        <p:spPr>
          <a:xfrm flipV="1">
            <a:off x="2547257" y="2750457"/>
            <a:ext cx="232229" cy="14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C3CDC2B-7D63-937A-59D1-2769F12EC195}"/>
              </a:ext>
            </a:extLst>
          </p:cNvPr>
          <p:cNvSpPr txBox="1"/>
          <p:nvPr/>
        </p:nvSpPr>
        <p:spPr>
          <a:xfrm>
            <a:off x="5754914" y="4893715"/>
            <a:ext cx="6716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S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ources: </a:t>
            </a:r>
            <a:r>
              <a:rPr lang="fr-FR" sz="1200" dirty="0" err="1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European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Commission; </a:t>
            </a:r>
            <a:r>
              <a:rPr lang="fr-FR" sz="1200" dirty="0" err="1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Righini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et al., 2014</a:t>
            </a:r>
            <a:endParaRPr lang="en-US" sz="1200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9">
          <a:extLst>
            <a:ext uri="{FF2B5EF4-FFF2-40B4-BE49-F238E27FC236}">
              <a16:creationId xmlns:a16="http://schemas.microsoft.com/office/drawing/2014/main" id="{89890BF6-5766-F700-D6B5-8E6D1FBC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0" name="Google Shape;13000;p40">
            <a:extLst>
              <a:ext uri="{FF2B5EF4-FFF2-40B4-BE49-F238E27FC236}">
                <a16:creationId xmlns:a16="http://schemas.microsoft.com/office/drawing/2014/main" id="{FED5F714-2AB0-AB85-7C2B-05299A602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4997" y="1261253"/>
            <a:ext cx="4872900" cy="155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800" b="1" dirty="0">
                <a:latin typeface="Palanquin" panose="020B0004020203020204" pitchFamily="34" charset="0"/>
                <a:cs typeface="Palanquin" panose="020B0004020203020204" pitchFamily="34" charset="0"/>
              </a:rPr>
              <a:t>MONITORING OBJECTIVE</a:t>
            </a:r>
            <a:endParaRPr sz="2800" b="1" dirty="0">
              <a:solidFill>
                <a:schemeClr val="dk2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3001" name="Google Shape;13001;p40">
            <a:extLst>
              <a:ext uri="{FF2B5EF4-FFF2-40B4-BE49-F238E27FC236}">
                <a16:creationId xmlns:a16="http://schemas.microsoft.com/office/drawing/2014/main" id="{1B273D7F-365E-ACBB-F0E0-E55FCCE3AB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5803" y="4038683"/>
            <a:ext cx="8207827" cy="4564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The </a:t>
            </a:r>
            <a:r>
              <a:rPr lang="en-US" b="1" i="1" dirty="0"/>
              <a:t>best</a:t>
            </a:r>
            <a:r>
              <a:rPr lang="en-US" b="1" dirty="0"/>
              <a:t> monitoring location depends on what we want the measurement to represent.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59ADE-52CF-8CEC-A026-F1524661DF86}"/>
              </a:ext>
            </a:extLst>
          </p:cNvPr>
          <p:cNvSpPr txBox="1"/>
          <p:nvPr/>
        </p:nvSpPr>
        <p:spPr>
          <a:xfrm>
            <a:off x="1420376" y="1742343"/>
            <a:ext cx="216194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Traffic pollution?</a:t>
            </a: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endParaRPr lang="bs-Latn-BA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r>
              <a:rPr lang="bs-Latn-BA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Industrial influence?</a:t>
            </a:r>
          </a:p>
          <a:p>
            <a:endParaRPr lang="bs-Latn-B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5EC5F-2D61-38D6-B04B-597EDEDE6A69}"/>
              </a:ext>
            </a:extLst>
          </p:cNvPr>
          <p:cNvSpPr txBox="1"/>
          <p:nvPr/>
        </p:nvSpPr>
        <p:spPr>
          <a:xfrm>
            <a:off x="4194035" y="2868846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Urban background?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744A9-0BC0-CD0F-E7B3-4BD66DAA347D}"/>
              </a:ext>
            </a:extLst>
          </p:cNvPr>
          <p:cNvSpPr txBox="1"/>
          <p:nvPr/>
        </p:nvSpPr>
        <p:spPr>
          <a:xfrm>
            <a:off x="468390" y="718732"/>
            <a:ext cx="91503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MONITORING OBJECTIVE</a:t>
            </a:r>
            <a:r>
              <a:rPr lang="bs-Latn-BA" sz="16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                 </a:t>
            </a:r>
            <a:r>
              <a:rPr lang="en-US" sz="16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SELECTION CRITERIA</a:t>
            </a:r>
            <a:r>
              <a:rPr lang="bs-Latn-BA" sz="16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                 </a:t>
            </a:r>
            <a:r>
              <a:rPr lang="en-US" sz="1600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SUITABLE LOCATION</a:t>
            </a:r>
            <a:endParaRPr lang="bs-Latn-BA" sz="1600" b="1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FE247-C426-72DF-2463-B12E7501593A}"/>
              </a:ext>
            </a:extLst>
          </p:cNvPr>
          <p:cNvSpPr txBox="1"/>
          <p:nvPr/>
        </p:nvSpPr>
        <p:spPr>
          <a:xfrm>
            <a:off x="3582324" y="1514133"/>
            <a:ext cx="2579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bs-Latn-BA" dirty="0"/>
          </a:p>
          <a:p>
            <a:r>
              <a:rPr lang="bs-Latn-BA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Population exposure?</a:t>
            </a:r>
            <a:endParaRPr lang="en-US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77CB40-4374-4ADF-9026-3F34F17E3EB9}"/>
              </a:ext>
            </a:extLst>
          </p:cNvPr>
          <p:cNvSpPr txBox="1"/>
          <p:nvPr/>
        </p:nvSpPr>
        <p:spPr>
          <a:xfrm>
            <a:off x="5918198" y="1915832"/>
            <a:ext cx="655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Regional background?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05C9E1-C668-E068-E70C-4EF018D83574}"/>
              </a:ext>
            </a:extLst>
          </p:cNvPr>
          <p:cNvSpPr txBox="1"/>
          <p:nvPr/>
        </p:nvSpPr>
        <p:spPr>
          <a:xfrm>
            <a:off x="5754914" y="4893715"/>
            <a:ext cx="6716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s-Latn-BA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S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ources: </a:t>
            </a:r>
            <a:r>
              <a:rPr lang="fr-FR" sz="1200" dirty="0" err="1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European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Commission; </a:t>
            </a:r>
            <a:r>
              <a:rPr lang="fr-FR" sz="1200" dirty="0" err="1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Righini</a:t>
            </a:r>
            <a:r>
              <a:rPr lang="fr-FR" sz="1200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et al., 2014</a:t>
            </a:r>
            <a:endParaRPr lang="en-US" sz="1200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D4974D-7CCE-AC17-BC44-28406B1F6869}"/>
              </a:ext>
            </a:extLst>
          </p:cNvPr>
          <p:cNvCxnSpPr>
            <a:cxnSpLocks/>
          </p:cNvCxnSpPr>
          <p:nvPr/>
        </p:nvCxnSpPr>
        <p:spPr>
          <a:xfrm>
            <a:off x="2949777" y="887986"/>
            <a:ext cx="6325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C68E51-AE10-62DE-36BD-02F29ECBD28B}"/>
              </a:ext>
            </a:extLst>
          </p:cNvPr>
          <p:cNvCxnSpPr/>
          <p:nvPr/>
        </p:nvCxnSpPr>
        <p:spPr>
          <a:xfrm>
            <a:off x="5754914" y="874086"/>
            <a:ext cx="6159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84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2" name="Google Shape;13012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GIS Tools for Air Quality Monitoring</a:t>
            </a:r>
            <a:endParaRPr dirty="0"/>
          </a:p>
        </p:txBody>
      </p:sp>
      <p:sp>
        <p:nvSpPr>
          <p:cNvPr id="13013" name="Google Shape;13013;p42"/>
          <p:cNvSpPr txBox="1">
            <a:spLocks noGrp="1"/>
          </p:cNvSpPr>
          <p:nvPr>
            <p:ph type="subTitle" idx="1"/>
          </p:nvPr>
        </p:nvSpPr>
        <p:spPr>
          <a:xfrm>
            <a:off x="3307114" y="1726507"/>
            <a:ext cx="3237600" cy="18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400" dirty="0"/>
              <a:t>  </a:t>
            </a:r>
            <a:r>
              <a:rPr lang="en-US" sz="1400" dirty="0"/>
              <a:t>AFTER MONITORING</a:t>
            </a:r>
            <a:endParaRPr lang="bs-Latn-BA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Map monitoring sites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Combine measurements with spatial data</a:t>
            </a:r>
            <a:r>
              <a:rPr lang="en" sz="1400" dirty="0"/>
              <a:t> 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Explore spatial patterns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Produce maps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Support interpretation and communication</a:t>
            </a:r>
            <a:endParaRPr sz="1400" dirty="0"/>
          </a:p>
        </p:txBody>
      </p:sp>
      <p:sp>
        <p:nvSpPr>
          <p:cNvPr id="13014" name="Google Shape;13014;p42"/>
          <p:cNvSpPr txBox="1">
            <a:spLocks noGrp="1"/>
          </p:cNvSpPr>
          <p:nvPr>
            <p:ph type="subTitle" idx="2"/>
          </p:nvPr>
        </p:nvSpPr>
        <p:spPr>
          <a:xfrm>
            <a:off x="425078" y="1726507"/>
            <a:ext cx="3237600" cy="18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BEFORE MONITORING</a:t>
            </a:r>
            <a:endParaRPr lang="bs-Latn-BA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Explore potential sites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Distance from roads/sources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Examine land use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Population </a:t>
            </a:r>
            <a:r>
              <a:rPr lang="en-US" sz="1400" dirty="0" err="1"/>
              <a:t>distributio</a:t>
            </a:r>
            <a:r>
              <a:rPr lang="bs-Latn-BA" sz="1400" dirty="0"/>
              <a:t>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Elevation/topography</a:t>
            </a:r>
            <a:endParaRPr lang="bs-Latn-BA" sz="14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Existing monitoring network</a:t>
            </a:r>
            <a:endParaRPr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D4CAA-F499-65FC-E172-A9CA6ECFF875}"/>
              </a:ext>
            </a:extLst>
          </p:cNvPr>
          <p:cNvSpPr txBox="1"/>
          <p:nvPr/>
        </p:nvSpPr>
        <p:spPr>
          <a:xfrm>
            <a:off x="425078" y="4450111"/>
            <a:ext cx="79989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s-Latn-BA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     </a:t>
            </a:r>
            <a:r>
              <a:rPr lang="en-US" b="1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QGIS • ArcGIS / ArcGIS Online • Google Earth • OpenStreetMap • Copernicus</a:t>
            </a:r>
          </a:p>
        </p:txBody>
      </p:sp>
      <p:sp>
        <p:nvSpPr>
          <p:cNvPr id="4" name="Google Shape;13013;p42">
            <a:extLst>
              <a:ext uri="{FF2B5EF4-FFF2-40B4-BE49-F238E27FC236}">
                <a16:creationId xmlns:a16="http://schemas.microsoft.com/office/drawing/2014/main" id="{74ED4124-1E38-45A8-C897-09BF331A6604}"/>
              </a:ext>
            </a:extLst>
          </p:cNvPr>
          <p:cNvSpPr txBox="1">
            <a:spLocks/>
          </p:cNvSpPr>
          <p:nvPr/>
        </p:nvSpPr>
        <p:spPr>
          <a:xfrm>
            <a:off x="6056146" y="1726507"/>
            <a:ext cx="3237600" cy="1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alanquin"/>
              <a:buNone/>
              <a:defRPr sz="1200" b="0" i="0" u="none" strike="noStrike" cap="none" spc="0">
                <a:solidFill>
                  <a:schemeClr val="dk1"/>
                </a:solidFill>
                <a:latin typeface="Palanquin"/>
                <a:ea typeface="Palanquin"/>
                <a:cs typeface="Palanquin"/>
                <a:sym typeface="Palanquin"/>
              </a:defRPr>
            </a:lvl9pPr>
          </a:lstStyle>
          <a:p>
            <a:pPr marL="0" indent="0"/>
            <a:r>
              <a:rPr lang="bs-Latn-BA" sz="1400" dirty="0"/>
              <a:t>       </a:t>
            </a:r>
            <a:r>
              <a:rPr lang="en-US" sz="1400" dirty="0"/>
              <a:t>GIS CAN ALSO HELP IDENTIFY</a:t>
            </a:r>
            <a:endParaRPr lang="bs-Latn-BA" sz="1400" dirty="0"/>
          </a:p>
          <a:p>
            <a:pPr marL="0" indent="0"/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Spatial gaps in the monitoring network</a:t>
            </a:r>
            <a:endParaRPr lang="bs-Latn-B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Clustering of monitoring stations</a:t>
            </a:r>
            <a:endParaRPr lang="bs-Latn-B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Underrepresented environments</a:t>
            </a:r>
            <a:endParaRPr lang="bs-Latn-B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Highly populated areas with </a:t>
            </a:r>
            <a:endParaRPr lang="bs-Latn-BA" sz="1400" dirty="0"/>
          </a:p>
          <a:p>
            <a:pPr marL="0" indent="0"/>
            <a:r>
              <a:rPr lang="bs-Latn-BA" sz="1400" dirty="0"/>
              <a:t>       </a:t>
            </a:r>
            <a:r>
              <a:rPr lang="en-US" sz="1400" dirty="0"/>
              <a:t>limited monitoring</a:t>
            </a:r>
            <a:endParaRPr lang="bs-Latn-B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Potential locations for network expansion</a:t>
            </a:r>
          </a:p>
        </p:txBody>
      </p:sp>
    </p:spTree>
    <p:extLst>
      <p:ext uri="{BB962C8B-B14F-4D97-AF65-F5344CB8AC3E}">
        <p14:creationId xmlns:p14="http://schemas.microsoft.com/office/powerpoint/2010/main" val="16555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D4AA34-5ED2-5202-C3BC-1E48B704A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590" y="326140"/>
            <a:ext cx="8126820" cy="572700"/>
          </a:xfrm>
        </p:spPr>
        <p:txBody>
          <a:bodyPr/>
          <a:lstStyle/>
          <a:p>
            <a:r>
              <a:rPr lang="en-US" dirty="0"/>
              <a:t>GIS-Based Assessment of Spatial Representativeness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8DF07-F1DF-DD87-DC3B-CBC69B227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590" y="1560300"/>
            <a:ext cx="8302080" cy="2022900"/>
          </a:xfrm>
        </p:spPr>
        <p:txBody>
          <a:bodyPr/>
          <a:lstStyle/>
          <a:p>
            <a:r>
              <a:rPr lang="bs-Latn-BA" sz="1400" dirty="0"/>
              <a:t>S</a:t>
            </a:r>
            <a:r>
              <a:rPr lang="en-US" sz="1400" dirty="0" err="1"/>
              <a:t>patial</a:t>
            </a:r>
            <a:r>
              <a:rPr lang="en-US" sz="1400" dirty="0"/>
              <a:t> variability of emissions can be used as a proxy for the spatial representativeness of monitoring sites.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Emission inventory data</a:t>
            </a:r>
            <a:r>
              <a:rPr lang="bs-Latn-BA" sz="1400" dirty="0"/>
              <a:t> - </a:t>
            </a:r>
            <a:r>
              <a:rPr lang="en-US" sz="1400" dirty="0"/>
              <a:t>Spatial variability around monitoring sites</a:t>
            </a:r>
            <a:r>
              <a:rPr lang="bs-Latn-BA" sz="1400" dirty="0"/>
              <a:t> - </a:t>
            </a:r>
            <a:r>
              <a:rPr lang="en-US" sz="1400" dirty="0"/>
              <a:t>GIS-based representativeness assessment</a:t>
            </a:r>
            <a:r>
              <a:rPr lang="bs-Latn-BA" sz="1400" dirty="0"/>
              <a:t> - </a:t>
            </a:r>
            <a:r>
              <a:rPr lang="en-US" sz="1400" dirty="0"/>
              <a:t>Representative area of each monitoring site</a:t>
            </a:r>
            <a:r>
              <a:rPr lang="bs-Latn-BA" sz="1400" dirty="0"/>
              <a:t> (</a:t>
            </a:r>
            <a:r>
              <a:rPr lang="en-US" sz="1400" dirty="0" err="1"/>
              <a:t>Righini</a:t>
            </a:r>
            <a:r>
              <a:rPr lang="en-US" sz="1400" dirty="0"/>
              <a:t> et al., 2014</a:t>
            </a:r>
            <a:r>
              <a:rPr lang="bs-Latn-BA" sz="1400" dirty="0"/>
              <a:t>)</a:t>
            </a:r>
          </a:p>
          <a:p>
            <a:endParaRPr lang="bs-Latn-BA" sz="1400" dirty="0"/>
          </a:p>
          <a:p>
            <a:r>
              <a:rPr lang="en-US" sz="1400" dirty="0"/>
              <a:t>Lower spatial variability→ more homogeneous emission environment→ potentially larger representative area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Higher spatial variability→ heterogeneous emission environment→ potentially smaller representative area</a:t>
            </a:r>
            <a:endParaRPr lang="bs-Latn-BA" sz="1400" dirty="0"/>
          </a:p>
          <a:p>
            <a:endParaRPr lang="bs-Latn-BA" sz="1400" b="1" dirty="0"/>
          </a:p>
          <a:p>
            <a:r>
              <a:rPr lang="en-US" sz="1400" b="1" dirty="0"/>
              <a:t>GIS provides the geographical context</a:t>
            </a:r>
            <a:r>
              <a:rPr lang="bs-Latn-BA" sz="1400" b="1" dirty="0"/>
              <a:t>. </a:t>
            </a:r>
            <a:r>
              <a:rPr lang="bs-Latn-BA" sz="1400" dirty="0"/>
              <a:t>I</a:t>
            </a:r>
            <a:r>
              <a:rPr lang="en-US" sz="1400" dirty="0" err="1"/>
              <a:t>ntegrated</a:t>
            </a:r>
            <a:r>
              <a:rPr lang="en-US" sz="1400" dirty="0"/>
              <a:t> thematic layers </a:t>
            </a:r>
            <a:r>
              <a:rPr lang="bs-Latn-BA" sz="1400" dirty="0"/>
              <a:t>can include: r</a:t>
            </a:r>
            <a:r>
              <a:rPr lang="en-US" sz="1400" dirty="0" err="1"/>
              <a:t>oad</a:t>
            </a:r>
            <a:r>
              <a:rPr lang="en-US" sz="1400" dirty="0"/>
              <a:t> network</a:t>
            </a:r>
            <a:r>
              <a:rPr lang="bs-Latn-BA" sz="1400" dirty="0"/>
              <a:t>, u</a:t>
            </a:r>
            <a:r>
              <a:rPr lang="en-US" sz="1400" dirty="0" err="1"/>
              <a:t>rban</a:t>
            </a:r>
            <a:r>
              <a:rPr lang="en-US" sz="1400" dirty="0"/>
              <a:t> areas</a:t>
            </a:r>
            <a:r>
              <a:rPr lang="bs-Latn-BA" sz="1400" dirty="0"/>
              <a:t>, m</a:t>
            </a:r>
            <a:r>
              <a:rPr lang="en-US" sz="1400" dirty="0" err="1"/>
              <a:t>ajor</a:t>
            </a:r>
            <a:r>
              <a:rPr lang="en-US" sz="1400" dirty="0"/>
              <a:t> emission sources</a:t>
            </a:r>
            <a:r>
              <a:rPr lang="bs-Latn-BA" sz="1400" dirty="0"/>
              <a:t>, </a:t>
            </a:r>
            <a:r>
              <a:rPr lang="en-US" sz="1400" dirty="0"/>
              <a:t>CORINE Land Cover</a:t>
            </a:r>
            <a:r>
              <a:rPr lang="bs-Latn-BA" sz="1400" dirty="0"/>
              <a:t>, </a:t>
            </a:r>
            <a:r>
              <a:rPr lang="en-US" sz="1400" dirty="0"/>
              <a:t>Digital Terrain Model</a:t>
            </a:r>
            <a:r>
              <a:rPr lang="bs-Latn-BA" sz="1400" dirty="0"/>
              <a:t> 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2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419F-AC31-DDEB-D043-81A43A8E6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80" y="338840"/>
            <a:ext cx="7704000" cy="572700"/>
          </a:xfrm>
        </p:spPr>
        <p:txBody>
          <a:bodyPr/>
          <a:lstStyle/>
          <a:p>
            <a:r>
              <a:rPr lang="en-US" dirty="0"/>
              <a:t>Different approaches to spatial representativeness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B946D-9D51-E1D7-05D4-B77E5FDD0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940" y="1560300"/>
            <a:ext cx="9186000" cy="2022900"/>
          </a:xfrm>
        </p:spPr>
        <p:txBody>
          <a:bodyPr/>
          <a:lstStyle/>
          <a:p>
            <a:endParaRPr lang="bs-Latn-BA" dirty="0"/>
          </a:p>
          <a:p>
            <a:r>
              <a:rPr lang="en-US" sz="1400" dirty="0"/>
              <a:t>There is no single universally accepted method for defining spatial representativeness. </a:t>
            </a:r>
            <a:endParaRPr lang="bs-Latn-BA" sz="1400" dirty="0"/>
          </a:p>
          <a:p>
            <a:r>
              <a:rPr lang="en-US" sz="1400" dirty="0"/>
              <a:t>Different methods, same question</a:t>
            </a:r>
            <a:r>
              <a:rPr lang="bs-Latn-BA" sz="1400" dirty="0"/>
              <a:t> - h</a:t>
            </a:r>
            <a:r>
              <a:rPr lang="en-US" sz="1400" dirty="0"/>
              <a:t>ow large is the area for which a monitoring site can be considered representative?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Land-use characteristics</a:t>
            </a:r>
            <a:r>
              <a:rPr lang="bs-Latn-BA" sz="1400" dirty="0"/>
              <a:t> - </a:t>
            </a:r>
            <a:r>
              <a:rPr lang="en-US" sz="1400" dirty="0"/>
              <a:t>Janssen et al., 2012</a:t>
            </a:r>
            <a:endParaRPr lang="bs-Latn-BA" sz="1400" dirty="0"/>
          </a:p>
          <a:p>
            <a:r>
              <a:rPr lang="bs-Latn-BA" sz="1400"/>
              <a:t>L</a:t>
            </a:r>
            <a:r>
              <a:rPr lang="en-US" sz="1400"/>
              <a:t>and-use </a:t>
            </a:r>
            <a:r>
              <a:rPr lang="en-US" sz="1400" dirty="0"/>
              <a:t>characteristics of the surrounding area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Emission variability</a:t>
            </a:r>
            <a:r>
              <a:rPr lang="bs-Latn-BA" sz="1400" dirty="0"/>
              <a:t> - </a:t>
            </a:r>
            <a:r>
              <a:rPr lang="en-US" sz="1400" dirty="0" err="1"/>
              <a:t>Righini</a:t>
            </a:r>
            <a:r>
              <a:rPr lang="en-US" sz="1400" dirty="0"/>
              <a:t> et al., 2014</a:t>
            </a:r>
            <a:endParaRPr lang="bs-Latn-BA" sz="1400" dirty="0"/>
          </a:p>
          <a:p>
            <a:r>
              <a:rPr lang="en-US" sz="1400" dirty="0"/>
              <a:t>Spatial variability of emissions around monitoring sites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Modelled concentration similarity</a:t>
            </a:r>
            <a:r>
              <a:rPr lang="bs-Latn-BA" sz="1400" dirty="0"/>
              <a:t> - </a:t>
            </a:r>
            <a:r>
              <a:rPr lang="en-US" sz="1400" dirty="0"/>
              <a:t>Piersanti et al., 2015</a:t>
            </a:r>
            <a:endParaRPr lang="bs-Latn-BA" sz="1400" dirty="0"/>
          </a:p>
          <a:p>
            <a:r>
              <a:rPr lang="en-US" sz="1400" dirty="0"/>
              <a:t>Similarity of concentration patterns around a monitoring site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Geostatistical approaches</a:t>
            </a:r>
            <a:r>
              <a:rPr lang="bs-Latn-BA" sz="1400" dirty="0"/>
              <a:t> - </a:t>
            </a:r>
            <a:r>
              <a:rPr lang="en-US" sz="1400" dirty="0"/>
              <a:t>JRC / FAIRMODE</a:t>
            </a:r>
            <a:endParaRPr lang="bs-Latn-BA" sz="1400" dirty="0"/>
          </a:p>
          <a:p>
            <a:r>
              <a:rPr lang="en-US" sz="1400" dirty="0"/>
              <a:t>Spatial correlation and variability of air-quality data</a:t>
            </a:r>
            <a:endParaRPr lang="bs-Latn-BA" sz="1400" dirty="0"/>
          </a:p>
        </p:txBody>
      </p:sp>
    </p:spTree>
    <p:extLst>
      <p:ext uri="{BB962C8B-B14F-4D97-AF65-F5344CB8AC3E}">
        <p14:creationId xmlns:p14="http://schemas.microsoft.com/office/powerpoint/2010/main" val="113689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26B4-03EA-9A4C-452B-E3D0EA71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15980"/>
            <a:ext cx="7704000" cy="572700"/>
          </a:xfrm>
        </p:spPr>
        <p:txBody>
          <a:bodyPr/>
          <a:lstStyle/>
          <a:p>
            <a:r>
              <a:rPr lang="en-US" dirty="0"/>
              <a:t>From Representativeness to Network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CBF52-D9F0-60D6-7A56-A66E8A377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730480"/>
            <a:ext cx="8058240" cy="2022900"/>
          </a:xfrm>
        </p:spPr>
        <p:txBody>
          <a:bodyPr/>
          <a:lstStyle/>
          <a:p>
            <a:r>
              <a:rPr lang="en-US" sz="1400" dirty="0"/>
              <a:t>Why assess spatial representativeness?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Monitoring-site representativeness</a:t>
            </a:r>
            <a:r>
              <a:rPr lang="bs-Latn-BA" sz="1400" dirty="0"/>
              <a:t> - </a:t>
            </a:r>
            <a:r>
              <a:rPr lang="en-US" sz="1400" dirty="0"/>
              <a:t>Compare representative area</a:t>
            </a:r>
            <a:r>
              <a:rPr lang="bs-Latn-BA" sz="1400" dirty="0"/>
              <a:t>s - </a:t>
            </a:r>
            <a:r>
              <a:rPr lang="en-US" sz="1400" dirty="0"/>
              <a:t>Assess overlap and spatial gaps</a:t>
            </a:r>
            <a:r>
              <a:rPr lang="bs-Latn-BA" sz="1400" dirty="0"/>
              <a:t> - </a:t>
            </a:r>
            <a:r>
              <a:rPr lang="en-US" sz="1400" dirty="0"/>
              <a:t>Optimize the monitoring network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Identify redundant monitoring sites</a:t>
            </a:r>
            <a:endParaRPr lang="bs-Latn-BA" sz="1400" dirty="0"/>
          </a:p>
          <a:p>
            <a:r>
              <a:rPr lang="en-US" sz="1400" dirty="0"/>
              <a:t>Detect areas insufficiently represented</a:t>
            </a:r>
            <a:endParaRPr lang="bs-Latn-BA" sz="1400" dirty="0"/>
          </a:p>
          <a:p>
            <a:r>
              <a:rPr lang="en-US" sz="1400" dirty="0"/>
              <a:t>Support hotspot monitoring</a:t>
            </a:r>
            <a:endParaRPr lang="bs-Latn-BA" sz="1400" dirty="0"/>
          </a:p>
          <a:p>
            <a:r>
              <a:rPr lang="en-US" sz="1400" dirty="0"/>
              <a:t>Improve population-exposure assessment</a:t>
            </a:r>
            <a:endParaRPr lang="bs-Latn-BA" sz="1400" dirty="0"/>
          </a:p>
          <a:p>
            <a:r>
              <a:rPr lang="bs-Latn-BA" sz="1400" dirty="0"/>
              <a:t>Support model validation and data assimilation</a:t>
            </a:r>
          </a:p>
          <a:p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Network quality depends on the spatial information provided by its stations, not simply on station density.</a:t>
            </a:r>
          </a:p>
        </p:txBody>
      </p:sp>
    </p:spTree>
    <p:extLst>
      <p:ext uri="{BB962C8B-B14F-4D97-AF65-F5344CB8AC3E}">
        <p14:creationId xmlns:p14="http://schemas.microsoft.com/office/powerpoint/2010/main" val="4083054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F32D-D848-2F69-2B74-966522F0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4932"/>
            <a:ext cx="9097331" cy="572700"/>
          </a:xfrm>
        </p:spPr>
        <p:txBody>
          <a:bodyPr/>
          <a:lstStyle/>
          <a:p>
            <a:r>
              <a:rPr lang="bs-Latn-BA" dirty="0"/>
              <a:t>F</a:t>
            </a:r>
            <a:r>
              <a:rPr lang="en-US" dirty="0"/>
              <a:t>rom Monitoring Points to Air Quality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B0885-953B-EFE4-288E-C3C9821BC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9731" y="1568408"/>
            <a:ext cx="3237600" cy="3276095"/>
          </a:xfrm>
        </p:spPr>
        <p:txBody>
          <a:bodyPr/>
          <a:lstStyle/>
          <a:p>
            <a:r>
              <a:rPr lang="en-US" dirty="0"/>
              <a:t>CONTINUOUS SPATIAL INFORMATION</a:t>
            </a:r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endParaRPr lang="bs-Latn-BA" dirty="0"/>
          </a:p>
          <a:p>
            <a:r>
              <a:rPr lang="bs-Latn-BA" dirty="0"/>
              <a:t>E</a:t>
            </a:r>
            <a:r>
              <a:rPr lang="en-US" dirty="0" err="1"/>
              <a:t>stimated</a:t>
            </a:r>
            <a:r>
              <a:rPr lang="en-US" dirty="0"/>
              <a:t> or modelled values across space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6FFDC-8BD7-6263-90FD-302D0C98802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03834" y="1568408"/>
            <a:ext cx="3237600" cy="3210160"/>
          </a:xfrm>
        </p:spPr>
        <p:txBody>
          <a:bodyPr/>
          <a:lstStyle/>
          <a:p>
            <a:pPr algn="ctr"/>
            <a:r>
              <a:rPr lang="en-US" dirty="0"/>
              <a:t>GROUND-BASED OBSERVATIONS</a:t>
            </a:r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endParaRPr lang="bs-Latn-BA" dirty="0"/>
          </a:p>
          <a:p>
            <a:pPr algn="ctr"/>
            <a:r>
              <a:rPr lang="en-US" dirty="0"/>
              <a:t>Measurements at discrete locations</a:t>
            </a:r>
          </a:p>
        </p:txBody>
      </p:sp>
      <p:sp>
        <p:nvSpPr>
          <p:cNvPr id="5" name="AutoShape 2" descr="Dispersion of fine particles PM 2.5 over Sarajevo from October to December 2020.">
            <a:extLst>
              <a:ext uri="{FF2B5EF4-FFF2-40B4-BE49-F238E27FC236}">
                <a16:creationId xmlns:a16="http://schemas.microsoft.com/office/drawing/2014/main" id="{2A62ABBE-D6EC-0EDA-6A3D-EDB7B0E732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985C36-9F32-707C-A311-BEB595B57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30"/>
          <a:stretch>
            <a:fillRect/>
          </a:stretch>
        </p:blipFill>
        <p:spPr>
          <a:xfrm>
            <a:off x="341051" y="2097583"/>
            <a:ext cx="3529799" cy="1754928"/>
          </a:xfrm>
          <a:prstGeom prst="rect">
            <a:avLst/>
          </a:prstGeom>
        </p:spPr>
      </p:pic>
      <p:sp>
        <p:nvSpPr>
          <p:cNvPr id="11" name="AutoShape 8" descr="Sarajevo PM2.5 Air Quality Heatmap">
            <a:extLst>
              <a:ext uri="{FF2B5EF4-FFF2-40B4-BE49-F238E27FC236}">
                <a16:creationId xmlns:a16="http://schemas.microsoft.com/office/drawing/2014/main" id="{FCE95D43-35BF-DA19-AA96-E000FEF2F5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556FA6-A503-45E0-F7C8-AD738C65E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008" y="2088860"/>
            <a:ext cx="3435947" cy="2440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6FC425-BE8E-A547-B230-3BE7AD60DE27}"/>
              </a:ext>
            </a:extLst>
          </p:cNvPr>
          <p:cNvSpPr txBox="1"/>
          <p:nvPr/>
        </p:nvSpPr>
        <p:spPr>
          <a:xfrm>
            <a:off x="2255218" y="2561546"/>
            <a:ext cx="49383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INTERPOLATION / </a:t>
            </a:r>
            <a:endParaRPr lang="bs-Latn-BA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MODELLING</a:t>
            </a:r>
            <a:endParaRPr lang="bs-Latn-BA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pPr algn="ctr"/>
            <a:endParaRPr lang="bs-Latn-BA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Palanquin" panose="020B0004020203020204" pitchFamily="34" charset="0"/>
              <a:cs typeface="Palanquin" panose="020B0004020203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877817-AF02-ECC9-DAA0-C983AFD2192A}"/>
              </a:ext>
            </a:extLst>
          </p:cNvPr>
          <p:cNvCxnSpPr/>
          <p:nvPr/>
        </p:nvCxnSpPr>
        <p:spPr>
          <a:xfrm>
            <a:off x="4202607" y="3059719"/>
            <a:ext cx="8901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9A7DFA-89C1-35EA-7CC9-58258E821C04}"/>
              </a:ext>
            </a:extLst>
          </p:cNvPr>
          <p:cNvSpPr txBox="1"/>
          <p:nvPr/>
        </p:nvSpPr>
        <p:spPr>
          <a:xfrm>
            <a:off x="46668" y="1040986"/>
            <a:ext cx="9097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Palanquin" panose="020B0004020203020204" pitchFamily="34" charset="0"/>
                <a:cs typeface="Palanquin" panose="020B0004020203020204" pitchFamily="34" charset="0"/>
              </a:rPr>
              <a:t>Continuous air-quality maps may combine ground observations with spatial, meteorological, emission and Earth Observation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738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C2A0-3985-1605-43F3-4CAF59CB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/>
              <a:t>Interpolation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E5E5814-D9AE-1931-8415-9E6DF42BC9F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04779" y="1413540"/>
            <a:ext cx="7146262" cy="1807200"/>
          </a:xfrm>
        </p:spPr>
        <p:txBody>
          <a:bodyPr/>
          <a:lstStyle/>
          <a:p>
            <a:r>
              <a:rPr lang="en-US" sz="1400" dirty="0"/>
              <a:t>Results depend on:</a:t>
            </a:r>
            <a:endParaRPr lang="bs-Latn-BA" sz="1400" dirty="0"/>
          </a:p>
          <a:p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Number and spatial distribution of</a:t>
            </a:r>
            <a:r>
              <a:rPr lang="bs-Latn-BA" sz="1400" dirty="0"/>
              <a:t> </a:t>
            </a:r>
            <a:r>
              <a:rPr lang="en-US" sz="1400" dirty="0"/>
              <a:t>monitoring sites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Spatial variability of the pollutant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Interpolation / modelling method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Topography </a:t>
            </a:r>
            <a:r>
              <a:rPr lang="bs-Latn-BA" sz="1400" dirty="0"/>
              <a:t>and</a:t>
            </a:r>
            <a:r>
              <a:rPr lang="en-US" sz="1400" dirty="0"/>
              <a:t> land use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Meteorological conditions</a:t>
            </a:r>
            <a:endParaRPr lang="bs-Latn-BA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Validation</a:t>
            </a:r>
            <a:endParaRPr lang="bs-Latn-BA" sz="1400" dirty="0"/>
          </a:p>
          <a:p>
            <a:endParaRPr lang="bs-Latn-BA" sz="1400" dirty="0"/>
          </a:p>
          <a:p>
            <a:r>
              <a:rPr lang="bs-Latn-BA" b="1" dirty="0"/>
              <a:t>Common approaches</a:t>
            </a:r>
            <a:r>
              <a:rPr lang="en-US" b="1" dirty="0"/>
              <a:t>: IDW • Kriging • regression-based / spatiotemporal approaches</a:t>
            </a:r>
            <a:endParaRPr lang="bs-Latn-BA" b="1" dirty="0"/>
          </a:p>
          <a:p>
            <a:endParaRPr lang="bs-Latn-BA" dirty="0"/>
          </a:p>
          <a:p>
            <a:r>
              <a:rPr lang="en-US" dirty="0"/>
              <a:t>A visually detailed map does not necessarily mean that equally detailed observations are available.</a:t>
            </a:r>
            <a:endParaRPr lang="bs-Latn-BA" dirty="0"/>
          </a:p>
          <a:p>
            <a:endParaRPr lang="bs-Latn-BA" dirty="0"/>
          </a:p>
          <a:p>
            <a:r>
              <a:rPr lang="en-US" dirty="0"/>
              <a:t>Spatial resolution should reflect the density, distribution and quality of the underlying data.</a:t>
            </a:r>
          </a:p>
        </p:txBody>
      </p:sp>
    </p:spTree>
    <p:extLst>
      <p:ext uri="{BB962C8B-B14F-4D97-AF65-F5344CB8AC3E}">
        <p14:creationId xmlns:p14="http://schemas.microsoft.com/office/powerpoint/2010/main" val="417887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2CDF4F-03BF-189C-0211-5E808362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IDW vs. Kriging - Basic Comparison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65C8C-C55C-995B-AEB1-8483687F0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560300"/>
            <a:ext cx="7948139" cy="2022900"/>
          </a:xfrm>
        </p:spPr>
        <p:txBody>
          <a:bodyPr/>
          <a:lstStyle/>
          <a:p>
            <a:r>
              <a:rPr lang="en-US" sz="1400" b="1" dirty="0"/>
              <a:t>IDW – Inverse Distance Weighting</a:t>
            </a:r>
            <a:endParaRPr lang="bs-Latn-BA" sz="1400" b="1" dirty="0"/>
          </a:p>
          <a:p>
            <a:r>
              <a:rPr lang="en-US" sz="1400" dirty="0"/>
              <a:t>closer observations </a:t>
            </a:r>
            <a:endParaRPr lang="bs-Latn-BA" sz="1400" dirty="0"/>
          </a:p>
          <a:p>
            <a:r>
              <a:rPr lang="en-US" sz="1400" dirty="0"/>
              <a:t>have greater influence</a:t>
            </a:r>
            <a:endParaRPr lang="bs-Latn-BA" sz="1400" dirty="0"/>
          </a:p>
          <a:p>
            <a:r>
              <a:rPr lang="en-US" sz="1400" dirty="0"/>
              <a:t>simple and intuitive</a:t>
            </a:r>
            <a:endParaRPr lang="bs-Latn-BA" sz="1400" dirty="0"/>
          </a:p>
          <a:p>
            <a:r>
              <a:rPr lang="en-US" sz="1400" dirty="0"/>
              <a:t>strongly affected by the distribution of monitoring points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b="1" dirty="0"/>
              <a:t>Kriging</a:t>
            </a:r>
            <a:endParaRPr lang="bs-Latn-BA" sz="1400" b="1" dirty="0"/>
          </a:p>
          <a:p>
            <a:r>
              <a:rPr lang="en-US" sz="1400" dirty="0"/>
              <a:t>uses spatial autocorrelation</a:t>
            </a:r>
            <a:endParaRPr lang="bs-Latn-BA" sz="1400" dirty="0"/>
          </a:p>
          <a:p>
            <a:r>
              <a:rPr lang="en-US" sz="1400" dirty="0"/>
              <a:t>considers the spatial structure of the data</a:t>
            </a:r>
            <a:endParaRPr lang="bs-Latn-BA" sz="1400" dirty="0"/>
          </a:p>
          <a:p>
            <a:r>
              <a:rPr lang="en-US" sz="1400" dirty="0"/>
              <a:t>can provide information about prediction uncertainty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There is no universally “best” interpolation method</a:t>
            </a:r>
            <a:r>
              <a:rPr lang="bs-Latn-BA" sz="1400" dirty="0"/>
              <a:t>, </a:t>
            </a:r>
            <a:r>
              <a:rPr lang="en-US" sz="1400" dirty="0"/>
              <a:t>the choice should depend on the data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3215333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430F2C-3DD4-7457-9C3B-5F69BEC1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71549"/>
            <a:ext cx="7704000" cy="572700"/>
          </a:xfrm>
        </p:spPr>
        <p:txBody>
          <a:bodyPr/>
          <a:lstStyle/>
          <a:p>
            <a:r>
              <a:rPr lang="en-US" dirty="0"/>
              <a:t>Geographic Basics for Better Air Quality Monitoring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A716EA-F182-679D-C350-74DBE3A3C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2162" y="1699024"/>
            <a:ext cx="8476523" cy="2022900"/>
          </a:xfrm>
        </p:spPr>
        <p:txBody>
          <a:bodyPr/>
          <a:lstStyle/>
          <a:p>
            <a:r>
              <a:rPr lang="en-US" sz="1400" dirty="0"/>
              <a:t>Location matters.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The monitoring objective comes first.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 A station must be understood in its spatial context.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GIS connects measurements with their environment.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Measured values and mapped estimates are not the same.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Good maps require critical spatial thinking.</a:t>
            </a:r>
            <a:endParaRPr lang="bs-Latn-BA" sz="1400" dirty="0"/>
          </a:p>
          <a:p>
            <a:endParaRPr lang="bs-Latn-BA" sz="1400" dirty="0"/>
          </a:p>
          <a:p>
            <a:r>
              <a:rPr lang="en-US" sz="1400" dirty="0"/>
              <a:t>Good air-quality monitoring requires not only good measurements, but also good spatial thinking.</a:t>
            </a:r>
          </a:p>
        </p:txBody>
      </p:sp>
    </p:spTree>
    <p:extLst>
      <p:ext uri="{BB962C8B-B14F-4D97-AF65-F5344CB8AC3E}">
        <p14:creationId xmlns:p14="http://schemas.microsoft.com/office/powerpoint/2010/main" val="321358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1" name="Google Shape;13131;p48"/>
          <p:cNvSpPr txBox="1">
            <a:spLocks noGrp="1"/>
          </p:cNvSpPr>
          <p:nvPr>
            <p:ph type="title"/>
          </p:nvPr>
        </p:nvSpPr>
        <p:spPr>
          <a:xfrm>
            <a:off x="3017050" y="1307100"/>
            <a:ext cx="494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/>
              <a:t>Thank you!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8" name="Google Shape;13978;p74"/>
          <p:cNvSpPr txBox="1">
            <a:spLocks noGrp="1"/>
          </p:cNvSpPr>
          <p:nvPr>
            <p:ph type="title"/>
          </p:nvPr>
        </p:nvSpPr>
        <p:spPr>
          <a:xfrm>
            <a:off x="719988" y="536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</a:t>
            </a:r>
            <a:r>
              <a:rPr lang="bs-Latn-BA" dirty="0"/>
              <a:t>ferences</a:t>
            </a:r>
            <a:endParaRPr dirty="0"/>
          </a:p>
        </p:txBody>
      </p:sp>
      <p:sp>
        <p:nvSpPr>
          <p:cNvPr id="13979" name="Google Shape;13979;p74"/>
          <p:cNvSpPr txBox="1">
            <a:spLocks noGrp="1"/>
          </p:cNvSpPr>
          <p:nvPr>
            <p:ph type="subTitle" idx="4294967295"/>
          </p:nvPr>
        </p:nvSpPr>
        <p:spPr>
          <a:xfrm>
            <a:off x="719999" y="1482200"/>
            <a:ext cx="8074595" cy="258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dirty="0"/>
              <a:t>European Environment Agency (EEA). Air quality monitoring station classifications and criteria. European Environment Agency.</a:t>
            </a:r>
            <a:endParaRPr lang="bs-Latn-BA" dirty="0"/>
          </a:p>
          <a:p>
            <a:pPr marL="171450" indent="-171450"/>
            <a:r>
              <a:rPr lang="en-US" dirty="0"/>
              <a:t>European Commission / Joint Research Centre (JRC). FAIRMODE work on the spatial representativeness of air quality monitoring stations.</a:t>
            </a:r>
            <a:endParaRPr lang="bs-Latn-BA" dirty="0"/>
          </a:p>
          <a:p>
            <a:pPr marL="171450" indent="-171450"/>
            <a:r>
              <a:rPr lang="en-US" dirty="0"/>
              <a:t>Janssen, S., Dumont, G., </a:t>
            </a:r>
            <a:r>
              <a:rPr lang="en-US" dirty="0" err="1"/>
              <a:t>Fierens</a:t>
            </a:r>
            <a:r>
              <a:rPr lang="en-US" dirty="0"/>
              <a:t>, F. &amp; Mensink, C. (2012). Spatial interpolation of air pollution measurements using CORINE land cover data. Atmospheric Environment, 52, 306–310.</a:t>
            </a:r>
            <a:endParaRPr lang="bs-Latn-BA" dirty="0"/>
          </a:p>
          <a:p>
            <a:pPr marL="171450" indent="-171450"/>
            <a:r>
              <a:rPr lang="en-US" dirty="0" err="1"/>
              <a:t>Righini</a:t>
            </a:r>
            <a:r>
              <a:rPr lang="en-US" dirty="0"/>
              <a:t>, G., Cappelletti, A., Ciucci, A., Cremona, G., Piersanti, A., Vitali, L. &amp; </a:t>
            </a:r>
            <a:r>
              <a:rPr lang="en-US" dirty="0" err="1"/>
              <a:t>Ciancarella</a:t>
            </a:r>
            <a:r>
              <a:rPr lang="en-US" dirty="0"/>
              <a:t>, L. (2014). GIS based assessment of the spatial representativeness of air quality monitoring stations using pollutant emissions data. Atmospheric Environment, 97, 121–129.</a:t>
            </a:r>
            <a:endParaRPr lang="bs-Latn-BA" dirty="0"/>
          </a:p>
          <a:p>
            <a:pPr marL="171450" indent="-171450"/>
            <a:r>
              <a:rPr lang="en-US" dirty="0"/>
              <a:t>Piersanti, A., Vitali, L., </a:t>
            </a:r>
            <a:r>
              <a:rPr lang="en-US" dirty="0" err="1"/>
              <a:t>Righini</a:t>
            </a:r>
            <a:r>
              <a:rPr lang="en-US" dirty="0"/>
              <a:t>, G., Cremona, G. &amp; </a:t>
            </a:r>
            <a:r>
              <a:rPr lang="en-US" dirty="0" err="1"/>
              <a:t>Ciancarella</a:t>
            </a:r>
            <a:r>
              <a:rPr lang="en-US" dirty="0"/>
              <a:t>, L. (2015). Spatial representativeness of air quality monitoring stations: A grid model based approach. Atmospheric Pollution Research, 6(6), 953–960.</a:t>
            </a:r>
            <a:endParaRPr lang="bs-Latn-BA" dirty="0"/>
          </a:p>
          <a:p>
            <a:pPr marL="171450" indent="-171450"/>
            <a:r>
              <a:rPr lang="en-US" dirty="0"/>
              <a:t>Joint Research Centre (JRC) / FAIRMODE. Assessment of spatial representativeness of air quality monitoring stations — intercomparison and methodological work.</a:t>
            </a:r>
            <a:endParaRPr lang="bs-Latn-BA" dirty="0"/>
          </a:p>
          <a:p>
            <a:pPr marL="171450" indent="-171450"/>
            <a:r>
              <a:rPr lang="en-US" dirty="0"/>
              <a:t>European Space Agency (ESA) / Global Development Assistance. Earth Observation-based Air Quality and Traffic Monitoring in Sarajevo.</a:t>
            </a:r>
            <a:endParaRPr lang="bs-Latn-BA" dirty="0"/>
          </a:p>
          <a:p>
            <a:pPr marL="171450" indent="-171450"/>
            <a:r>
              <a:rPr lang="en-US" dirty="0"/>
              <a:t>Swedish Meteorological and Hydrological Institute (SMHI). Improvement of Air Quality and Air Quality Management in Bosnia and Herzegovina – IMPAQ.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7">
          <a:extLst>
            <a:ext uri="{FF2B5EF4-FFF2-40B4-BE49-F238E27FC236}">
              <a16:creationId xmlns:a16="http://schemas.microsoft.com/office/drawing/2014/main" id="{C4FFE6DB-DC68-4DEB-018C-FA31CE20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8" name="Google Shape;13978;p74">
            <a:extLst>
              <a:ext uri="{FF2B5EF4-FFF2-40B4-BE49-F238E27FC236}">
                <a16:creationId xmlns:a16="http://schemas.microsoft.com/office/drawing/2014/main" id="{335266B3-7A2B-7DDF-26AF-56DA9BA6B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88" y="536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Re</a:t>
            </a:r>
            <a:r>
              <a:rPr lang="bs-Latn-BA" dirty="0">
                <a:solidFill>
                  <a:schemeClr val="tx1"/>
                </a:solidFill>
              </a:rPr>
              <a:t>ferences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980" name="Google Shape;13980;p74">
            <a:extLst>
              <a:ext uri="{FF2B5EF4-FFF2-40B4-BE49-F238E27FC236}">
                <a16:creationId xmlns:a16="http://schemas.microsoft.com/office/drawing/2014/main" id="{9D8DE6EB-1146-8483-81E8-93739DAAD83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9988" y="1340951"/>
            <a:ext cx="3546300" cy="258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2300" dirty="0">
                <a:solidFill>
                  <a:schemeClr val="dk2"/>
                </a:solidFill>
                <a:latin typeface="Marcellus"/>
                <a:ea typeface="Marcellus"/>
                <a:cs typeface="Marcellus"/>
                <a:sym typeface="Marcellus"/>
              </a:rPr>
              <a:t>Figures</a:t>
            </a:r>
            <a:endParaRPr sz="2300" dirty="0">
              <a:solidFill>
                <a:schemeClr val="dk2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bs-Latn-BA" u="sng" dirty="0">
                <a:solidFill>
                  <a:schemeClr val="hlink"/>
                </a:solidFill>
                <a:hlinkClick r:id="rId3"/>
              </a:rPr>
              <a:t>Google Earth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https://trackobit.com/wp-content/uploads/2024/07/GIS-Layers.jpeg</a:t>
            </a:r>
            <a:endParaRPr lang="bs-Latn-BA" u="sng" dirty="0">
              <a:solidFill>
                <a:schemeClr val="hlink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bs-Latn-BA" u="sng" dirty="0">
                <a:solidFill>
                  <a:schemeClr val="hlink"/>
                </a:solidFill>
              </a:rPr>
              <a:t>https://www.iqair.com/eu/air-quality-map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dirty="0"/>
              <a:t>https://gda.esa.int/story/earth-observation-based-air-quality-and-traffic-monitoring-in-sarajevo/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820457"/>
      </p:ext>
    </p:extLst>
  </p:cSld>
  <p:clrMapOvr>
    <a:masterClrMapping/>
  </p:clrMapOvr>
</p:sld>
</file>

<file path=ppt/theme/theme1.xml><?xml version="1.0" encoding="utf-8"?>
<a:theme xmlns:a="http://schemas.openxmlformats.org/drawingml/2006/main" name="Land Management Policies by Slidesgo">
  <a:themeElements>
    <a:clrScheme name="Simple Light">
      <a:dk1>
        <a:srgbClr val="42210B"/>
      </a:dk1>
      <a:lt1>
        <a:srgbClr val="F8EEE4"/>
      </a:lt1>
      <a:dk2>
        <a:srgbClr val="882A0A"/>
      </a:dk2>
      <a:lt2>
        <a:srgbClr val="FFFFFF"/>
      </a:lt2>
      <a:accent1>
        <a:srgbClr val="E2C7AF"/>
      </a:accent1>
      <a:accent2>
        <a:srgbClr val="F2E3D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221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1245</Words>
  <Application>Microsoft Office PowerPoint</Application>
  <PresentationFormat>On-screen Show (16:9)</PresentationFormat>
  <Paragraphs>263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Wingdings</vt:lpstr>
      <vt:lpstr>Palanquin</vt:lpstr>
      <vt:lpstr>Calibri</vt:lpstr>
      <vt:lpstr>Arial</vt:lpstr>
      <vt:lpstr>Marcellus</vt:lpstr>
      <vt:lpstr>Nunito Light</vt:lpstr>
      <vt:lpstr>Raleway</vt:lpstr>
      <vt:lpstr>Land Management Policies by Slidesgo</vt:lpstr>
      <vt:lpstr>Geographic Basics for Air Quality Monitoring and Mapping</vt:lpstr>
      <vt:lpstr>Air Quality Data Are Spatial Data</vt:lpstr>
      <vt:lpstr>From coordinates to location</vt:lpstr>
      <vt:lpstr>Putting a Monitoring Site into Spatial Context</vt:lpstr>
      <vt:lpstr>What Does a Monitoring Station Represent?</vt:lpstr>
      <vt:lpstr>📍 MONITORING SITE</vt:lpstr>
      <vt:lpstr>MONITORING OBJECTIVE</vt:lpstr>
      <vt:lpstr>GIS Tools for Air Quality Monitoring</vt:lpstr>
      <vt:lpstr>GIS-Based Assessment of Spatial Representativeness</vt:lpstr>
      <vt:lpstr>Different approaches to spatial representativeness </vt:lpstr>
      <vt:lpstr>From Representativeness to Network Optimization</vt:lpstr>
      <vt:lpstr>From Monitoring Points to Air Quality Maps</vt:lpstr>
      <vt:lpstr>Interpolation</vt:lpstr>
      <vt:lpstr>IDW vs. Kriging - Basic Comparison</vt:lpstr>
      <vt:lpstr>Geographic Basics for Better Air Quality Monitoring</vt:lpstr>
      <vt:lpstr>Thank you!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7</cp:revision>
  <dcterms:modified xsi:type="dcterms:W3CDTF">2026-09-06T09:01:13Z</dcterms:modified>
</cp:coreProperties>
</file>