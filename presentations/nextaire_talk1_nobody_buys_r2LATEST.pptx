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15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on the fly. One line: research earns trust, product earns 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Frustration slide, own it. The R² line and the pathology line are the same complaint from two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back on the reflex that air quality equals policy. Most actions are operational and happen this week: ventilation, traffic rerouting, moving PE class indoors, filtration in a ward. Policy should follow the data, that is a nice side effect, not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is the credibility layer. New framing: honesty about the number is what makes the forecast actionable, because the owner knows which decisions it can carry.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scatter plot with a ranked list of street corners. Only one of those gets a meeting. The lever point is the actionability tag: placement decides whether the data can ever trigger an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Indoor is the actionable end of air quality: a building manager can act today without waiting for anyone. One repo, two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Government and university R&amp;D shares are similar across regions. The gap is companies. Here that means we cross the valley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are operators first, policy second. Grants can pay for productisation if you write it in as a deliverable, that is the EU cheat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 deprecating slide, earns the right to give advice. Note the third point now ties the failure to the actionability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framing: regulation creates the buyer and the deadline, the product still sells an operational action. Data driven policy is the bonus, not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future slide on the actionability promise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Buys an R²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air quality research into tools cities (?) pay for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Dejan Strbad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nextAIRE, Sarajevo,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buys a pathology report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air quality work today is pathology: a precise diagnosis after the exposure already happened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validated annual report is an autopsy, not a treatment plan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fund decisions, not metrics, and decisions have deadlines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must trigger an action while acting still matters, that is the whole test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actionable means: three moves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Forecast, so action comes before the exceedance, not in next year's report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sensors where an intervention is actually possible, not where mounting is easy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every output to one action and one owner, with uncertainty they can defend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owners are mostly operational: schools, hospitals, building managers, factories, event organisers, citizens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is one buyer among many. It should be data driven, but the product does not wait for 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1: FORECAST BEFORE THE EXCEEDANCE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Styria PM10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91840" cy="2286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HR"/>
          </a:p>
        </p:txBody>
      </p:sp>
      <p:sp>
        <p:nvSpPr>
          <p:cNvPr id="5" name="Text 3"/>
          <p:cNvSpPr txBox="1"/>
          <p:nvPr/>
        </p:nvSpPr>
        <p:spPr>
          <a:xfrm>
            <a:off x="1051560" y="1965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63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R², leave one out validation, and proud of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73736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attention network over the station network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with the honest number, framed as operational scope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number tells an owner what decisions it can carry: a school schedule yes, a legal limit dispute no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parity audit: with equal inputs the graph added little, know what carries the signal before productising the architecture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2: MEASURE WHERE ACTION IS POSSIBLE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sensor placement tool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 question: where do the next ten sensors go?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Kriging plus model uncertainty, Monte Carlo failure masks, placement robust to broken sensors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a ranked list of locations with expected uncertainty reduction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location on the list sits next to a lever someone controls: a school gate, a crossing, an industrial fence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3: ESTIMATE THE EXPOSURE SOMEONE CAN CHANGE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IAQSimTool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ML against spatial interpolation for daily air quality across Europe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an indoor transformation layer: outdoor networks in, indoor exposure out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spend most of their time indoors, and indoors is where the levers are: ventilation, filtration, scheduling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research goes to die: TRL 4 to 7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fund TRL 1 to 4, the market buys TRL 8 and 9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valley in between is exactly what product work is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business R&amp;D culture is thin, the researcher carries the product across personally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474720"/>
            <a:ext cx="3383280" cy="2286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HR"/>
          </a:p>
        </p:txBody>
      </p:sp>
      <p:sp>
        <p:nvSpPr>
          <p:cNvPr id="5" name="Text 3"/>
          <p:cNvSpPr txBox="1"/>
          <p:nvPr/>
        </p:nvSpPr>
        <p:spPr>
          <a:xfrm>
            <a:off x="105156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4800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GDP: EU business R&amp;D. USA 2.70%, South Korea 3.93%, Japan 2.72%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3474720"/>
            <a:ext cx="3383280" cy="2286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HR"/>
          </a:p>
        </p:txBody>
      </p:sp>
      <p:sp>
        <p:nvSpPr>
          <p:cNvPr id="8" name="Text 6"/>
          <p:cNvSpPr txBox="1"/>
          <p:nvPr/>
        </p:nvSpPr>
        <p:spPr>
          <a:xfrm>
            <a:off x="466344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800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research spending vs USA in PPP terms, down from 70% in 2014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3474720"/>
            <a:ext cx="3383280" cy="2286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HR"/>
          </a:p>
        </p:txBody>
      </p:sp>
      <p:sp>
        <p:nvSpPr>
          <p:cNvPr id="11" name="Text 9"/>
          <p:cNvSpPr txBox="1"/>
          <p:nvPr/>
        </p:nvSpPr>
        <p:spPr>
          <a:xfrm>
            <a:off x="827532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~1.4%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4800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Croatia total R&amp;D intensity, Bosnia and Herzegovina far below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and monetization, honestly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USP in every case is the action, not the model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tool sells the answer to where do the next ten sensors go, robust to failure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IAQSimTool sells indoor exposure a building operator can act on today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EU model, work in progress: it will sell forecasts for cities with two stations, where nobody else can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Paths: SaaS for operators and consultancies, EU project deliverables, licensing to sensor vendors, consulting wrapped around the tool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guarantees. But the attempt is the difference between a paper and a company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killed my own products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pilot, not for the buyer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licensing surprises found too late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 on the customer side, which in this language means: no action mapped to the output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of Industry 4.0 lessons, each of these cost a real product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Ambient Air Quality Directive, stricter limits by 2030, cities must expand and modernise monitoring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the forcing function, not the product: it creates deadlines and budgets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actions themselves stay operational, and for once policy wants to be data driven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have to show up with a tool that triggers an action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tool from spec to deployed instance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EU prediction served as an API, residual on CAMS, leave country out validated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layer productised on top of it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shipped with the action it triggers and the person who owns it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buys an R². Nobody buys a pathology report.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buy an action they can take while it still matters.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1094</Words>
  <Application>Microsoft Macintosh PowerPoint</Application>
  <PresentationFormat>Widescreen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Dejan Strbad</cp:lastModifiedBy>
  <cp:revision>2</cp:revision>
  <dcterms:created xsi:type="dcterms:W3CDTF">2026-09-08T10:39:05Z</dcterms:created>
  <dcterms:modified xsi:type="dcterms:W3CDTF">2026-09-08T10:42:27Z</dcterms:modified>
</cp:coreProperties>
</file>