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notesMasterIdLst>
    <p:notesMasterId r:id="rId30"/>
  </p:notesMasterIdLst>
  <p:sldIdLst>
    <p:sldId id="361" r:id="rId2"/>
    <p:sldId id="347" r:id="rId3"/>
    <p:sldId id="261" r:id="rId4"/>
    <p:sldId id="260" r:id="rId5"/>
    <p:sldId id="258" r:id="rId6"/>
    <p:sldId id="363" r:id="rId7"/>
    <p:sldId id="341" r:id="rId8"/>
    <p:sldId id="340" r:id="rId9"/>
    <p:sldId id="358" r:id="rId10"/>
    <p:sldId id="338" r:id="rId11"/>
    <p:sldId id="365" r:id="rId12"/>
    <p:sldId id="342" r:id="rId13"/>
    <p:sldId id="343" r:id="rId14"/>
    <p:sldId id="262" r:id="rId15"/>
    <p:sldId id="345" r:id="rId16"/>
    <p:sldId id="359" r:id="rId17"/>
    <p:sldId id="360" r:id="rId18"/>
    <p:sldId id="263" r:id="rId19"/>
    <p:sldId id="291" r:id="rId20"/>
    <p:sldId id="353" r:id="rId21"/>
    <p:sldId id="354" r:id="rId22"/>
    <p:sldId id="355" r:id="rId23"/>
    <p:sldId id="356" r:id="rId24"/>
    <p:sldId id="259" r:id="rId25"/>
    <p:sldId id="366" r:id="rId26"/>
    <p:sldId id="348" r:id="rId27"/>
    <p:sldId id="265" r:id="rId28"/>
    <p:sldId id="364" r:id="rId29"/>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A500"/>
    <a:srgbClr val="FFFFFF"/>
    <a:srgbClr val="003300"/>
    <a:srgbClr val="33CCCC"/>
    <a:srgbClr val="FFF685"/>
    <a:srgbClr val="E7D701"/>
    <a:srgbClr val="009EDE"/>
    <a:srgbClr val="004E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61806" autoAdjust="0"/>
  </p:normalViewPr>
  <p:slideViewPr>
    <p:cSldViewPr snapToGrid="0">
      <p:cViewPr varScale="1">
        <p:scale>
          <a:sx n="70" d="100"/>
          <a:sy n="70" d="100"/>
        </p:scale>
        <p:origin x="211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51CF88-B8F4-416B-94EA-D8C771C61EF4}"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bs-Latn-BA"/>
        </a:p>
      </dgm:t>
    </dgm:pt>
    <dgm:pt modelId="{DDD199DA-FA17-4ADF-B354-2D8B9AAAF6EA}">
      <dgm:prSet phldrT="[Text]" custT="1"/>
      <dgm:spPr>
        <a:solidFill>
          <a:schemeClr val="bg1"/>
        </a:solidFill>
        <a:ln w="15875">
          <a:solidFill>
            <a:schemeClr val="tx1"/>
          </a:solidFill>
        </a:ln>
      </dgm:spPr>
      <dgm:t>
        <a:bodyPr/>
        <a:lstStyle/>
        <a:p>
          <a:pPr algn="ctr"/>
          <a:r>
            <a:rPr lang="bs-Latn-BA" sz="1600" dirty="0">
              <a:solidFill>
                <a:sysClr val="windowText" lastClr="000000"/>
              </a:solidFill>
              <a:latin typeface="Times New Roman" panose="02020603050405020304" pitchFamily="18" charset="0"/>
              <a:cs typeface="Times New Roman" panose="02020603050405020304" pitchFamily="18" charset="0"/>
            </a:rPr>
            <a:t>Biomonitoring</a:t>
          </a:r>
        </a:p>
      </dgm:t>
    </dgm:pt>
    <dgm:pt modelId="{6CDE141F-DD56-420B-8C8B-A4E08B815FD8}" type="parTrans" cxnId="{1465B073-DE68-4295-A590-7186F5137283}">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B98DCE53-A343-42A8-87C0-26BCA22802E7}" type="sibTrans" cxnId="{1465B073-DE68-4295-A590-7186F5137283}">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475EBED3-C00A-488A-B745-32DED4A7D944}">
      <dgm:prSet phldrT="[Text]" custT="1"/>
      <dgm:spPr>
        <a:noFill/>
        <a:ln w="15875"/>
      </dgm:spPr>
      <dgm:t>
        <a:bodyPr/>
        <a:lstStyle/>
        <a:p>
          <a:pPr algn="ctr"/>
          <a:r>
            <a:rPr lang="bs-Latn-BA" sz="1600" dirty="0">
              <a:solidFill>
                <a:sysClr val="windowText" lastClr="000000"/>
              </a:solidFill>
              <a:latin typeface="Times New Roman" panose="02020603050405020304" pitchFamily="18" charset="0"/>
              <a:cs typeface="Times New Roman" panose="02020603050405020304" pitchFamily="18" charset="0"/>
            </a:rPr>
            <a:t>Pas</a:t>
          </a:r>
          <a:r>
            <a:rPr lang="en-US" sz="1600" dirty="0">
              <a:solidFill>
                <a:sysClr val="windowText" lastClr="000000"/>
              </a:solidFill>
              <a:latin typeface="Times New Roman" panose="02020603050405020304" pitchFamily="18" charset="0"/>
              <a:cs typeface="Times New Roman" panose="02020603050405020304" pitchFamily="18" charset="0"/>
            </a:rPr>
            <a:t>s</a:t>
          </a:r>
          <a:r>
            <a:rPr lang="bs-Latn-BA" sz="1600" dirty="0">
              <a:solidFill>
                <a:sysClr val="windowText" lastClr="000000"/>
              </a:solidFill>
              <a:latin typeface="Times New Roman" panose="02020603050405020304" pitchFamily="18" charset="0"/>
              <a:cs typeface="Times New Roman" panose="02020603050405020304" pitchFamily="18" charset="0"/>
            </a:rPr>
            <a:t>iv</a:t>
          </a:r>
          <a:r>
            <a:rPr lang="en-US" sz="1600" dirty="0">
              <a:solidFill>
                <a:sysClr val="windowText" lastClr="000000"/>
              </a:solidFill>
              <a:latin typeface="Times New Roman" panose="02020603050405020304" pitchFamily="18" charset="0"/>
              <a:cs typeface="Times New Roman" panose="02020603050405020304" pitchFamily="18" charset="0"/>
            </a:rPr>
            <a:t>e</a:t>
          </a:r>
          <a:endParaRPr lang="bs-Latn-BA" sz="1600" dirty="0">
            <a:solidFill>
              <a:sysClr val="windowText" lastClr="000000"/>
            </a:solidFill>
            <a:latin typeface="Times New Roman" panose="02020603050405020304" pitchFamily="18" charset="0"/>
            <a:cs typeface="Times New Roman" panose="02020603050405020304" pitchFamily="18" charset="0"/>
          </a:endParaRPr>
        </a:p>
      </dgm:t>
    </dgm:pt>
    <dgm:pt modelId="{99044FD5-9C9B-495F-9BA9-3E31E717681E}" type="parTrans" cxnId="{F5DA54E2-598D-4B50-9AE8-2B5F5EB8BA48}">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F6834C59-EAC4-421E-AA2A-93EE5D008A3A}" type="sibTrans" cxnId="{F5DA54E2-598D-4B50-9AE8-2B5F5EB8BA48}">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E48F37A9-D714-4581-A779-F603479FB0BA}">
      <dgm:prSet phldrT="[Text]" custT="1"/>
      <dgm:spPr>
        <a:noFill/>
        <a:ln w="15875"/>
      </dgm:spPr>
      <dgm:t>
        <a:bodyPr/>
        <a:lstStyle/>
        <a:p>
          <a:pPr algn="ctr"/>
          <a:r>
            <a:rPr lang="en-US" sz="1600" dirty="0">
              <a:solidFill>
                <a:sysClr val="windowText" lastClr="000000"/>
              </a:solidFill>
              <a:latin typeface="Times New Roman" panose="02020603050405020304" pitchFamily="18" charset="0"/>
              <a:cs typeface="Times New Roman" panose="02020603050405020304" pitchFamily="18" charset="0"/>
            </a:rPr>
            <a:t>Changes in community composition</a:t>
          </a:r>
          <a:endParaRPr lang="bs-Latn-BA" sz="1600" dirty="0">
            <a:solidFill>
              <a:sysClr val="windowText" lastClr="000000"/>
            </a:solidFill>
            <a:latin typeface="Times New Roman" panose="02020603050405020304" pitchFamily="18" charset="0"/>
            <a:cs typeface="Times New Roman" panose="02020603050405020304" pitchFamily="18" charset="0"/>
          </a:endParaRPr>
        </a:p>
      </dgm:t>
    </dgm:pt>
    <dgm:pt modelId="{939926E9-0B14-4543-8858-B79DCC8218DA}" type="parTrans" cxnId="{3B11C108-7A15-4D82-B104-921E5869B932}">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407C6A7E-6EE5-4B08-8CDE-DF9514B58322}" type="sibTrans" cxnId="{3B11C108-7A15-4D82-B104-921E5869B932}">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9147F6B8-E398-4771-9C20-81FE569BA95F}">
      <dgm:prSet phldrT="[Text]" custT="1"/>
      <dgm:spPr>
        <a:noFill/>
        <a:ln w="15875"/>
      </dgm:spPr>
      <dgm:t>
        <a:bodyPr/>
        <a:lstStyle/>
        <a:p>
          <a:pPr algn="ctr"/>
          <a:r>
            <a:rPr lang="bs-Latn-BA" sz="1600" dirty="0">
              <a:solidFill>
                <a:sysClr val="windowText" lastClr="000000"/>
              </a:solidFill>
              <a:latin typeface="Times New Roman" pitchFamily="18" charset="0"/>
              <a:cs typeface="Times New Roman" pitchFamily="18" charset="0"/>
            </a:rPr>
            <a:t>A</a:t>
          </a:r>
          <a:r>
            <a:rPr lang="en-US" sz="1600" dirty="0">
              <a:solidFill>
                <a:sysClr val="windowText" lastClr="000000"/>
              </a:solidFill>
              <a:latin typeface="Times New Roman" pitchFamily="18" charset="0"/>
              <a:cs typeface="Times New Roman" pitchFamily="18" charset="0"/>
            </a:rPr>
            <a:t>c</a:t>
          </a:r>
          <a:r>
            <a:rPr lang="bs-Latn-BA" sz="1600" dirty="0">
              <a:solidFill>
                <a:sysClr val="windowText" lastClr="000000"/>
              </a:solidFill>
              <a:latin typeface="Times New Roman" pitchFamily="18" charset="0"/>
              <a:cs typeface="Times New Roman" pitchFamily="18" charset="0"/>
            </a:rPr>
            <a:t>tiv</a:t>
          </a:r>
          <a:r>
            <a:rPr lang="en-US" sz="1600" dirty="0">
              <a:solidFill>
                <a:sysClr val="windowText" lastClr="000000"/>
              </a:solidFill>
              <a:latin typeface="Times New Roman" pitchFamily="18" charset="0"/>
              <a:cs typeface="Times New Roman" pitchFamily="18" charset="0"/>
            </a:rPr>
            <a:t>e</a:t>
          </a:r>
          <a:endParaRPr lang="bs-Latn-BA" sz="1600" dirty="0">
            <a:solidFill>
              <a:sysClr val="windowText" lastClr="000000"/>
            </a:solidFill>
            <a:latin typeface="Times New Roman" pitchFamily="18" charset="0"/>
            <a:cs typeface="Times New Roman" pitchFamily="18" charset="0"/>
          </a:endParaRPr>
        </a:p>
      </dgm:t>
    </dgm:pt>
    <dgm:pt modelId="{A922068D-FA8B-4A9F-8EF7-A146D3B4564F}" type="parTrans" cxnId="{6B805762-208A-4D36-B4FF-DCAC861E8B08}">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99F1E336-50FE-44C8-B102-5BD3519CF22C}" type="sibTrans" cxnId="{6B805762-208A-4D36-B4FF-DCAC861E8B08}">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A74DBB74-F5C9-49D0-B4CB-B87B558F5596}">
      <dgm:prSet phldrT="[Text]" custT="1"/>
      <dgm:spPr>
        <a:noFill/>
        <a:ln w="15875"/>
      </dgm:spPr>
      <dgm:t>
        <a:bodyPr/>
        <a:lstStyle/>
        <a:p>
          <a:pPr algn="ctr"/>
          <a:r>
            <a:rPr lang="bs-Latn-BA" sz="1600" dirty="0">
              <a:solidFill>
                <a:sysClr val="windowText" lastClr="000000"/>
              </a:solidFill>
              <a:latin typeface="Times New Roman" pitchFamily="18" charset="0"/>
              <a:cs typeface="Times New Roman" pitchFamily="18" charset="0"/>
            </a:rPr>
            <a:t>Transplan</a:t>
          </a:r>
          <a:r>
            <a:rPr lang="en-US" sz="1600" dirty="0" err="1">
              <a:solidFill>
                <a:sysClr val="windowText" lastClr="000000"/>
              </a:solidFill>
              <a:latin typeface="Times New Roman" pitchFamily="18" charset="0"/>
              <a:cs typeface="Times New Roman" pitchFamily="18" charset="0"/>
            </a:rPr>
            <a:t>tation</a:t>
          </a:r>
          <a:endParaRPr lang="bs-Latn-BA" sz="1600" dirty="0">
            <a:solidFill>
              <a:sysClr val="windowText" lastClr="000000"/>
            </a:solidFill>
            <a:latin typeface="Times New Roman" pitchFamily="18" charset="0"/>
            <a:cs typeface="Times New Roman" pitchFamily="18" charset="0"/>
          </a:endParaRPr>
        </a:p>
      </dgm:t>
    </dgm:pt>
    <dgm:pt modelId="{79440B7E-3912-4F90-AB41-CB8717700282}" type="parTrans" cxnId="{4556D51A-28A8-489A-8EF2-AE59F3ADACC0}">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6B94517B-DAE7-4FDD-9A59-D29E381CAFAD}" type="sibTrans" cxnId="{4556D51A-28A8-489A-8EF2-AE59F3ADACC0}">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1DE05A7E-8ABA-4805-A454-4399600AB331}">
      <dgm:prSet phldrT="[Text]" custT="1"/>
      <dgm:spPr>
        <a:noFill/>
        <a:ln w="15875"/>
      </dgm:spPr>
      <dgm:t>
        <a:bodyPr/>
        <a:lstStyle/>
        <a:p>
          <a:pPr algn="ctr"/>
          <a:r>
            <a:rPr lang="en-US" sz="1600" dirty="0">
              <a:solidFill>
                <a:sysClr val="windowText" lastClr="000000"/>
              </a:solidFill>
              <a:latin typeface="Times New Roman" panose="02020603050405020304" pitchFamily="18" charset="0"/>
              <a:cs typeface="Times New Roman" panose="02020603050405020304" pitchFamily="18" charset="0"/>
            </a:rPr>
            <a:t>Species presence</a:t>
          </a:r>
          <a:endParaRPr lang="bs-Latn-BA" sz="1600" dirty="0">
            <a:solidFill>
              <a:sysClr val="windowText" lastClr="000000"/>
            </a:solidFill>
            <a:latin typeface="Times New Roman" panose="02020603050405020304" pitchFamily="18" charset="0"/>
            <a:cs typeface="Times New Roman" panose="02020603050405020304" pitchFamily="18" charset="0"/>
          </a:endParaRPr>
        </a:p>
      </dgm:t>
    </dgm:pt>
    <dgm:pt modelId="{87E66BE2-B8FF-44D6-84B1-DFD27DAD2F51}" type="parTrans" cxnId="{58FB22FD-789E-403F-8BD4-433CD91616D0}">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7E20A3BB-77E4-45F2-A24A-3C7C4FB584BD}" type="sibTrans" cxnId="{58FB22FD-789E-403F-8BD4-433CD91616D0}">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2DC6D02E-46FF-4744-9F55-90B0B3E74088}">
      <dgm:prSet phldrT="[Text]" custT="1"/>
      <dgm:spPr>
        <a:noFill/>
        <a:ln w="15875"/>
      </dgm:spPr>
      <dgm:t>
        <a:bodyPr/>
        <a:lstStyle/>
        <a:p>
          <a:pPr algn="ctr"/>
          <a:r>
            <a:rPr lang="bs-Latn-BA" sz="1600" dirty="0">
              <a:solidFill>
                <a:sysClr val="windowText" lastClr="000000"/>
              </a:solidFill>
              <a:latin typeface="Times New Roman" panose="02020603050405020304" pitchFamily="18" charset="0"/>
              <a:cs typeface="Times New Roman" panose="02020603050405020304" pitchFamily="18" charset="0"/>
            </a:rPr>
            <a:t>Absence of the s</a:t>
          </a:r>
          <a:r>
            <a:rPr lang="en-US" sz="1600" dirty="0" err="1">
              <a:solidFill>
                <a:sysClr val="windowText" lastClr="000000"/>
              </a:solidFill>
              <a:latin typeface="Times New Roman" panose="02020603050405020304" pitchFamily="18" charset="0"/>
              <a:cs typeface="Times New Roman" panose="02020603050405020304" pitchFamily="18" charset="0"/>
            </a:rPr>
            <a:t>pecies</a:t>
          </a:r>
          <a:endParaRPr lang="bs-Latn-BA" sz="1600" dirty="0">
            <a:solidFill>
              <a:sysClr val="windowText" lastClr="000000"/>
            </a:solidFill>
            <a:latin typeface="Times New Roman" panose="02020603050405020304" pitchFamily="18" charset="0"/>
            <a:cs typeface="Times New Roman" panose="02020603050405020304" pitchFamily="18" charset="0"/>
          </a:endParaRPr>
        </a:p>
      </dgm:t>
    </dgm:pt>
    <dgm:pt modelId="{21E98DAF-0253-4654-9E97-73CBCC0CECB6}" type="parTrans" cxnId="{216B4344-4DED-444E-AFE3-38F27A9BB50B}">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E47311A4-4F82-4AB6-A9A9-26C9AD82D57B}" type="sibTrans" cxnId="{216B4344-4DED-444E-AFE3-38F27A9BB50B}">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7426AFD8-C33A-48DA-B232-6D207DD8E3AB}">
      <dgm:prSet phldrT="[Text]" custT="1"/>
      <dgm:spPr>
        <a:noFill/>
        <a:ln w="15875"/>
      </dgm:spPr>
      <dgm:t>
        <a:bodyPr/>
        <a:lstStyle/>
        <a:p>
          <a:pPr algn="ctr"/>
          <a:r>
            <a:rPr lang="bs-Latn-BA" sz="1600" i="1" dirty="0">
              <a:solidFill>
                <a:sysClr val="windowText" lastClr="000000"/>
              </a:solidFill>
              <a:latin typeface="Times New Roman" pitchFamily="18" charset="0"/>
              <a:cs typeface="Times New Roman" pitchFamily="18" charset="0"/>
            </a:rPr>
            <a:t>In situ </a:t>
          </a:r>
          <a:r>
            <a:rPr lang="bs-Latn-BA" sz="1600" i="0" dirty="0">
              <a:solidFill>
                <a:sysClr val="windowText" lastClr="000000"/>
              </a:solidFill>
              <a:latin typeface="Times New Roman" pitchFamily="18" charset="0"/>
              <a:cs typeface="Times New Roman" pitchFamily="18" charset="0"/>
            </a:rPr>
            <a:t> biomonitoring</a:t>
          </a:r>
          <a:endParaRPr lang="bs-Latn-BA" sz="1600" dirty="0">
            <a:solidFill>
              <a:sysClr val="windowText" lastClr="000000"/>
            </a:solidFill>
            <a:latin typeface="Times New Roman" pitchFamily="18" charset="0"/>
            <a:cs typeface="Times New Roman" pitchFamily="18" charset="0"/>
          </a:endParaRPr>
        </a:p>
      </dgm:t>
    </dgm:pt>
    <dgm:pt modelId="{B0357A8E-7E09-486B-9C17-3BC7277FFDF6}" type="sibTrans" cxnId="{10433CD9-202D-42AC-A73A-D6CFA5717671}">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96143A13-E596-4093-B7A2-DEC82948D43E}" type="parTrans" cxnId="{10433CD9-202D-42AC-A73A-D6CFA5717671}">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AF1638D6-ACDA-4785-8A15-431A1478954A}">
      <dgm:prSet phldrT="[Text]" custT="1"/>
      <dgm:spPr>
        <a:noFill/>
        <a:ln w="15875"/>
      </dgm:spPr>
      <dgm:t>
        <a:bodyPr/>
        <a:lstStyle/>
        <a:p>
          <a:pPr algn="ctr"/>
          <a:r>
            <a:rPr lang="en-US" sz="1600" dirty="0">
              <a:solidFill>
                <a:sysClr val="windowText" lastClr="000000"/>
              </a:solidFill>
              <a:latin typeface="Times New Roman" panose="02020603050405020304" pitchFamily="18" charset="0"/>
              <a:cs typeface="Times New Roman" panose="02020603050405020304" pitchFamily="18" charset="0"/>
            </a:rPr>
            <a:t>Heavy metals content</a:t>
          </a:r>
          <a:endParaRPr lang="bs-Latn-BA" sz="1600" dirty="0">
            <a:solidFill>
              <a:sysClr val="windowText" lastClr="000000"/>
            </a:solidFill>
            <a:latin typeface="Times New Roman" panose="02020603050405020304" pitchFamily="18" charset="0"/>
            <a:cs typeface="Times New Roman" panose="02020603050405020304" pitchFamily="18" charset="0"/>
          </a:endParaRPr>
        </a:p>
      </dgm:t>
    </dgm:pt>
    <dgm:pt modelId="{BE3C0E79-D47F-4693-86CA-520D8EEC3186}" type="parTrans" cxnId="{2699CD3D-B1CC-4381-8161-3765C067CFA0}">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E3BCA51F-0953-4EFA-8460-C4F9EE8D279C}" type="sibTrans" cxnId="{2699CD3D-B1CC-4381-8161-3765C067CFA0}">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B2C08EDD-88C7-43C3-868B-31A7909461C6}">
      <dgm:prSet phldrT="[Text]" custT="1"/>
      <dgm:spPr>
        <a:noFill/>
        <a:ln w="15875"/>
      </dgm:spPr>
      <dgm:t>
        <a:bodyPr/>
        <a:lstStyle/>
        <a:p>
          <a:pPr algn="ctr"/>
          <a:r>
            <a:rPr lang="en-US" sz="1600" dirty="0">
              <a:solidFill>
                <a:sysClr val="windowText" lastClr="000000"/>
              </a:solidFill>
              <a:latin typeface="Times New Roman" panose="02020603050405020304" pitchFamily="18" charset="0"/>
              <a:cs typeface="Times New Roman" panose="02020603050405020304" pitchFamily="18" charset="0"/>
            </a:rPr>
            <a:t>Gaseous pollutants</a:t>
          </a:r>
        </a:p>
        <a:p>
          <a:pPr algn="ctr"/>
          <a:r>
            <a:rPr lang="bs-Latn-BA" sz="1600" dirty="0">
              <a:solidFill>
                <a:sysClr val="windowText" lastClr="000000"/>
              </a:solidFill>
              <a:latin typeface="Times New Roman" panose="02020603050405020304" pitchFamily="18" charset="0"/>
              <a:cs typeface="Times New Roman" panose="02020603050405020304" pitchFamily="18" charset="0"/>
            </a:rPr>
            <a:t>(NO</a:t>
          </a:r>
          <a:r>
            <a:rPr lang="bs-Latn-BA" sz="1600" baseline="-25000" dirty="0">
              <a:solidFill>
                <a:sysClr val="windowText" lastClr="000000"/>
              </a:solidFill>
              <a:latin typeface="Times New Roman" panose="02020603050405020304" pitchFamily="18" charset="0"/>
              <a:cs typeface="Times New Roman" panose="02020603050405020304" pitchFamily="18" charset="0"/>
            </a:rPr>
            <a:t>x</a:t>
          </a:r>
          <a:r>
            <a:rPr lang="bs-Latn-BA" sz="1600" baseline="0" dirty="0">
              <a:solidFill>
                <a:sysClr val="windowText" lastClr="000000"/>
              </a:solidFill>
              <a:latin typeface="Times New Roman" panose="02020603050405020304" pitchFamily="18" charset="0"/>
              <a:cs typeface="Times New Roman" panose="02020603050405020304" pitchFamily="18" charset="0"/>
            </a:rPr>
            <a:t> </a:t>
          </a:r>
          <a:r>
            <a:rPr lang="en-US" sz="1600" baseline="0" dirty="0">
              <a:solidFill>
                <a:sysClr val="windowText" lastClr="000000"/>
              </a:solidFill>
              <a:latin typeface="Times New Roman" panose="02020603050405020304" pitchFamily="18" charset="0"/>
              <a:cs typeface="Times New Roman" panose="02020603050405020304" pitchFamily="18" charset="0"/>
            </a:rPr>
            <a:t>and</a:t>
          </a:r>
          <a:r>
            <a:rPr lang="bs-Latn-BA" sz="1600" baseline="0" dirty="0">
              <a:solidFill>
                <a:sysClr val="windowText" lastClr="000000"/>
              </a:solidFill>
              <a:latin typeface="Times New Roman" panose="02020603050405020304" pitchFamily="18" charset="0"/>
              <a:cs typeface="Times New Roman" panose="02020603050405020304" pitchFamily="18" charset="0"/>
            </a:rPr>
            <a:t> SO</a:t>
          </a:r>
          <a:r>
            <a:rPr lang="bs-Latn-BA" sz="1600" baseline="-25000" dirty="0">
              <a:solidFill>
                <a:sysClr val="windowText" lastClr="000000"/>
              </a:solidFill>
              <a:latin typeface="Times New Roman" panose="02020603050405020304" pitchFamily="18" charset="0"/>
              <a:cs typeface="Times New Roman" panose="02020603050405020304" pitchFamily="18" charset="0"/>
            </a:rPr>
            <a:t>x</a:t>
          </a:r>
          <a:r>
            <a:rPr lang="bs-Latn-BA" sz="1600" dirty="0">
              <a:solidFill>
                <a:sysClr val="windowText" lastClr="000000"/>
              </a:solidFill>
              <a:latin typeface="Times New Roman" panose="02020603050405020304" pitchFamily="18" charset="0"/>
              <a:cs typeface="Times New Roman" panose="02020603050405020304" pitchFamily="18" charset="0"/>
            </a:rPr>
            <a:t>)</a:t>
          </a:r>
        </a:p>
      </dgm:t>
    </dgm:pt>
    <dgm:pt modelId="{F773701F-9CBB-4734-9CA2-9CBEC7156413}" type="parTrans" cxnId="{DD402422-8513-496D-89EF-A723244ABBC1}">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A1C00372-51B2-4FAE-8249-C6B505EB08E2}" type="sibTrans" cxnId="{DD402422-8513-496D-89EF-A723244ABBC1}">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FB710B8E-CB68-4A0C-A944-D52542CF1FD4}">
      <dgm:prSet phldrT="[Text]" custT="1"/>
      <dgm:spPr>
        <a:noFill/>
        <a:ln w="15875"/>
      </dgm:spPr>
      <dgm:t>
        <a:bodyPr/>
        <a:lstStyle/>
        <a:p>
          <a:pPr algn="ctr"/>
          <a:r>
            <a:rPr lang="bs-Latn-BA" sz="1600" dirty="0">
              <a:solidFill>
                <a:sysClr val="windowText" lastClr="000000"/>
              </a:solidFill>
              <a:latin typeface="Times New Roman" panose="02020603050405020304" pitchFamily="18" charset="0"/>
              <a:cs typeface="Times New Roman" panose="02020603050405020304" pitchFamily="18" charset="0"/>
            </a:rPr>
            <a:t>Dire</a:t>
          </a:r>
          <a:r>
            <a:rPr lang="en-US" sz="1600" dirty="0" err="1">
              <a:solidFill>
                <a:sysClr val="windowText" lastClr="000000"/>
              </a:solidFill>
              <a:latin typeface="Times New Roman" panose="02020603050405020304" pitchFamily="18" charset="0"/>
              <a:cs typeface="Times New Roman" panose="02020603050405020304" pitchFamily="18" charset="0"/>
            </a:rPr>
            <a:t>ct</a:t>
          </a:r>
          <a:r>
            <a:rPr lang="bs-Latn-BA" sz="1600" dirty="0">
              <a:solidFill>
                <a:sysClr val="windowText" lastClr="000000"/>
              </a:solidFill>
              <a:latin typeface="Times New Roman" panose="02020603050405020304" pitchFamily="18" charset="0"/>
              <a:cs typeface="Times New Roman" panose="02020603050405020304" pitchFamily="18" charset="0"/>
            </a:rPr>
            <a:t> transplant</a:t>
          </a:r>
          <a:r>
            <a:rPr lang="en-US" sz="1600" dirty="0" err="1">
              <a:solidFill>
                <a:sysClr val="windowText" lastClr="000000"/>
              </a:solidFill>
              <a:latin typeface="Times New Roman" panose="02020603050405020304" pitchFamily="18" charset="0"/>
              <a:cs typeface="Times New Roman" panose="02020603050405020304" pitchFamily="18" charset="0"/>
            </a:rPr>
            <a:t>ation</a:t>
          </a:r>
          <a:endParaRPr lang="bs-Latn-BA" sz="1600" dirty="0">
            <a:solidFill>
              <a:sysClr val="windowText" lastClr="000000"/>
            </a:solidFill>
            <a:latin typeface="Times New Roman" panose="02020603050405020304" pitchFamily="18" charset="0"/>
            <a:cs typeface="Times New Roman" panose="02020603050405020304" pitchFamily="18" charset="0"/>
          </a:endParaRPr>
        </a:p>
      </dgm:t>
    </dgm:pt>
    <dgm:pt modelId="{38276452-632A-4765-8414-2E72B1F256C7}" type="parTrans" cxnId="{F78D2F77-19AB-4D55-A9B7-D296BD0BE735}">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609C5FB0-E48E-448E-877B-7871837140C9}" type="sibTrans" cxnId="{F78D2F77-19AB-4D55-A9B7-D296BD0BE735}">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2A4D9D64-BA10-4490-B5E7-1DFACF4B00FA}">
      <dgm:prSet phldrT="[Text]" custT="1"/>
      <dgm:spPr>
        <a:noFill/>
        <a:ln w="15875"/>
      </dgm:spPr>
      <dgm:t>
        <a:bodyPr/>
        <a:lstStyle/>
        <a:p>
          <a:pPr algn="ctr"/>
          <a:r>
            <a:rPr lang="en-US" sz="1600" dirty="0">
              <a:solidFill>
                <a:sysClr val="windowText" lastClr="000000"/>
              </a:solidFill>
              <a:latin typeface="Times New Roman" panose="02020603050405020304" pitchFamily="18" charset="0"/>
              <a:cs typeface="Times New Roman" panose="02020603050405020304" pitchFamily="18" charset="0"/>
            </a:rPr>
            <a:t>Perforated bags with lichens or mosses</a:t>
          </a:r>
          <a:endParaRPr lang="bs-Latn-BA" sz="1600" dirty="0">
            <a:solidFill>
              <a:sysClr val="windowText" lastClr="000000"/>
            </a:solidFill>
            <a:latin typeface="Times New Roman" panose="02020603050405020304" pitchFamily="18" charset="0"/>
            <a:cs typeface="Times New Roman" panose="02020603050405020304" pitchFamily="18" charset="0"/>
          </a:endParaRPr>
        </a:p>
      </dgm:t>
    </dgm:pt>
    <dgm:pt modelId="{7831EB47-FD7C-440C-9740-B2923C4897BB}" type="parTrans" cxnId="{1A494B89-9772-495D-9E70-AC5969963CD8}">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00A5CDE7-1160-4803-A32D-4EC33E264744}" type="sibTrans" cxnId="{1A494B89-9772-495D-9E70-AC5969963CD8}">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A1352B66-EA88-4EEE-A1D1-C6F73B842D3D}">
      <dgm:prSet phldrT="[Text]" custT="1"/>
      <dgm:spPr>
        <a:noFill/>
        <a:ln w="15875"/>
      </dgm:spPr>
      <dgm:t>
        <a:bodyPr/>
        <a:lstStyle/>
        <a:p>
          <a:pPr algn="ctr"/>
          <a:r>
            <a:rPr lang="en-US" sz="1600" dirty="0">
              <a:solidFill>
                <a:sysClr val="windowText" lastClr="000000"/>
              </a:solidFill>
              <a:latin typeface="Times New Roman" panose="02020603050405020304" pitchFamily="18" charset="0"/>
              <a:cs typeface="Times New Roman" panose="02020603050405020304" pitchFamily="18" charset="0"/>
            </a:rPr>
            <a:t>Gaseous pollutants</a:t>
          </a:r>
        </a:p>
        <a:p>
          <a:pPr algn="ctr"/>
          <a:r>
            <a:rPr lang="bs-Latn-BA" sz="1600" dirty="0">
              <a:solidFill>
                <a:sysClr val="windowText" lastClr="000000"/>
              </a:solidFill>
              <a:latin typeface="Times New Roman" panose="02020603050405020304" pitchFamily="18" charset="0"/>
              <a:cs typeface="Times New Roman" panose="02020603050405020304" pitchFamily="18" charset="0"/>
            </a:rPr>
            <a:t>(NO</a:t>
          </a:r>
          <a:r>
            <a:rPr lang="bs-Latn-BA" sz="1600" baseline="-25000" dirty="0">
              <a:solidFill>
                <a:sysClr val="windowText" lastClr="000000"/>
              </a:solidFill>
              <a:latin typeface="Times New Roman" panose="02020603050405020304" pitchFamily="18" charset="0"/>
              <a:cs typeface="Times New Roman" panose="02020603050405020304" pitchFamily="18" charset="0"/>
            </a:rPr>
            <a:t>x</a:t>
          </a:r>
          <a:r>
            <a:rPr lang="bs-Latn-BA" sz="1600" baseline="0" dirty="0">
              <a:solidFill>
                <a:sysClr val="windowText" lastClr="000000"/>
              </a:solidFill>
              <a:latin typeface="Times New Roman" panose="02020603050405020304" pitchFamily="18" charset="0"/>
              <a:cs typeface="Times New Roman" panose="02020603050405020304" pitchFamily="18" charset="0"/>
            </a:rPr>
            <a:t> </a:t>
          </a:r>
          <a:r>
            <a:rPr lang="en-US" sz="1600" baseline="0" dirty="0">
              <a:solidFill>
                <a:sysClr val="windowText" lastClr="000000"/>
              </a:solidFill>
              <a:latin typeface="Times New Roman" panose="02020603050405020304" pitchFamily="18" charset="0"/>
              <a:cs typeface="Times New Roman" panose="02020603050405020304" pitchFamily="18" charset="0"/>
            </a:rPr>
            <a:t>and</a:t>
          </a:r>
          <a:r>
            <a:rPr lang="bs-Latn-BA" sz="1600" baseline="0" dirty="0">
              <a:solidFill>
                <a:sysClr val="windowText" lastClr="000000"/>
              </a:solidFill>
              <a:latin typeface="Times New Roman" panose="02020603050405020304" pitchFamily="18" charset="0"/>
              <a:cs typeface="Times New Roman" panose="02020603050405020304" pitchFamily="18" charset="0"/>
            </a:rPr>
            <a:t> SO</a:t>
          </a:r>
          <a:r>
            <a:rPr lang="bs-Latn-BA" sz="1600" baseline="-25000" dirty="0">
              <a:solidFill>
                <a:sysClr val="windowText" lastClr="000000"/>
              </a:solidFill>
              <a:latin typeface="Times New Roman" panose="02020603050405020304" pitchFamily="18" charset="0"/>
              <a:cs typeface="Times New Roman" panose="02020603050405020304" pitchFamily="18" charset="0"/>
            </a:rPr>
            <a:t>x</a:t>
          </a:r>
          <a:r>
            <a:rPr lang="bs-Latn-BA" sz="1600" dirty="0">
              <a:solidFill>
                <a:sysClr val="windowText" lastClr="000000"/>
              </a:solidFill>
              <a:latin typeface="Times New Roman" panose="02020603050405020304" pitchFamily="18" charset="0"/>
              <a:cs typeface="Times New Roman" panose="02020603050405020304" pitchFamily="18" charset="0"/>
            </a:rPr>
            <a:t>)</a:t>
          </a:r>
        </a:p>
      </dgm:t>
    </dgm:pt>
    <dgm:pt modelId="{2425A5EE-2B81-4F58-B9EE-905D947A007B}" type="parTrans" cxnId="{05AC5400-524E-4384-9F82-6D06964B2501}">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F5935DB8-62F9-4D03-9BD5-399CC6D077B5}" type="sibTrans" cxnId="{05AC5400-524E-4384-9F82-6D06964B2501}">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5AAA418F-E40A-4B83-8AF2-A8A76C730680}">
      <dgm:prSet phldrT="[Text]" custT="1"/>
      <dgm:spPr>
        <a:noFill/>
        <a:ln w="15875"/>
      </dgm:spPr>
      <dgm:t>
        <a:bodyPr/>
        <a:lstStyle/>
        <a:p>
          <a:pPr algn="ctr"/>
          <a:r>
            <a:rPr lang="en-US" sz="1600" dirty="0">
              <a:solidFill>
                <a:sysClr val="windowText" lastClr="000000"/>
              </a:solidFill>
              <a:latin typeface="Times New Roman" panose="02020603050405020304" pitchFamily="18" charset="0"/>
              <a:cs typeface="Times New Roman" panose="02020603050405020304" pitchFamily="18" charset="0"/>
            </a:rPr>
            <a:t>Heavy metals content</a:t>
          </a:r>
          <a:endParaRPr lang="bs-Latn-BA" sz="1600" dirty="0">
            <a:solidFill>
              <a:sysClr val="windowText" lastClr="000000"/>
            </a:solidFill>
            <a:latin typeface="Times New Roman" panose="02020603050405020304" pitchFamily="18" charset="0"/>
            <a:cs typeface="Times New Roman" panose="02020603050405020304" pitchFamily="18" charset="0"/>
          </a:endParaRPr>
        </a:p>
      </dgm:t>
    </dgm:pt>
    <dgm:pt modelId="{C37F7BC6-076B-40DF-B215-29F0AE142224}" type="parTrans" cxnId="{4E0591AD-8A18-477F-9ADC-953E37F4DA99}">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AF06607E-F73F-4AAD-9D7E-1C1D801A48DF}" type="sibTrans" cxnId="{4E0591AD-8A18-477F-9ADC-953E37F4DA99}">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76E0A4B9-5B30-4885-BF29-D81FA2A93C4F}">
      <dgm:prSet phldrT="[Text]" custT="1"/>
      <dgm:spPr>
        <a:noFill/>
        <a:ln w="15875"/>
      </dgm:spPr>
      <dgm:t>
        <a:bodyPr/>
        <a:lstStyle/>
        <a:p>
          <a:pPr algn="ctr"/>
          <a:r>
            <a:rPr lang="en-US" sz="1600" dirty="0">
              <a:solidFill>
                <a:sysClr val="windowText" lastClr="000000"/>
              </a:solidFill>
              <a:latin typeface="Times New Roman" panose="02020603050405020304" pitchFamily="18" charset="0"/>
              <a:cs typeface="Times New Roman" panose="02020603050405020304" pitchFamily="18" charset="0"/>
            </a:rPr>
            <a:t>Gaseous pollutants</a:t>
          </a:r>
        </a:p>
        <a:p>
          <a:pPr algn="ctr"/>
          <a:r>
            <a:rPr lang="bs-Latn-BA" sz="1600" dirty="0">
              <a:solidFill>
                <a:sysClr val="windowText" lastClr="000000"/>
              </a:solidFill>
              <a:latin typeface="Times New Roman" panose="02020603050405020304" pitchFamily="18" charset="0"/>
              <a:cs typeface="Times New Roman" panose="02020603050405020304" pitchFamily="18" charset="0"/>
            </a:rPr>
            <a:t>(NO</a:t>
          </a:r>
          <a:r>
            <a:rPr lang="bs-Latn-BA" sz="1600" baseline="-25000" dirty="0">
              <a:solidFill>
                <a:sysClr val="windowText" lastClr="000000"/>
              </a:solidFill>
              <a:latin typeface="Times New Roman" panose="02020603050405020304" pitchFamily="18" charset="0"/>
              <a:cs typeface="Times New Roman" panose="02020603050405020304" pitchFamily="18" charset="0"/>
            </a:rPr>
            <a:t>x</a:t>
          </a:r>
          <a:r>
            <a:rPr lang="bs-Latn-BA" sz="1600" baseline="0" dirty="0">
              <a:solidFill>
                <a:sysClr val="windowText" lastClr="000000"/>
              </a:solidFill>
              <a:latin typeface="Times New Roman" panose="02020603050405020304" pitchFamily="18" charset="0"/>
              <a:cs typeface="Times New Roman" panose="02020603050405020304" pitchFamily="18" charset="0"/>
            </a:rPr>
            <a:t> </a:t>
          </a:r>
          <a:r>
            <a:rPr lang="en-US" sz="1600" baseline="0" dirty="0">
              <a:solidFill>
                <a:sysClr val="windowText" lastClr="000000"/>
              </a:solidFill>
              <a:latin typeface="Times New Roman" panose="02020603050405020304" pitchFamily="18" charset="0"/>
              <a:cs typeface="Times New Roman" panose="02020603050405020304" pitchFamily="18" charset="0"/>
            </a:rPr>
            <a:t>and</a:t>
          </a:r>
          <a:r>
            <a:rPr lang="bs-Latn-BA" sz="1600" baseline="0" dirty="0">
              <a:solidFill>
                <a:sysClr val="windowText" lastClr="000000"/>
              </a:solidFill>
              <a:latin typeface="Times New Roman" panose="02020603050405020304" pitchFamily="18" charset="0"/>
              <a:cs typeface="Times New Roman" panose="02020603050405020304" pitchFamily="18" charset="0"/>
            </a:rPr>
            <a:t> SO</a:t>
          </a:r>
          <a:r>
            <a:rPr lang="bs-Latn-BA" sz="1600" baseline="-25000" dirty="0">
              <a:solidFill>
                <a:sysClr val="windowText" lastClr="000000"/>
              </a:solidFill>
              <a:latin typeface="Times New Roman" panose="02020603050405020304" pitchFamily="18" charset="0"/>
              <a:cs typeface="Times New Roman" panose="02020603050405020304" pitchFamily="18" charset="0"/>
            </a:rPr>
            <a:t>x</a:t>
          </a:r>
          <a:r>
            <a:rPr lang="bs-Latn-BA" sz="1600" dirty="0">
              <a:solidFill>
                <a:sysClr val="windowText" lastClr="000000"/>
              </a:solidFill>
              <a:latin typeface="Times New Roman" panose="02020603050405020304" pitchFamily="18" charset="0"/>
              <a:cs typeface="Times New Roman" panose="02020603050405020304" pitchFamily="18" charset="0"/>
            </a:rPr>
            <a:t>)</a:t>
          </a:r>
        </a:p>
      </dgm:t>
    </dgm:pt>
    <dgm:pt modelId="{68E5FB23-41DD-48EC-B9A7-F034F4B043E0}" type="parTrans" cxnId="{4E3CC417-3E43-4423-A382-C2AA6A10C29E}">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B4AC298F-6AD5-4EB5-BB9F-4274B5E0A3FC}" type="sibTrans" cxnId="{4E3CC417-3E43-4423-A382-C2AA6A10C29E}">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04941CBD-F613-419A-A52C-581FDCAFD7F8}">
      <dgm:prSet phldrT="[Text]" custT="1"/>
      <dgm:spPr>
        <a:noFill/>
        <a:ln w="15875"/>
      </dgm:spPr>
      <dgm:t>
        <a:bodyPr/>
        <a:lstStyle/>
        <a:p>
          <a:pPr algn="ctr"/>
          <a:r>
            <a:rPr lang="en-US" sz="1600" dirty="0">
              <a:solidFill>
                <a:sysClr val="windowText" lastClr="000000"/>
              </a:solidFill>
              <a:latin typeface="Times New Roman" panose="02020603050405020304" pitchFamily="18" charset="0"/>
              <a:cs typeface="Times New Roman" panose="02020603050405020304" pitchFamily="18" charset="0"/>
            </a:rPr>
            <a:t>Heavy metals content</a:t>
          </a:r>
          <a:endParaRPr lang="bs-Latn-BA" sz="1600" dirty="0">
            <a:solidFill>
              <a:sysClr val="windowText" lastClr="000000"/>
            </a:solidFill>
            <a:latin typeface="Times New Roman" panose="02020603050405020304" pitchFamily="18" charset="0"/>
            <a:cs typeface="Times New Roman" panose="02020603050405020304" pitchFamily="18" charset="0"/>
          </a:endParaRPr>
        </a:p>
      </dgm:t>
    </dgm:pt>
    <dgm:pt modelId="{4A335DBF-818A-4C37-A6A9-2CBBFB024BE9}" type="parTrans" cxnId="{2A9A9BA6-0FF5-49A5-BDF8-3E464D6049BB}">
      <dgm:prSet/>
      <dgm:spPr>
        <a:noFill/>
        <a:ln w="15875"/>
      </dgm:spPr>
      <dgm:t>
        <a:bodyPr/>
        <a:lstStyle/>
        <a:p>
          <a:pPr algn="ctr"/>
          <a:endParaRPr lang="bs-Latn-BA">
            <a:solidFill>
              <a:sysClr val="windowText" lastClr="000000"/>
            </a:solidFill>
            <a:latin typeface="Times New Roman" panose="02020603050405020304" pitchFamily="18" charset="0"/>
            <a:cs typeface="Times New Roman" panose="02020603050405020304" pitchFamily="18" charset="0"/>
          </a:endParaRPr>
        </a:p>
      </dgm:t>
    </dgm:pt>
    <dgm:pt modelId="{C25EA3A7-1F61-473D-A5E4-B35A267CB0B0}" type="sibTrans" cxnId="{2A9A9BA6-0FF5-49A5-BDF8-3E464D6049BB}">
      <dgm:prSet/>
      <dgm:spPr/>
      <dgm:t>
        <a:bodyPr/>
        <a:lstStyle/>
        <a:p>
          <a:pPr algn="ctr"/>
          <a:endParaRPr lang="bs-Latn-BA">
            <a:latin typeface="Times New Roman" panose="02020603050405020304" pitchFamily="18" charset="0"/>
            <a:cs typeface="Times New Roman" panose="02020603050405020304" pitchFamily="18" charset="0"/>
          </a:endParaRPr>
        </a:p>
      </dgm:t>
    </dgm:pt>
    <dgm:pt modelId="{F51F9DBA-166B-44E7-B884-501CF8F3E76C}" type="pres">
      <dgm:prSet presAssocID="{5151CF88-B8F4-416B-94EA-D8C771C61EF4}" presName="diagram" presStyleCnt="0">
        <dgm:presLayoutVars>
          <dgm:chPref val="1"/>
          <dgm:dir/>
          <dgm:animOne val="branch"/>
          <dgm:animLvl val="lvl"/>
          <dgm:resizeHandles val="exact"/>
        </dgm:presLayoutVars>
      </dgm:prSet>
      <dgm:spPr/>
    </dgm:pt>
    <dgm:pt modelId="{12EC6E77-4C34-4465-B639-697E913A0572}" type="pres">
      <dgm:prSet presAssocID="{DDD199DA-FA17-4ADF-B354-2D8B9AAAF6EA}" presName="root1" presStyleCnt="0"/>
      <dgm:spPr/>
    </dgm:pt>
    <dgm:pt modelId="{F5472402-19EE-4904-AA50-9E2027EB360B}" type="pres">
      <dgm:prSet presAssocID="{DDD199DA-FA17-4ADF-B354-2D8B9AAAF6EA}" presName="LevelOneTextNode" presStyleLbl="node0" presStyleIdx="0" presStyleCnt="1" custScaleX="208376" custScaleY="289487">
        <dgm:presLayoutVars>
          <dgm:chPref val="3"/>
        </dgm:presLayoutVars>
      </dgm:prSet>
      <dgm:spPr/>
    </dgm:pt>
    <dgm:pt modelId="{3ED337C9-3539-478C-89C0-B9FF15E73B07}" type="pres">
      <dgm:prSet presAssocID="{DDD199DA-FA17-4ADF-B354-2D8B9AAAF6EA}" presName="level2hierChild" presStyleCnt="0"/>
      <dgm:spPr/>
    </dgm:pt>
    <dgm:pt modelId="{968E8499-9947-46BA-A84F-51A73B7402E1}" type="pres">
      <dgm:prSet presAssocID="{99044FD5-9C9B-495F-9BA9-3E31E717681E}" presName="conn2-1" presStyleLbl="parChTrans1D2" presStyleIdx="0" presStyleCnt="2"/>
      <dgm:spPr/>
    </dgm:pt>
    <dgm:pt modelId="{58187BE5-3E1A-436B-843D-45F9E8E124A4}" type="pres">
      <dgm:prSet presAssocID="{99044FD5-9C9B-495F-9BA9-3E31E717681E}" presName="connTx" presStyleLbl="parChTrans1D2" presStyleIdx="0" presStyleCnt="2"/>
      <dgm:spPr/>
    </dgm:pt>
    <dgm:pt modelId="{2B72AFDC-5B7F-492B-9A80-769C1BD0F0B5}" type="pres">
      <dgm:prSet presAssocID="{475EBED3-C00A-488A-B745-32DED4A7D944}" presName="root2" presStyleCnt="0"/>
      <dgm:spPr/>
    </dgm:pt>
    <dgm:pt modelId="{FBAD81AB-FD6C-48F3-9084-02F449BD4551}" type="pres">
      <dgm:prSet presAssocID="{475EBED3-C00A-488A-B745-32DED4A7D944}" presName="LevelTwoTextNode" presStyleLbl="node2" presStyleIdx="0" presStyleCnt="2" custScaleX="134212" custScaleY="231876">
        <dgm:presLayoutVars>
          <dgm:chPref val="3"/>
        </dgm:presLayoutVars>
      </dgm:prSet>
      <dgm:spPr/>
    </dgm:pt>
    <dgm:pt modelId="{5E434D08-AF1D-495C-BCB3-C85C7B369652}" type="pres">
      <dgm:prSet presAssocID="{475EBED3-C00A-488A-B745-32DED4A7D944}" presName="level3hierChild" presStyleCnt="0"/>
      <dgm:spPr/>
    </dgm:pt>
    <dgm:pt modelId="{BD5FF80D-E364-40A8-B2C1-BF18AE376FA6}" type="pres">
      <dgm:prSet presAssocID="{939926E9-0B14-4543-8858-B79DCC8218DA}" presName="conn2-1" presStyleLbl="parChTrans1D3" presStyleIdx="0" presStyleCnt="3"/>
      <dgm:spPr/>
    </dgm:pt>
    <dgm:pt modelId="{58D88C7D-C8B7-4A92-A743-3FEE381C74B3}" type="pres">
      <dgm:prSet presAssocID="{939926E9-0B14-4543-8858-B79DCC8218DA}" presName="connTx" presStyleLbl="parChTrans1D3" presStyleIdx="0" presStyleCnt="3"/>
      <dgm:spPr/>
    </dgm:pt>
    <dgm:pt modelId="{6D86ED3D-B38D-4900-888D-F655B8F06FDE}" type="pres">
      <dgm:prSet presAssocID="{E48F37A9-D714-4581-A779-F603479FB0BA}" presName="root2" presStyleCnt="0"/>
      <dgm:spPr/>
    </dgm:pt>
    <dgm:pt modelId="{D2AEC7EA-8A56-4A9C-874A-347BD027E73E}" type="pres">
      <dgm:prSet presAssocID="{E48F37A9-D714-4581-A779-F603479FB0BA}" presName="LevelTwoTextNode" presStyleLbl="node3" presStyleIdx="0" presStyleCnt="3" custScaleX="233680" custScaleY="316386">
        <dgm:presLayoutVars>
          <dgm:chPref val="3"/>
        </dgm:presLayoutVars>
      </dgm:prSet>
      <dgm:spPr/>
    </dgm:pt>
    <dgm:pt modelId="{77BF7E23-6AE1-4FC8-9020-C5614F47DD07}" type="pres">
      <dgm:prSet presAssocID="{E48F37A9-D714-4581-A779-F603479FB0BA}" presName="level3hierChild" presStyleCnt="0"/>
      <dgm:spPr/>
    </dgm:pt>
    <dgm:pt modelId="{FBBC4383-1AC7-4B0D-B470-84FF5D8DB09F}" type="pres">
      <dgm:prSet presAssocID="{87E66BE2-B8FF-44D6-84B1-DFD27DAD2F51}" presName="conn2-1" presStyleLbl="parChTrans1D4" presStyleIdx="0" presStyleCnt="10"/>
      <dgm:spPr/>
    </dgm:pt>
    <dgm:pt modelId="{3AD918B2-0E74-4CF0-AB11-6C13DE177EA0}" type="pres">
      <dgm:prSet presAssocID="{87E66BE2-B8FF-44D6-84B1-DFD27DAD2F51}" presName="connTx" presStyleLbl="parChTrans1D4" presStyleIdx="0" presStyleCnt="10"/>
      <dgm:spPr/>
    </dgm:pt>
    <dgm:pt modelId="{99EB0BDA-B203-46D5-B225-E6D1623B7A26}" type="pres">
      <dgm:prSet presAssocID="{1DE05A7E-8ABA-4805-A454-4399600AB331}" presName="root2" presStyleCnt="0"/>
      <dgm:spPr/>
    </dgm:pt>
    <dgm:pt modelId="{8B47680E-8195-40DA-9BB9-4FA70922154D}" type="pres">
      <dgm:prSet presAssocID="{1DE05A7E-8ABA-4805-A454-4399600AB331}" presName="LevelTwoTextNode" presStyleLbl="node4" presStyleIdx="0" presStyleCnt="10" custScaleX="309872" custScaleY="125995">
        <dgm:presLayoutVars>
          <dgm:chPref val="3"/>
        </dgm:presLayoutVars>
      </dgm:prSet>
      <dgm:spPr/>
    </dgm:pt>
    <dgm:pt modelId="{F1FFE401-62A2-427F-AF88-726748BC11D9}" type="pres">
      <dgm:prSet presAssocID="{1DE05A7E-8ABA-4805-A454-4399600AB331}" presName="level3hierChild" presStyleCnt="0"/>
      <dgm:spPr/>
    </dgm:pt>
    <dgm:pt modelId="{DDB1B79B-1A9B-4DBD-8296-5862DBDD74BB}" type="pres">
      <dgm:prSet presAssocID="{21E98DAF-0253-4654-9E97-73CBCC0CECB6}" presName="conn2-1" presStyleLbl="parChTrans1D4" presStyleIdx="1" presStyleCnt="10"/>
      <dgm:spPr/>
    </dgm:pt>
    <dgm:pt modelId="{8EAA417D-A2BA-40ED-8BAD-03D0EF49E5F7}" type="pres">
      <dgm:prSet presAssocID="{21E98DAF-0253-4654-9E97-73CBCC0CECB6}" presName="connTx" presStyleLbl="parChTrans1D4" presStyleIdx="1" presStyleCnt="10"/>
      <dgm:spPr/>
    </dgm:pt>
    <dgm:pt modelId="{58D6975F-FA87-4D4D-BB8E-15E8F1C5686A}" type="pres">
      <dgm:prSet presAssocID="{2DC6D02E-46FF-4744-9F55-90B0B3E74088}" presName="root2" presStyleCnt="0"/>
      <dgm:spPr/>
    </dgm:pt>
    <dgm:pt modelId="{7934104F-F98D-4637-B171-8F9A31225801}" type="pres">
      <dgm:prSet presAssocID="{2DC6D02E-46FF-4744-9F55-90B0B3E74088}" presName="LevelTwoTextNode" presStyleLbl="node4" presStyleIdx="1" presStyleCnt="10" custScaleX="314380" custScaleY="102873">
        <dgm:presLayoutVars>
          <dgm:chPref val="3"/>
        </dgm:presLayoutVars>
      </dgm:prSet>
      <dgm:spPr/>
    </dgm:pt>
    <dgm:pt modelId="{1018BC00-DBDD-47B5-B54D-27E3F226D52D}" type="pres">
      <dgm:prSet presAssocID="{2DC6D02E-46FF-4744-9F55-90B0B3E74088}" presName="level3hierChild" presStyleCnt="0"/>
      <dgm:spPr/>
    </dgm:pt>
    <dgm:pt modelId="{64895D86-667C-4275-80DF-547D9F9372D6}" type="pres">
      <dgm:prSet presAssocID="{96143A13-E596-4093-B7A2-DEC82948D43E}" presName="conn2-1" presStyleLbl="parChTrans1D3" presStyleIdx="1" presStyleCnt="3"/>
      <dgm:spPr/>
    </dgm:pt>
    <dgm:pt modelId="{8058B848-8AEB-46B8-99B8-BBBA453507FD}" type="pres">
      <dgm:prSet presAssocID="{96143A13-E596-4093-B7A2-DEC82948D43E}" presName="connTx" presStyleLbl="parChTrans1D3" presStyleIdx="1" presStyleCnt="3"/>
      <dgm:spPr/>
    </dgm:pt>
    <dgm:pt modelId="{63281E2B-42C1-4CC9-95FB-C2FCCAD062CF}" type="pres">
      <dgm:prSet presAssocID="{7426AFD8-C33A-48DA-B232-6D207DD8E3AB}" presName="root2" presStyleCnt="0"/>
      <dgm:spPr/>
    </dgm:pt>
    <dgm:pt modelId="{CE3A8F25-08B6-4733-8992-07B0877B75B3}" type="pres">
      <dgm:prSet presAssocID="{7426AFD8-C33A-48DA-B232-6D207DD8E3AB}" presName="LevelTwoTextNode" presStyleLbl="node3" presStyleIdx="1" presStyleCnt="3" custScaleX="224133" custScaleY="302714">
        <dgm:presLayoutVars>
          <dgm:chPref val="3"/>
        </dgm:presLayoutVars>
      </dgm:prSet>
      <dgm:spPr/>
    </dgm:pt>
    <dgm:pt modelId="{2660710F-ACEF-45CD-91E3-96AB1D48C497}" type="pres">
      <dgm:prSet presAssocID="{7426AFD8-C33A-48DA-B232-6D207DD8E3AB}" presName="level3hierChild" presStyleCnt="0"/>
      <dgm:spPr/>
    </dgm:pt>
    <dgm:pt modelId="{73AE0B1A-7EB8-4128-91DA-D94A553216AB}" type="pres">
      <dgm:prSet presAssocID="{F773701F-9CBB-4734-9CA2-9CBEC7156413}" presName="conn2-1" presStyleLbl="parChTrans1D4" presStyleIdx="2" presStyleCnt="10"/>
      <dgm:spPr/>
    </dgm:pt>
    <dgm:pt modelId="{8D6ECEEB-F9FF-4129-B25A-4346F0D6D7EF}" type="pres">
      <dgm:prSet presAssocID="{F773701F-9CBB-4734-9CA2-9CBEC7156413}" presName="connTx" presStyleLbl="parChTrans1D4" presStyleIdx="2" presStyleCnt="10"/>
      <dgm:spPr/>
    </dgm:pt>
    <dgm:pt modelId="{CCE1513A-9687-49EF-A356-4544CDE3AC37}" type="pres">
      <dgm:prSet presAssocID="{B2C08EDD-88C7-43C3-868B-31A7909461C6}" presName="root2" presStyleCnt="0"/>
      <dgm:spPr/>
    </dgm:pt>
    <dgm:pt modelId="{322CFAC7-902A-4B67-BC26-4CBCD5ED5D6E}" type="pres">
      <dgm:prSet presAssocID="{B2C08EDD-88C7-43C3-868B-31A7909461C6}" presName="LevelTwoTextNode" presStyleLbl="node4" presStyleIdx="2" presStyleCnt="10" custScaleX="272567" custScaleY="180656">
        <dgm:presLayoutVars>
          <dgm:chPref val="3"/>
        </dgm:presLayoutVars>
      </dgm:prSet>
      <dgm:spPr/>
    </dgm:pt>
    <dgm:pt modelId="{D22E9F0B-30BD-4DB8-B701-5DB5694DD5EF}" type="pres">
      <dgm:prSet presAssocID="{B2C08EDD-88C7-43C3-868B-31A7909461C6}" presName="level3hierChild" presStyleCnt="0"/>
      <dgm:spPr/>
    </dgm:pt>
    <dgm:pt modelId="{F1BFD9DB-720C-4887-8D39-5E9D82EF13DA}" type="pres">
      <dgm:prSet presAssocID="{BE3C0E79-D47F-4693-86CA-520D8EEC3186}" presName="conn2-1" presStyleLbl="parChTrans1D4" presStyleIdx="3" presStyleCnt="10"/>
      <dgm:spPr/>
    </dgm:pt>
    <dgm:pt modelId="{0546CA52-471C-4887-BFFF-534EAC5449BA}" type="pres">
      <dgm:prSet presAssocID="{BE3C0E79-D47F-4693-86CA-520D8EEC3186}" presName="connTx" presStyleLbl="parChTrans1D4" presStyleIdx="3" presStyleCnt="10"/>
      <dgm:spPr/>
    </dgm:pt>
    <dgm:pt modelId="{9A6C01AE-72BC-4F42-B3B3-96F37788F4C3}" type="pres">
      <dgm:prSet presAssocID="{AF1638D6-ACDA-4785-8A15-431A1478954A}" presName="root2" presStyleCnt="0"/>
      <dgm:spPr/>
    </dgm:pt>
    <dgm:pt modelId="{C4815609-03D1-45B3-9DF2-7D4B20D78782}" type="pres">
      <dgm:prSet presAssocID="{AF1638D6-ACDA-4785-8A15-431A1478954A}" presName="LevelTwoTextNode" presStyleLbl="node4" presStyleIdx="3" presStyleCnt="10" custScaleX="196798" custScaleY="198228">
        <dgm:presLayoutVars>
          <dgm:chPref val="3"/>
        </dgm:presLayoutVars>
      </dgm:prSet>
      <dgm:spPr/>
    </dgm:pt>
    <dgm:pt modelId="{B851A3A0-0292-43F0-8BF4-B6E1F1B417DC}" type="pres">
      <dgm:prSet presAssocID="{AF1638D6-ACDA-4785-8A15-431A1478954A}" presName="level3hierChild" presStyleCnt="0"/>
      <dgm:spPr/>
    </dgm:pt>
    <dgm:pt modelId="{B26E9AB1-971A-46CE-96C1-03FF567A6620}" type="pres">
      <dgm:prSet presAssocID="{A922068D-FA8B-4A9F-8EF7-A146D3B4564F}" presName="conn2-1" presStyleLbl="parChTrans1D2" presStyleIdx="1" presStyleCnt="2"/>
      <dgm:spPr/>
    </dgm:pt>
    <dgm:pt modelId="{DAFA4236-A67B-4977-A65C-5698021FFC7C}" type="pres">
      <dgm:prSet presAssocID="{A922068D-FA8B-4A9F-8EF7-A146D3B4564F}" presName="connTx" presStyleLbl="parChTrans1D2" presStyleIdx="1" presStyleCnt="2"/>
      <dgm:spPr/>
    </dgm:pt>
    <dgm:pt modelId="{24CB08A2-9E6B-4124-BEA8-4C2026EC7469}" type="pres">
      <dgm:prSet presAssocID="{9147F6B8-E398-4771-9C20-81FE569BA95F}" presName="root2" presStyleCnt="0"/>
      <dgm:spPr/>
    </dgm:pt>
    <dgm:pt modelId="{7BC3CDCF-F128-4259-94BB-0181C0BC0949}" type="pres">
      <dgm:prSet presAssocID="{9147F6B8-E398-4771-9C20-81FE569BA95F}" presName="LevelTwoTextNode" presStyleLbl="node2" presStyleIdx="1" presStyleCnt="2" custScaleX="116118" custScaleY="189381">
        <dgm:presLayoutVars>
          <dgm:chPref val="3"/>
        </dgm:presLayoutVars>
      </dgm:prSet>
      <dgm:spPr/>
    </dgm:pt>
    <dgm:pt modelId="{38EABD88-FBFF-4E4F-BC5A-C9C152AE9FD3}" type="pres">
      <dgm:prSet presAssocID="{9147F6B8-E398-4771-9C20-81FE569BA95F}" presName="level3hierChild" presStyleCnt="0"/>
      <dgm:spPr/>
    </dgm:pt>
    <dgm:pt modelId="{6543C1FC-20EA-4FF2-BF32-8FD806C36EF3}" type="pres">
      <dgm:prSet presAssocID="{79440B7E-3912-4F90-AB41-CB8717700282}" presName="conn2-1" presStyleLbl="parChTrans1D3" presStyleIdx="2" presStyleCnt="3"/>
      <dgm:spPr/>
    </dgm:pt>
    <dgm:pt modelId="{983ECF74-FF60-42CA-BAAA-430E69028000}" type="pres">
      <dgm:prSet presAssocID="{79440B7E-3912-4F90-AB41-CB8717700282}" presName="connTx" presStyleLbl="parChTrans1D3" presStyleIdx="2" presStyleCnt="3"/>
      <dgm:spPr/>
    </dgm:pt>
    <dgm:pt modelId="{D4E5C8C1-42F5-4E7E-84B5-8563F91A97C1}" type="pres">
      <dgm:prSet presAssocID="{A74DBB74-F5C9-49D0-B4CB-B87B558F5596}" presName="root2" presStyleCnt="0"/>
      <dgm:spPr/>
    </dgm:pt>
    <dgm:pt modelId="{920489F0-D56A-4C48-B7DC-68275C6BA615}" type="pres">
      <dgm:prSet presAssocID="{A74DBB74-F5C9-49D0-B4CB-B87B558F5596}" presName="LevelTwoTextNode" presStyleLbl="node3" presStyleIdx="2" presStyleCnt="3" custScaleX="214514" custScaleY="255588">
        <dgm:presLayoutVars>
          <dgm:chPref val="3"/>
        </dgm:presLayoutVars>
      </dgm:prSet>
      <dgm:spPr/>
    </dgm:pt>
    <dgm:pt modelId="{40860A64-C53A-44AD-8550-AD0D978AB52E}" type="pres">
      <dgm:prSet presAssocID="{A74DBB74-F5C9-49D0-B4CB-B87B558F5596}" presName="level3hierChild" presStyleCnt="0"/>
      <dgm:spPr/>
    </dgm:pt>
    <dgm:pt modelId="{741D55EB-6536-488A-BAFA-6C3DB5443E29}" type="pres">
      <dgm:prSet presAssocID="{38276452-632A-4765-8414-2E72B1F256C7}" presName="conn2-1" presStyleLbl="parChTrans1D4" presStyleIdx="4" presStyleCnt="10"/>
      <dgm:spPr/>
    </dgm:pt>
    <dgm:pt modelId="{2A87E532-32BD-4A30-9B30-E3AC41159E1D}" type="pres">
      <dgm:prSet presAssocID="{38276452-632A-4765-8414-2E72B1F256C7}" presName="connTx" presStyleLbl="parChTrans1D4" presStyleIdx="4" presStyleCnt="10"/>
      <dgm:spPr/>
    </dgm:pt>
    <dgm:pt modelId="{F02DD268-E19C-443D-A3FB-7502359EC037}" type="pres">
      <dgm:prSet presAssocID="{FB710B8E-CB68-4A0C-A944-D52542CF1FD4}" presName="root2" presStyleCnt="0"/>
      <dgm:spPr/>
    </dgm:pt>
    <dgm:pt modelId="{7219A1FB-C959-4449-B810-BE0B2F69C953}" type="pres">
      <dgm:prSet presAssocID="{FB710B8E-CB68-4A0C-A944-D52542CF1FD4}" presName="LevelTwoTextNode" presStyleLbl="node4" presStyleIdx="4" presStyleCnt="10" custScaleX="215943" custScaleY="162068">
        <dgm:presLayoutVars>
          <dgm:chPref val="3"/>
        </dgm:presLayoutVars>
      </dgm:prSet>
      <dgm:spPr/>
    </dgm:pt>
    <dgm:pt modelId="{7DA65CA5-7F9A-492E-A34B-E1DB296F209B}" type="pres">
      <dgm:prSet presAssocID="{FB710B8E-CB68-4A0C-A944-D52542CF1FD4}" presName="level3hierChild" presStyleCnt="0"/>
      <dgm:spPr/>
    </dgm:pt>
    <dgm:pt modelId="{AB23E7A4-F70A-4DB5-98EB-07A63D31202C}" type="pres">
      <dgm:prSet presAssocID="{2425A5EE-2B81-4F58-B9EE-905D947A007B}" presName="conn2-1" presStyleLbl="parChTrans1D4" presStyleIdx="5" presStyleCnt="10"/>
      <dgm:spPr/>
    </dgm:pt>
    <dgm:pt modelId="{6AC0173C-BB57-4109-83E3-D5FA3563B569}" type="pres">
      <dgm:prSet presAssocID="{2425A5EE-2B81-4F58-B9EE-905D947A007B}" presName="connTx" presStyleLbl="parChTrans1D4" presStyleIdx="5" presStyleCnt="10"/>
      <dgm:spPr/>
    </dgm:pt>
    <dgm:pt modelId="{D9F4A6D2-7487-4ABD-BEE0-5DB6AC519FBB}" type="pres">
      <dgm:prSet presAssocID="{A1352B66-EA88-4EEE-A1D1-C6F73B842D3D}" presName="root2" presStyleCnt="0"/>
      <dgm:spPr/>
    </dgm:pt>
    <dgm:pt modelId="{553ED866-B726-4332-9ADB-593A67929C1B}" type="pres">
      <dgm:prSet presAssocID="{A1352B66-EA88-4EEE-A1D1-C6F73B842D3D}" presName="LevelTwoTextNode" presStyleLbl="node4" presStyleIdx="5" presStyleCnt="10" custScaleX="175486" custScaleY="232467">
        <dgm:presLayoutVars>
          <dgm:chPref val="3"/>
        </dgm:presLayoutVars>
      </dgm:prSet>
      <dgm:spPr/>
    </dgm:pt>
    <dgm:pt modelId="{83A8DA38-3320-4407-8205-C170D4F5BDBD}" type="pres">
      <dgm:prSet presAssocID="{A1352B66-EA88-4EEE-A1D1-C6F73B842D3D}" presName="level3hierChild" presStyleCnt="0"/>
      <dgm:spPr/>
    </dgm:pt>
    <dgm:pt modelId="{BC038140-FE3A-451E-9734-C7D1B1D7B5CB}" type="pres">
      <dgm:prSet presAssocID="{C37F7BC6-076B-40DF-B215-29F0AE142224}" presName="conn2-1" presStyleLbl="parChTrans1D4" presStyleIdx="6" presStyleCnt="10"/>
      <dgm:spPr/>
    </dgm:pt>
    <dgm:pt modelId="{8E36FB29-B0D2-4980-939A-38D6461097B4}" type="pres">
      <dgm:prSet presAssocID="{C37F7BC6-076B-40DF-B215-29F0AE142224}" presName="connTx" presStyleLbl="parChTrans1D4" presStyleIdx="6" presStyleCnt="10"/>
      <dgm:spPr/>
    </dgm:pt>
    <dgm:pt modelId="{C9AC4A8B-AF00-4C61-89D5-BE58424DE337}" type="pres">
      <dgm:prSet presAssocID="{5AAA418F-E40A-4B83-8AF2-A8A76C730680}" presName="root2" presStyleCnt="0"/>
      <dgm:spPr/>
    </dgm:pt>
    <dgm:pt modelId="{2E8956A8-8AD5-432B-A2F8-953E09BAEEF9}" type="pres">
      <dgm:prSet presAssocID="{5AAA418F-E40A-4B83-8AF2-A8A76C730680}" presName="LevelTwoTextNode" presStyleLbl="node4" presStyleIdx="6" presStyleCnt="10" custScaleX="190409" custScaleY="133255">
        <dgm:presLayoutVars>
          <dgm:chPref val="3"/>
        </dgm:presLayoutVars>
      </dgm:prSet>
      <dgm:spPr/>
    </dgm:pt>
    <dgm:pt modelId="{3E8DB17B-62F2-4692-B2C6-449DFC8ACC74}" type="pres">
      <dgm:prSet presAssocID="{5AAA418F-E40A-4B83-8AF2-A8A76C730680}" presName="level3hierChild" presStyleCnt="0"/>
      <dgm:spPr/>
    </dgm:pt>
    <dgm:pt modelId="{8F05E24A-B731-4A9B-8819-93E34E494380}" type="pres">
      <dgm:prSet presAssocID="{7831EB47-FD7C-440C-9740-B2923C4897BB}" presName="conn2-1" presStyleLbl="parChTrans1D4" presStyleIdx="7" presStyleCnt="10"/>
      <dgm:spPr/>
    </dgm:pt>
    <dgm:pt modelId="{64806A3D-FE9C-4758-B529-A26D96EB0EBF}" type="pres">
      <dgm:prSet presAssocID="{7831EB47-FD7C-440C-9740-B2923C4897BB}" presName="connTx" presStyleLbl="parChTrans1D4" presStyleIdx="7" presStyleCnt="10"/>
      <dgm:spPr/>
    </dgm:pt>
    <dgm:pt modelId="{31E70452-136D-44DF-BDB2-8A35225CC89E}" type="pres">
      <dgm:prSet presAssocID="{2A4D9D64-BA10-4490-B5E7-1DFACF4B00FA}" presName="root2" presStyleCnt="0"/>
      <dgm:spPr/>
    </dgm:pt>
    <dgm:pt modelId="{56AA9127-665F-4712-A810-073A9E0A814E}" type="pres">
      <dgm:prSet presAssocID="{2A4D9D64-BA10-4490-B5E7-1DFACF4B00FA}" presName="LevelTwoTextNode" presStyleLbl="node4" presStyleIdx="7" presStyleCnt="10" custScaleX="181814" custScaleY="411151">
        <dgm:presLayoutVars>
          <dgm:chPref val="3"/>
        </dgm:presLayoutVars>
      </dgm:prSet>
      <dgm:spPr/>
    </dgm:pt>
    <dgm:pt modelId="{98AF5087-DFD9-4D17-AE59-535E1B5E4B6A}" type="pres">
      <dgm:prSet presAssocID="{2A4D9D64-BA10-4490-B5E7-1DFACF4B00FA}" presName="level3hierChild" presStyleCnt="0"/>
      <dgm:spPr/>
    </dgm:pt>
    <dgm:pt modelId="{3EB98287-8FB5-4842-8926-DF3763BFD035}" type="pres">
      <dgm:prSet presAssocID="{68E5FB23-41DD-48EC-B9A7-F034F4B043E0}" presName="conn2-1" presStyleLbl="parChTrans1D4" presStyleIdx="8" presStyleCnt="10"/>
      <dgm:spPr/>
    </dgm:pt>
    <dgm:pt modelId="{4AFDAED2-25B5-4C71-834E-E70F45D0E5F2}" type="pres">
      <dgm:prSet presAssocID="{68E5FB23-41DD-48EC-B9A7-F034F4B043E0}" presName="connTx" presStyleLbl="parChTrans1D4" presStyleIdx="8" presStyleCnt="10"/>
      <dgm:spPr/>
    </dgm:pt>
    <dgm:pt modelId="{7DB29F83-1265-4936-ACA5-AEEE52A481B0}" type="pres">
      <dgm:prSet presAssocID="{76E0A4B9-5B30-4885-BF29-D81FA2A93C4F}" presName="root2" presStyleCnt="0"/>
      <dgm:spPr/>
    </dgm:pt>
    <dgm:pt modelId="{9ECAE184-5D8B-4231-B021-A0C565B9491D}" type="pres">
      <dgm:prSet presAssocID="{76E0A4B9-5B30-4885-BF29-D81FA2A93C4F}" presName="LevelTwoTextNode" presStyleLbl="node4" presStyleIdx="8" presStyleCnt="10" custScaleX="163564" custScaleY="208759">
        <dgm:presLayoutVars>
          <dgm:chPref val="3"/>
        </dgm:presLayoutVars>
      </dgm:prSet>
      <dgm:spPr/>
    </dgm:pt>
    <dgm:pt modelId="{60535DC8-5DD5-4B3E-ACD5-577D6001C667}" type="pres">
      <dgm:prSet presAssocID="{76E0A4B9-5B30-4885-BF29-D81FA2A93C4F}" presName="level3hierChild" presStyleCnt="0"/>
      <dgm:spPr/>
    </dgm:pt>
    <dgm:pt modelId="{A9BE07A7-0D24-41CE-83EA-9AF7AA3F13CC}" type="pres">
      <dgm:prSet presAssocID="{4A335DBF-818A-4C37-A6A9-2CBBFB024BE9}" presName="conn2-1" presStyleLbl="parChTrans1D4" presStyleIdx="9" presStyleCnt="10"/>
      <dgm:spPr/>
    </dgm:pt>
    <dgm:pt modelId="{71B9F914-FAD8-4BDA-92BF-71A42A158179}" type="pres">
      <dgm:prSet presAssocID="{4A335DBF-818A-4C37-A6A9-2CBBFB024BE9}" presName="connTx" presStyleLbl="parChTrans1D4" presStyleIdx="9" presStyleCnt="10"/>
      <dgm:spPr/>
    </dgm:pt>
    <dgm:pt modelId="{C595B122-D044-4321-927F-1FFBDE5A306A}" type="pres">
      <dgm:prSet presAssocID="{04941CBD-F613-419A-A52C-581FDCAFD7F8}" presName="root2" presStyleCnt="0"/>
      <dgm:spPr/>
    </dgm:pt>
    <dgm:pt modelId="{6E7FD2E2-2C57-4E56-966F-7597FB0072F9}" type="pres">
      <dgm:prSet presAssocID="{04941CBD-F613-419A-A52C-581FDCAFD7F8}" presName="LevelTwoTextNode" presStyleLbl="node4" presStyleIdx="9" presStyleCnt="10" custScaleX="193933" custScaleY="136012">
        <dgm:presLayoutVars>
          <dgm:chPref val="3"/>
        </dgm:presLayoutVars>
      </dgm:prSet>
      <dgm:spPr/>
    </dgm:pt>
    <dgm:pt modelId="{9FE600AC-97C4-4C5D-8BDC-6CFEE75810E6}" type="pres">
      <dgm:prSet presAssocID="{04941CBD-F613-419A-A52C-581FDCAFD7F8}" presName="level3hierChild" presStyleCnt="0"/>
      <dgm:spPr/>
    </dgm:pt>
  </dgm:ptLst>
  <dgm:cxnLst>
    <dgm:cxn modelId="{58644600-DE38-4FA3-B763-52C98EB1C9E9}" type="presOf" srcId="{96143A13-E596-4093-B7A2-DEC82948D43E}" destId="{8058B848-8AEB-46B8-99B8-BBBA453507FD}" srcOrd="1" destOrd="0" presId="urn:microsoft.com/office/officeart/2005/8/layout/hierarchy2"/>
    <dgm:cxn modelId="{05AC5400-524E-4384-9F82-6D06964B2501}" srcId="{FB710B8E-CB68-4A0C-A944-D52542CF1FD4}" destId="{A1352B66-EA88-4EEE-A1D1-C6F73B842D3D}" srcOrd="0" destOrd="0" parTransId="{2425A5EE-2B81-4F58-B9EE-905D947A007B}" sibTransId="{F5935DB8-62F9-4D03-9BD5-399CC6D077B5}"/>
    <dgm:cxn modelId="{9DDD5604-496F-48A9-9D03-AEE340AF41C1}" type="presOf" srcId="{7426AFD8-C33A-48DA-B232-6D207DD8E3AB}" destId="{CE3A8F25-08B6-4733-8992-07B0877B75B3}" srcOrd="0" destOrd="0" presId="urn:microsoft.com/office/officeart/2005/8/layout/hierarchy2"/>
    <dgm:cxn modelId="{3B11C108-7A15-4D82-B104-921E5869B932}" srcId="{475EBED3-C00A-488A-B745-32DED4A7D944}" destId="{E48F37A9-D714-4581-A779-F603479FB0BA}" srcOrd="0" destOrd="0" parTransId="{939926E9-0B14-4543-8858-B79DCC8218DA}" sibTransId="{407C6A7E-6EE5-4B08-8CDE-DF9514B58322}"/>
    <dgm:cxn modelId="{A769280A-3D3A-4D92-8BF5-6E37F3A628E7}" type="presOf" srcId="{939926E9-0B14-4543-8858-B79DCC8218DA}" destId="{58D88C7D-C8B7-4A92-A743-3FEE381C74B3}" srcOrd="1" destOrd="0" presId="urn:microsoft.com/office/officeart/2005/8/layout/hierarchy2"/>
    <dgm:cxn modelId="{0920BF0E-3270-448B-9FCF-7257831F17EB}" type="presOf" srcId="{BE3C0E79-D47F-4693-86CA-520D8EEC3186}" destId="{F1BFD9DB-720C-4887-8D39-5E9D82EF13DA}" srcOrd="0" destOrd="0" presId="urn:microsoft.com/office/officeart/2005/8/layout/hierarchy2"/>
    <dgm:cxn modelId="{AD115812-B03A-4440-AC3A-5AAA60C8F443}" type="presOf" srcId="{21E98DAF-0253-4654-9E97-73CBCC0CECB6}" destId="{8EAA417D-A2BA-40ED-8BAD-03D0EF49E5F7}" srcOrd="1" destOrd="0" presId="urn:microsoft.com/office/officeart/2005/8/layout/hierarchy2"/>
    <dgm:cxn modelId="{EC633313-E948-4E31-8A32-4F08FCB9AC97}" type="presOf" srcId="{2425A5EE-2B81-4F58-B9EE-905D947A007B}" destId="{6AC0173C-BB57-4109-83E3-D5FA3563B569}" srcOrd="1" destOrd="0" presId="urn:microsoft.com/office/officeart/2005/8/layout/hierarchy2"/>
    <dgm:cxn modelId="{4E3CC417-3E43-4423-A382-C2AA6A10C29E}" srcId="{2A4D9D64-BA10-4490-B5E7-1DFACF4B00FA}" destId="{76E0A4B9-5B30-4885-BF29-D81FA2A93C4F}" srcOrd="0" destOrd="0" parTransId="{68E5FB23-41DD-48EC-B9A7-F034F4B043E0}" sibTransId="{B4AC298F-6AD5-4EB5-BB9F-4274B5E0A3FC}"/>
    <dgm:cxn modelId="{4556D51A-28A8-489A-8EF2-AE59F3ADACC0}" srcId="{9147F6B8-E398-4771-9C20-81FE569BA95F}" destId="{A74DBB74-F5C9-49D0-B4CB-B87B558F5596}" srcOrd="0" destOrd="0" parTransId="{79440B7E-3912-4F90-AB41-CB8717700282}" sibTransId="{6B94517B-DAE7-4FDD-9A59-D29E381CAFAD}"/>
    <dgm:cxn modelId="{7FD8491D-60AD-4680-BA66-D8426FDF1192}" type="presOf" srcId="{F773701F-9CBB-4734-9CA2-9CBEC7156413}" destId="{73AE0B1A-7EB8-4128-91DA-D94A553216AB}" srcOrd="0" destOrd="0" presId="urn:microsoft.com/office/officeart/2005/8/layout/hierarchy2"/>
    <dgm:cxn modelId="{DD402422-8513-496D-89EF-A723244ABBC1}" srcId="{7426AFD8-C33A-48DA-B232-6D207DD8E3AB}" destId="{B2C08EDD-88C7-43C3-868B-31A7909461C6}" srcOrd="0" destOrd="0" parTransId="{F773701F-9CBB-4734-9CA2-9CBEC7156413}" sibTransId="{A1C00372-51B2-4FAE-8249-C6B505EB08E2}"/>
    <dgm:cxn modelId="{1E8B9322-8C7C-41F4-9FB8-E076498E16E7}" type="presOf" srcId="{7831EB47-FD7C-440C-9740-B2923C4897BB}" destId="{8F05E24A-B731-4A9B-8819-93E34E494380}" srcOrd="0" destOrd="0" presId="urn:microsoft.com/office/officeart/2005/8/layout/hierarchy2"/>
    <dgm:cxn modelId="{0CA49C26-1304-40C0-8EE8-A520ED64D106}" type="presOf" srcId="{E48F37A9-D714-4581-A779-F603479FB0BA}" destId="{D2AEC7EA-8A56-4A9C-874A-347BD027E73E}" srcOrd="0" destOrd="0" presId="urn:microsoft.com/office/officeart/2005/8/layout/hierarchy2"/>
    <dgm:cxn modelId="{A4D32F32-89FD-4532-BED1-E82D7FC7E254}" type="presOf" srcId="{B2C08EDD-88C7-43C3-868B-31A7909461C6}" destId="{322CFAC7-902A-4B67-BC26-4CBCD5ED5D6E}" srcOrd="0" destOrd="0" presId="urn:microsoft.com/office/officeart/2005/8/layout/hierarchy2"/>
    <dgm:cxn modelId="{7D5EA838-1173-4B96-ABB1-5D6C63CF8F3B}" type="presOf" srcId="{68E5FB23-41DD-48EC-B9A7-F034F4B043E0}" destId="{4AFDAED2-25B5-4C71-834E-E70F45D0E5F2}" srcOrd="1" destOrd="0" presId="urn:microsoft.com/office/officeart/2005/8/layout/hierarchy2"/>
    <dgm:cxn modelId="{2699CD3D-B1CC-4381-8161-3765C067CFA0}" srcId="{7426AFD8-C33A-48DA-B232-6D207DD8E3AB}" destId="{AF1638D6-ACDA-4785-8A15-431A1478954A}" srcOrd="1" destOrd="0" parTransId="{BE3C0E79-D47F-4693-86CA-520D8EEC3186}" sibTransId="{E3BCA51F-0953-4EFA-8460-C4F9EE8D279C}"/>
    <dgm:cxn modelId="{6B805762-208A-4D36-B4FF-DCAC861E8B08}" srcId="{DDD199DA-FA17-4ADF-B354-2D8B9AAAF6EA}" destId="{9147F6B8-E398-4771-9C20-81FE569BA95F}" srcOrd="1" destOrd="0" parTransId="{A922068D-FA8B-4A9F-8EF7-A146D3B4564F}" sibTransId="{99F1E336-50FE-44C8-B102-5BD3519CF22C}"/>
    <dgm:cxn modelId="{216B4344-4DED-444E-AFE3-38F27A9BB50B}" srcId="{E48F37A9-D714-4581-A779-F603479FB0BA}" destId="{2DC6D02E-46FF-4744-9F55-90B0B3E74088}" srcOrd="1" destOrd="0" parTransId="{21E98DAF-0253-4654-9E97-73CBCC0CECB6}" sibTransId="{E47311A4-4F82-4AB6-A9A9-26C9AD82D57B}"/>
    <dgm:cxn modelId="{91D13545-5997-402B-A8BA-89912E5F963A}" type="presOf" srcId="{A74DBB74-F5C9-49D0-B4CB-B87B558F5596}" destId="{920489F0-D56A-4C48-B7DC-68275C6BA615}" srcOrd="0" destOrd="0" presId="urn:microsoft.com/office/officeart/2005/8/layout/hierarchy2"/>
    <dgm:cxn modelId="{C8D5B145-B9DD-45DE-9FC6-8FFECA204F31}" type="presOf" srcId="{7831EB47-FD7C-440C-9740-B2923C4897BB}" destId="{64806A3D-FE9C-4758-B529-A26D96EB0EBF}" srcOrd="1" destOrd="0" presId="urn:microsoft.com/office/officeart/2005/8/layout/hierarchy2"/>
    <dgm:cxn modelId="{B74AF746-DC88-4F4B-A269-AA2E1AAE1CD1}" type="presOf" srcId="{79440B7E-3912-4F90-AB41-CB8717700282}" destId="{983ECF74-FF60-42CA-BAAA-430E69028000}" srcOrd="1" destOrd="0" presId="urn:microsoft.com/office/officeart/2005/8/layout/hierarchy2"/>
    <dgm:cxn modelId="{D19C3C6A-82B7-4465-84E4-AEA709EBC7D3}" type="presOf" srcId="{C37F7BC6-076B-40DF-B215-29F0AE142224}" destId="{BC038140-FE3A-451E-9734-C7D1B1D7B5CB}" srcOrd="0" destOrd="0" presId="urn:microsoft.com/office/officeart/2005/8/layout/hierarchy2"/>
    <dgm:cxn modelId="{226F744D-D161-4E61-B9C2-D1B2C502EE8A}" type="presOf" srcId="{A922068D-FA8B-4A9F-8EF7-A146D3B4564F}" destId="{B26E9AB1-971A-46CE-96C1-03FF567A6620}" srcOrd="0" destOrd="0" presId="urn:microsoft.com/office/officeart/2005/8/layout/hierarchy2"/>
    <dgm:cxn modelId="{34068352-1022-45A2-B00C-ED26A698491E}" type="presOf" srcId="{87E66BE2-B8FF-44D6-84B1-DFD27DAD2F51}" destId="{FBBC4383-1AC7-4B0D-B470-84FF5D8DB09F}" srcOrd="0" destOrd="0" presId="urn:microsoft.com/office/officeart/2005/8/layout/hierarchy2"/>
    <dgm:cxn modelId="{4535E572-C0A1-4C22-90B8-3D50363DCAE3}" type="presOf" srcId="{38276452-632A-4765-8414-2E72B1F256C7}" destId="{741D55EB-6536-488A-BAFA-6C3DB5443E29}" srcOrd="0" destOrd="0" presId="urn:microsoft.com/office/officeart/2005/8/layout/hierarchy2"/>
    <dgm:cxn modelId="{50685153-722D-4E40-AE9B-4C30D319112E}" type="presOf" srcId="{99044FD5-9C9B-495F-9BA9-3E31E717681E}" destId="{968E8499-9947-46BA-A84F-51A73B7402E1}" srcOrd="0" destOrd="0" presId="urn:microsoft.com/office/officeart/2005/8/layout/hierarchy2"/>
    <dgm:cxn modelId="{1465B073-DE68-4295-A590-7186F5137283}" srcId="{5151CF88-B8F4-416B-94EA-D8C771C61EF4}" destId="{DDD199DA-FA17-4ADF-B354-2D8B9AAAF6EA}" srcOrd="0" destOrd="0" parTransId="{6CDE141F-DD56-420B-8C8B-A4E08B815FD8}" sibTransId="{B98DCE53-A343-42A8-87C0-26BCA22802E7}"/>
    <dgm:cxn modelId="{F600E874-8BC6-44C4-8487-413BA54FA388}" type="presOf" srcId="{5151CF88-B8F4-416B-94EA-D8C771C61EF4}" destId="{F51F9DBA-166B-44E7-B884-501CF8F3E76C}" srcOrd="0" destOrd="0" presId="urn:microsoft.com/office/officeart/2005/8/layout/hierarchy2"/>
    <dgm:cxn modelId="{F78D2F77-19AB-4D55-A9B7-D296BD0BE735}" srcId="{A74DBB74-F5C9-49D0-B4CB-B87B558F5596}" destId="{FB710B8E-CB68-4A0C-A944-D52542CF1FD4}" srcOrd="0" destOrd="0" parTransId="{38276452-632A-4765-8414-2E72B1F256C7}" sibTransId="{609C5FB0-E48E-448E-877B-7871837140C9}"/>
    <dgm:cxn modelId="{6B368158-44BB-41FF-BDEB-83D6D5C8D21D}" type="presOf" srcId="{2A4D9D64-BA10-4490-B5E7-1DFACF4B00FA}" destId="{56AA9127-665F-4712-A810-073A9E0A814E}" srcOrd="0" destOrd="0" presId="urn:microsoft.com/office/officeart/2005/8/layout/hierarchy2"/>
    <dgm:cxn modelId="{86374559-22FA-4F6E-9E12-AB6FE9910662}" type="presOf" srcId="{99044FD5-9C9B-495F-9BA9-3E31E717681E}" destId="{58187BE5-3E1A-436B-843D-45F9E8E124A4}" srcOrd="1" destOrd="0" presId="urn:microsoft.com/office/officeart/2005/8/layout/hierarchy2"/>
    <dgm:cxn modelId="{AEC8FE79-C1B9-4861-8725-4A00ED463DB6}" type="presOf" srcId="{2DC6D02E-46FF-4744-9F55-90B0B3E74088}" destId="{7934104F-F98D-4637-B171-8F9A31225801}" srcOrd="0" destOrd="0" presId="urn:microsoft.com/office/officeart/2005/8/layout/hierarchy2"/>
    <dgm:cxn modelId="{D6ADE186-0D3D-439E-8768-4A0BF1D44BF9}" type="presOf" srcId="{04941CBD-F613-419A-A52C-581FDCAFD7F8}" destId="{6E7FD2E2-2C57-4E56-966F-7597FB0072F9}" srcOrd="0" destOrd="0" presId="urn:microsoft.com/office/officeart/2005/8/layout/hierarchy2"/>
    <dgm:cxn modelId="{1A494B89-9772-495D-9E70-AC5969963CD8}" srcId="{A74DBB74-F5C9-49D0-B4CB-B87B558F5596}" destId="{2A4D9D64-BA10-4490-B5E7-1DFACF4B00FA}" srcOrd="1" destOrd="0" parTransId="{7831EB47-FD7C-440C-9740-B2923C4897BB}" sibTransId="{00A5CDE7-1160-4803-A32D-4EC33E264744}"/>
    <dgm:cxn modelId="{B2A3238B-7CDD-4867-9E90-0DF0E7A7EE99}" type="presOf" srcId="{AF1638D6-ACDA-4785-8A15-431A1478954A}" destId="{C4815609-03D1-45B3-9DF2-7D4B20D78782}" srcOrd="0" destOrd="0" presId="urn:microsoft.com/office/officeart/2005/8/layout/hierarchy2"/>
    <dgm:cxn modelId="{62A2E291-10C8-46E7-9F8B-71638AC1110D}" type="presOf" srcId="{76E0A4B9-5B30-4885-BF29-D81FA2A93C4F}" destId="{9ECAE184-5D8B-4231-B021-A0C565B9491D}" srcOrd="0" destOrd="0" presId="urn:microsoft.com/office/officeart/2005/8/layout/hierarchy2"/>
    <dgm:cxn modelId="{13363C93-408C-4C32-A87D-F12A2922CCE6}" type="presOf" srcId="{1DE05A7E-8ABA-4805-A454-4399600AB331}" destId="{8B47680E-8195-40DA-9BB9-4FA70922154D}" srcOrd="0" destOrd="0" presId="urn:microsoft.com/office/officeart/2005/8/layout/hierarchy2"/>
    <dgm:cxn modelId="{E545FC9F-39A9-4943-95DF-C8F38689F1D6}" type="presOf" srcId="{A922068D-FA8B-4A9F-8EF7-A146D3B4564F}" destId="{DAFA4236-A67B-4977-A65C-5698021FFC7C}" srcOrd="1" destOrd="0" presId="urn:microsoft.com/office/officeart/2005/8/layout/hierarchy2"/>
    <dgm:cxn modelId="{6F34E7A2-5BFA-484F-AE29-A3ECE89A1950}" type="presOf" srcId="{79440B7E-3912-4F90-AB41-CB8717700282}" destId="{6543C1FC-20EA-4FF2-BF32-8FD806C36EF3}" srcOrd="0" destOrd="0" presId="urn:microsoft.com/office/officeart/2005/8/layout/hierarchy2"/>
    <dgm:cxn modelId="{95ED12A4-C916-4C2F-B4B8-19C1BC0AE876}" type="presOf" srcId="{F773701F-9CBB-4734-9CA2-9CBEC7156413}" destId="{8D6ECEEB-F9FF-4129-B25A-4346F0D6D7EF}" srcOrd="1" destOrd="0" presId="urn:microsoft.com/office/officeart/2005/8/layout/hierarchy2"/>
    <dgm:cxn modelId="{F74346A5-5E04-4B7C-9EFC-B08E32124FAA}" type="presOf" srcId="{87E66BE2-B8FF-44D6-84B1-DFD27DAD2F51}" destId="{3AD918B2-0E74-4CF0-AB11-6C13DE177EA0}" srcOrd="1" destOrd="0" presId="urn:microsoft.com/office/officeart/2005/8/layout/hierarchy2"/>
    <dgm:cxn modelId="{2A9A9BA6-0FF5-49A5-BDF8-3E464D6049BB}" srcId="{2A4D9D64-BA10-4490-B5E7-1DFACF4B00FA}" destId="{04941CBD-F613-419A-A52C-581FDCAFD7F8}" srcOrd="1" destOrd="0" parTransId="{4A335DBF-818A-4C37-A6A9-2CBBFB024BE9}" sibTransId="{C25EA3A7-1F61-473D-A5E4-B35A267CB0B0}"/>
    <dgm:cxn modelId="{77DB6BA8-F49B-4669-A07B-8033F6C80BED}" type="presOf" srcId="{939926E9-0B14-4543-8858-B79DCC8218DA}" destId="{BD5FF80D-E364-40A8-B2C1-BF18AE376FA6}" srcOrd="0" destOrd="0" presId="urn:microsoft.com/office/officeart/2005/8/layout/hierarchy2"/>
    <dgm:cxn modelId="{4E0591AD-8A18-477F-9ADC-953E37F4DA99}" srcId="{FB710B8E-CB68-4A0C-A944-D52542CF1FD4}" destId="{5AAA418F-E40A-4B83-8AF2-A8A76C730680}" srcOrd="1" destOrd="0" parTransId="{C37F7BC6-076B-40DF-B215-29F0AE142224}" sibTransId="{AF06607E-F73F-4AAD-9D7E-1C1D801A48DF}"/>
    <dgm:cxn modelId="{7573B8AE-6BF4-4D9C-BC9D-39EA6212FD7D}" type="presOf" srcId="{4A335DBF-818A-4C37-A6A9-2CBBFB024BE9}" destId="{A9BE07A7-0D24-41CE-83EA-9AF7AA3F13CC}" srcOrd="0" destOrd="0" presId="urn:microsoft.com/office/officeart/2005/8/layout/hierarchy2"/>
    <dgm:cxn modelId="{ABEB30BC-9B6C-4EFB-9B27-CFA9A76A1C55}" type="presOf" srcId="{38276452-632A-4765-8414-2E72B1F256C7}" destId="{2A87E532-32BD-4A30-9B30-E3AC41159E1D}" srcOrd="1" destOrd="0" presId="urn:microsoft.com/office/officeart/2005/8/layout/hierarchy2"/>
    <dgm:cxn modelId="{EA9887BF-5E4F-45D1-AC1B-B11B1949B17C}" type="presOf" srcId="{4A335DBF-818A-4C37-A6A9-2CBBFB024BE9}" destId="{71B9F914-FAD8-4BDA-92BF-71A42A158179}" srcOrd="1" destOrd="0" presId="urn:microsoft.com/office/officeart/2005/8/layout/hierarchy2"/>
    <dgm:cxn modelId="{722B9CC5-BFDE-408B-943A-6CE0DEAAD34A}" type="presOf" srcId="{2425A5EE-2B81-4F58-B9EE-905D947A007B}" destId="{AB23E7A4-F70A-4DB5-98EB-07A63D31202C}" srcOrd="0" destOrd="0" presId="urn:microsoft.com/office/officeart/2005/8/layout/hierarchy2"/>
    <dgm:cxn modelId="{921701CC-90B2-499F-B699-404BDA666221}" type="presOf" srcId="{68E5FB23-41DD-48EC-B9A7-F034F4B043E0}" destId="{3EB98287-8FB5-4842-8926-DF3763BFD035}" srcOrd="0" destOrd="0" presId="urn:microsoft.com/office/officeart/2005/8/layout/hierarchy2"/>
    <dgm:cxn modelId="{AFA01BD2-4E84-4466-ACDC-57B34FDA0560}" type="presOf" srcId="{5AAA418F-E40A-4B83-8AF2-A8A76C730680}" destId="{2E8956A8-8AD5-432B-A2F8-953E09BAEEF9}" srcOrd="0" destOrd="0" presId="urn:microsoft.com/office/officeart/2005/8/layout/hierarchy2"/>
    <dgm:cxn modelId="{2FD22FD5-92D4-4A70-9BCE-0CE0EB677B6D}" type="presOf" srcId="{96143A13-E596-4093-B7A2-DEC82948D43E}" destId="{64895D86-667C-4275-80DF-547D9F9372D6}" srcOrd="0" destOrd="0" presId="urn:microsoft.com/office/officeart/2005/8/layout/hierarchy2"/>
    <dgm:cxn modelId="{7703D8D5-6367-408D-AF65-3832CDB338B4}" type="presOf" srcId="{BE3C0E79-D47F-4693-86CA-520D8EEC3186}" destId="{0546CA52-471C-4887-BFFF-534EAC5449BA}" srcOrd="1" destOrd="0" presId="urn:microsoft.com/office/officeart/2005/8/layout/hierarchy2"/>
    <dgm:cxn modelId="{289669D7-052E-4069-8879-433609C53B1F}" type="presOf" srcId="{C37F7BC6-076B-40DF-B215-29F0AE142224}" destId="{8E36FB29-B0D2-4980-939A-38D6461097B4}" srcOrd="1" destOrd="0" presId="urn:microsoft.com/office/officeart/2005/8/layout/hierarchy2"/>
    <dgm:cxn modelId="{3FC0B8D8-CE00-4D85-B15D-6B983E00590D}" type="presOf" srcId="{21E98DAF-0253-4654-9E97-73CBCC0CECB6}" destId="{DDB1B79B-1A9B-4DBD-8296-5862DBDD74BB}" srcOrd="0" destOrd="0" presId="urn:microsoft.com/office/officeart/2005/8/layout/hierarchy2"/>
    <dgm:cxn modelId="{10433CD9-202D-42AC-A73A-D6CFA5717671}" srcId="{475EBED3-C00A-488A-B745-32DED4A7D944}" destId="{7426AFD8-C33A-48DA-B232-6D207DD8E3AB}" srcOrd="1" destOrd="0" parTransId="{96143A13-E596-4093-B7A2-DEC82948D43E}" sibTransId="{B0357A8E-7E09-486B-9C17-3BC7277FFDF6}"/>
    <dgm:cxn modelId="{6E836CE1-9378-4D02-BB4C-F0B2C2A999BE}" type="presOf" srcId="{9147F6B8-E398-4771-9C20-81FE569BA95F}" destId="{7BC3CDCF-F128-4259-94BB-0181C0BC0949}" srcOrd="0" destOrd="0" presId="urn:microsoft.com/office/officeart/2005/8/layout/hierarchy2"/>
    <dgm:cxn modelId="{F5DA54E2-598D-4B50-9AE8-2B5F5EB8BA48}" srcId="{DDD199DA-FA17-4ADF-B354-2D8B9AAAF6EA}" destId="{475EBED3-C00A-488A-B745-32DED4A7D944}" srcOrd="0" destOrd="0" parTransId="{99044FD5-9C9B-495F-9BA9-3E31E717681E}" sibTransId="{F6834C59-EAC4-421E-AA2A-93EE5D008A3A}"/>
    <dgm:cxn modelId="{647F3BEA-6CB1-414C-A086-1A19EEBC835F}" type="presOf" srcId="{A1352B66-EA88-4EEE-A1D1-C6F73B842D3D}" destId="{553ED866-B726-4332-9ADB-593A67929C1B}" srcOrd="0" destOrd="0" presId="urn:microsoft.com/office/officeart/2005/8/layout/hierarchy2"/>
    <dgm:cxn modelId="{CC8119EC-677C-4B13-BD1F-FDC5B914994C}" type="presOf" srcId="{475EBED3-C00A-488A-B745-32DED4A7D944}" destId="{FBAD81AB-FD6C-48F3-9084-02F449BD4551}" srcOrd="0" destOrd="0" presId="urn:microsoft.com/office/officeart/2005/8/layout/hierarchy2"/>
    <dgm:cxn modelId="{88C766F3-8EA8-4FBE-9B11-6F59A6DBE983}" type="presOf" srcId="{FB710B8E-CB68-4A0C-A944-D52542CF1FD4}" destId="{7219A1FB-C959-4449-B810-BE0B2F69C953}" srcOrd="0" destOrd="0" presId="urn:microsoft.com/office/officeart/2005/8/layout/hierarchy2"/>
    <dgm:cxn modelId="{6C1578F8-1A73-4F3D-A905-CA28A3EDD525}" type="presOf" srcId="{DDD199DA-FA17-4ADF-B354-2D8B9AAAF6EA}" destId="{F5472402-19EE-4904-AA50-9E2027EB360B}" srcOrd="0" destOrd="0" presId="urn:microsoft.com/office/officeart/2005/8/layout/hierarchy2"/>
    <dgm:cxn modelId="{58FB22FD-789E-403F-8BD4-433CD91616D0}" srcId="{E48F37A9-D714-4581-A779-F603479FB0BA}" destId="{1DE05A7E-8ABA-4805-A454-4399600AB331}" srcOrd="0" destOrd="0" parTransId="{87E66BE2-B8FF-44D6-84B1-DFD27DAD2F51}" sibTransId="{7E20A3BB-77E4-45F2-A24A-3C7C4FB584BD}"/>
    <dgm:cxn modelId="{0F9D4A04-1188-470F-BEA2-234D08D8FBBE}" type="presParOf" srcId="{F51F9DBA-166B-44E7-B884-501CF8F3E76C}" destId="{12EC6E77-4C34-4465-B639-697E913A0572}" srcOrd="0" destOrd="0" presId="urn:microsoft.com/office/officeart/2005/8/layout/hierarchy2"/>
    <dgm:cxn modelId="{77C07866-85A6-427D-8078-377A6C94A188}" type="presParOf" srcId="{12EC6E77-4C34-4465-B639-697E913A0572}" destId="{F5472402-19EE-4904-AA50-9E2027EB360B}" srcOrd="0" destOrd="0" presId="urn:microsoft.com/office/officeart/2005/8/layout/hierarchy2"/>
    <dgm:cxn modelId="{3B89691A-609B-4343-BBAF-83001AC32C97}" type="presParOf" srcId="{12EC6E77-4C34-4465-B639-697E913A0572}" destId="{3ED337C9-3539-478C-89C0-B9FF15E73B07}" srcOrd="1" destOrd="0" presId="urn:microsoft.com/office/officeart/2005/8/layout/hierarchy2"/>
    <dgm:cxn modelId="{0B051BFF-4D8A-488E-B554-C5AE0F5AF125}" type="presParOf" srcId="{3ED337C9-3539-478C-89C0-B9FF15E73B07}" destId="{968E8499-9947-46BA-A84F-51A73B7402E1}" srcOrd="0" destOrd="0" presId="urn:microsoft.com/office/officeart/2005/8/layout/hierarchy2"/>
    <dgm:cxn modelId="{4C7619BD-5F48-4F64-97B6-EF15B47464FB}" type="presParOf" srcId="{968E8499-9947-46BA-A84F-51A73B7402E1}" destId="{58187BE5-3E1A-436B-843D-45F9E8E124A4}" srcOrd="0" destOrd="0" presId="urn:microsoft.com/office/officeart/2005/8/layout/hierarchy2"/>
    <dgm:cxn modelId="{5583020B-FFDD-4081-862C-C03087DD803B}" type="presParOf" srcId="{3ED337C9-3539-478C-89C0-B9FF15E73B07}" destId="{2B72AFDC-5B7F-492B-9A80-769C1BD0F0B5}" srcOrd="1" destOrd="0" presId="urn:microsoft.com/office/officeart/2005/8/layout/hierarchy2"/>
    <dgm:cxn modelId="{CBBC3A31-96A2-48A1-99BF-8AECF9381CE7}" type="presParOf" srcId="{2B72AFDC-5B7F-492B-9A80-769C1BD0F0B5}" destId="{FBAD81AB-FD6C-48F3-9084-02F449BD4551}" srcOrd="0" destOrd="0" presId="urn:microsoft.com/office/officeart/2005/8/layout/hierarchy2"/>
    <dgm:cxn modelId="{3F859C35-8E43-441C-9EB9-2C21EFE1D061}" type="presParOf" srcId="{2B72AFDC-5B7F-492B-9A80-769C1BD0F0B5}" destId="{5E434D08-AF1D-495C-BCB3-C85C7B369652}" srcOrd="1" destOrd="0" presId="urn:microsoft.com/office/officeart/2005/8/layout/hierarchy2"/>
    <dgm:cxn modelId="{2979C302-F7A8-4BBC-B76A-00872F1EC993}" type="presParOf" srcId="{5E434D08-AF1D-495C-BCB3-C85C7B369652}" destId="{BD5FF80D-E364-40A8-B2C1-BF18AE376FA6}" srcOrd="0" destOrd="0" presId="urn:microsoft.com/office/officeart/2005/8/layout/hierarchy2"/>
    <dgm:cxn modelId="{662205B6-4FEF-4511-9231-B88B10F1A101}" type="presParOf" srcId="{BD5FF80D-E364-40A8-B2C1-BF18AE376FA6}" destId="{58D88C7D-C8B7-4A92-A743-3FEE381C74B3}" srcOrd="0" destOrd="0" presId="urn:microsoft.com/office/officeart/2005/8/layout/hierarchy2"/>
    <dgm:cxn modelId="{E0D8C158-00CB-47DF-B759-5A214C1D2B8A}" type="presParOf" srcId="{5E434D08-AF1D-495C-BCB3-C85C7B369652}" destId="{6D86ED3D-B38D-4900-888D-F655B8F06FDE}" srcOrd="1" destOrd="0" presId="urn:microsoft.com/office/officeart/2005/8/layout/hierarchy2"/>
    <dgm:cxn modelId="{98364144-E05A-4027-B52B-3EDF24F2C36E}" type="presParOf" srcId="{6D86ED3D-B38D-4900-888D-F655B8F06FDE}" destId="{D2AEC7EA-8A56-4A9C-874A-347BD027E73E}" srcOrd="0" destOrd="0" presId="urn:microsoft.com/office/officeart/2005/8/layout/hierarchy2"/>
    <dgm:cxn modelId="{7C4E7056-CE8C-4567-AF32-03AB57E0204F}" type="presParOf" srcId="{6D86ED3D-B38D-4900-888D-F655B8F06FDE}" destId="{77BF7E23-6AE1-4FC8-9020-C5614F47DD07}" srcOrd="1" destOrd="0" presId="urn:microsoft.com/office/officeart/2005/8/layout/hierarchy2"/>
    <dgm:cxn modelId="{5AFA687F-1DB0-47C1-9151-E7B885F370B2}" type="presParOf" srcId="{77BF7E23-6AE1-4FC8-9020-C5614F47DD07}" destId="{FBBC4383-1AC7-4B0D-B470-84FF5D8DB09F}" srcOrd="0" destOrd="0" presId="urn:microsoft.com/office/officeart/2005/8/layout/hierarchy2"/>
    <dgm:cxn modelId="{97945DB3-E1AD-423D-87A6-979B25D4CED8}" type="presParOf" srcId="{FBBC4383-1AC7-4B0D-B470-84FF5D8DB09F}" destId="{3AD918B2-0E74-4CF0-AB11-6C13DE177EA0}" srcOrd="0" destOrd="0" presId="urn:microsoft.com/office/officeart/2005/8/layout/hierarchy2"/>
    <dgm:cxn modelId="{422F30B5-A27B-4C17-AEF4-FDF491E5EF73}" type="presParOf" srcId="{77BF7E23-6AE1-4FC8-9020-C5614F47DD07}" destId="{99EB0BDA-B203-46D5-B225-E6D1623B7A26}" srcOrd="1" destOrd="0" presId="urn:microsoft.com/office/officeart/2005/8/layout/hierarchy2"/>
    <dgm:cxn modelId="{7D59D276-FB27-4325-8BE2-EC2A4B521AAB}" type="presParOf" srcId="{99EB0BDA-B203-46D5-B225-E6D1623B7A26}" destId="{8B47680E-8195-40DA-9BB9-4FA70922154D}" srcOrd="0" destOrd="0" presId="urn:microsoft.com/office/officeart/2005/8/layout/hierarchy2"/>
    <dgm:cxn modelId="{C218C88F-19DB-4240-A499-07B25DD21E9A}" type="presParOf" srcId="{99EB0BDA-B203-46D5-B225-E6D1623B7A26}" destId="{F1FFE401-62A2-427F-AF88-726748BC11D9}" srcOrd="1" destOrd="0" presId="urn:microsoft.com/office/officeart/2005/8/layout/hierarchy2"/>
    <dgm:cxn modelId="{0BC720A1-A597-492B-86AD-B373B93CC908}" type="presParOf" srcId="{77BF7E23-6AE1-4FC8-9020-C5614F47DD07}" destId="{DDB1B79B-1A9B-4DBD-8296-5862DBDD74BB}" srcOrd="2" destOrd="0" presId="urn:microsoft.com/office/officeart/2005/8/layout/hierarchy2"/>
    <dgm:cxn modelId="{53F3F7A8-1B44-4E3C-A171-6A825F63CA2C}" type="presParOf" srcId="{DDB1B79B-1A9B-4DBD-8296-5862DBDD74BB}" destId="{8EAA417D-A2BA-40ED-8BAD-03D0EF49E5F7}" srcOrd="0" destOrd="0" presId="urn:microsoft.com/office/officeart/2005/8/layout/hierarchy2"/>
    <dgm:cxn modelId="{8B85187E-CC12-4D40-89AF-24575E2962F4}" type="presParOf" srcId="{77BF7E23-6AE1-4FC8-9020-C5614F47DD07}" destId="{58D6975F-FA87-4D4D-BB8E-15E8F1C5686A}" srcOrd="3" destOrd="0" presId="urn:microsoft.com/office/officeart/2005/8/layout/hierarchy2"/>
    <dgm:cxn modelId="{45D8F189-01AC-4265-985C-EA33F66442D6}" type="presParOf" srcId="{58D6975F-FA87-4D4D-BB8E-15E8F1C5686A}" destId="{7934104F-F98D-4637-B171-8F9A31225801}" srcOrd="0" destOrd="0" presId="urn:microsoft.com/office/officeart/2005/8/layout/hierarchy2"/>
    <dgm:cxn modelId="{FAA92B6F-4A69-4D8E-A5E8-BCE783B5AD4A}" type="presParOf" srcId="{58D6975F-FA87-4D4D-BB8E-15E8F1C5686A}" destId="{1018BC00-DBDD-47B5-B54D-27E3F226D52D}" srcOrd="1" destOrd="0" presId="urn:microsoft.com/office/officeart/2005/8/layout/hierarchy2"/>
    <dgm:cxn modelId="{68AA2C06-844D-4B4D-B889-A14D3BB6FDFD}" type="presParOf" srcId="{5E434D08-AF1D-495C-BCB3-C85C7B369652}" destId="{64895D86-667C-4275-80DF-547D9F9372D6}" srcOrd="2" destOrd="0" presId="urn:microsoft.com/office/officeart/2005/8/layout/hierarchy2"/>
    <dgm:cxn modelId="{332C28D5-1AEB-48CE-B54F-59644DC48288}" type="presParOf" srcId="{64895D86-667C-4275-80DF-547D9F9372D6}" destId="{8058B848-8AEB-46B8-99B8-BBBA453507FD}" srcOrd="0" destOrd="0" presId="urn:microsoft.com/office/officeart/2005/8/layout/hierarchy2"/>
    <dgm:cxn modelId="{68F813BB-A673-47D4-B227-D8E85D503E50}" type="presParOf" srcId="{5E434D08-AF1D-495C-BCB3-C85C7B369652}" destId="{63281E2B-42C1-4CC9-95FB-C2FCCAD062CF}" srcOrd="3" destOrd="0" presId="urn:microsoft.com/office/officeart/2005/8/layout/hierarchy2"/>
    <dgm:cxn modelId="{1CB63F89-E775-4DD4-BC04-09E5E1C91615}" type="presParOf" srcId="{63281E2B-42C1-4CC9-95FB-C2FCCAD062CF}" destId="{CE3A8F25-08B6-4733-8992-07B0877B75B3}" srcOrd="0" destOrd="0" presId="urn:microsoft.com/office/officeart/2005/8/layout/hierarchy2"/>
    <dgm:cxn modelId="{0D014227-275B-4CD6-A185-5B3D6E4A389A}" type="presParOf" srcId="{63281E2B-42C1-4CC9-95FB-C2FCCAD062CF}" destId="{2660710F-ACEF-45CD-91E3-96AB1D48C497}" srcOrd="1" destOrd="0" presId="urn:microsoft.com/office/officeart/2005/8/layout/hierarchy2"/>
    <dgm:cxn modelId="{4024B0F1-0FBB-46A5-B989-BE4AE577530E}" type="presParOf" srcId="{2660710F-ACEF-45CD-91E3-96AB1D48C497}" destId="{73AE0B1A-7EB8-4128-91DA-D94A553216AB}" srcOrd="0" destOrd="0" presId="urn:microsoft.com/office/officeart/2005/8/layout/hierarchy2"/>
    <dgm:cxn modelId="{C6C81BD0-30CF-4764-B133-8BD3EB075BBF}" type="presParOf" srcId="{73AE0B1A-7EB8-4128-91DA-D94A553216AB}" destId="{8D6ECEEB-F9FF-4129-B25A-4346F0D6D7EF}" srcOrd="0" destOrd="0" presId="urn:microsoft.com/office/officeart/2005/8/layout/hierarchy2"/>
    <dgm:cxn modelId="{35A881F3-8CA4-45F8-97BC-905A30A06160}" type="presParOf" srcId="{2660710F-ACEF-45CD-91E3-96AB1D48C497}" destId="{CCE1513A-9687-49EF-A356-4544CDE3AC37}" srcOrd="1" destOrd="0" presId="urn:microsoft.com/office/officeart/2005/8/layout/hierarchy2"/>
    <dgm:cxn modelId="{556DA399-B0D5-4036-8D0C-94C0B315C4C7}" type="presParOf" srcId="{CCE1513A-9687-49EF-A356-4544CDE3AC37}" destId="{322CFAC7-902A-4B67-BC26-4CBCD5ED5D6E}" srcOrd="0" destOrd="0" presId="urn:microsoft.com/office/officeart/2005/8/layout/hierarchy2"/>
    <dgm:cxn modelId="{B90BFCC1-2190-43D3-AEFF-3CE3B78B4138}" type="presParOf" srcId="{CCE1513A-9687-49EF-A356-4544CDE3AC37}" destId="{D22E9F0B-30BD-4DB8-B701-5DB5694DD5EF}" srcOrd="1" destOrd="0" presId="urn:microsoft.com/office/officeart/2005/8/layout/hierarchy2"/>
    <dgm:cxn modelId="{47134F44-9923-4242-B5E3-B71801C03566}" type="presParOf" srcId="{2660710F-ACEF-45CD-91E3-96AB1D48C497}" destId="{F1BFD9DB-720C-4887-8D39-5E9D82EF13DA}" srcOrd="2" destOrd="0" presId="urn:microsoft.com/office/officeart/2005/8/layout/hierarchy2"/>
    <dgm:cxn modelId="{650730B5-A8C6-47F3-8453-884F2C867462}" type="presParOf" srcId="{F1BFD9DB-720C-4887-8D39-5E9D82EF13DA}" destId="{0546CA52-471C-4887-BFFF-534EAC5449BA}" srcOrd="0" destOrd="0" presId="urn:microsoft.com/office/officeart/2005/8/layout/hierarchy2"/>
    <dgm:cxn modelId="{4D1D54B6-EC38-4128-8A9F-6FAB7B9714AB}" type="presParOf" srcId="{2660710F-ACEF-45CD-91E3-96AB1D48C497}" destId="{9A6C01AE-72BC-4F42-B3B3-96F37788F4C3}" srcOrd="3" destOrd="0" presId="urn:microsoft.com/office/officeart/2005/8/layout/hierarchy2"/>
    <dgm:cxn modelId="{9DED78BA-6BCF-4508-A7CE-E555167744D5}" type="presParOf" srcId="{9A6C01AE-72BC-4F42-B3B3-96F37788F4C3}" destId="{C4815609-03D1-45B3-9DF2-7D4B20D78782}" srcOrd="0" destOrd="0" presId="urn:microsoft.com/office/officeart/2005/8/layout/hierarchy2"/>
    <dgm:cxn modelId="{675F57B1-6E37-46E0-9994-7D5BFB00339F}" type="presParOf" srcId="{9A6C01AE-72BC-4F42-B3B3-96F37788F4C3}" destId="{B851A3A0-0292-43F0-8BF4-B6E1F1B417DC}" srcOrd="1" destOrd="0" presId="urn:microsoft.com/office/officeart/2005/8/layout/hierarchy2"/>
    <dgm:cxn modelId="{8A3370B4-9DB4-4658-9CA1-0B79786749EB}" type="presParOf" srcId="{3ED337C9-3539-478C-89C0-B9FF15E73B07}" destId="{B26E9AB1-971A-46CE-96C1-03FF567A6620}" srcOrd="2" destOrd="0" presId="urn:microsoft.com/office/officeart/2005/8/layout/hierarchy2"/>
    <dgm:cxn modelId="{8F757B06-2FD0-48D3-A369-8FDA375CF471}" type="presParOf" srcId="{B26E9AB1-971A-46CE-96C1-03FF567A6620}" destId="{DAFA4236-A67B-4977-A65C-5698021FFC7C}" srcOrd="0" destOrd="0" presId="urn:microsoft.com/office/officeart/2005/8/layout/hierarchy2"/>
    <dgm:cxn modelId="{A4AED6AB-F61C-4C1D-85CA-E0F1FE1DB8ED}" type="presParOf" srcId="{3ED337C9-3539-478C-89C0-B9FF15E73B07}" destId="{24CB08A2-9E6B-4124-BEA8-4C2026EC7469}" srcOrd="3" destOrd="0" presId="urn:microsoft.com/office/officeart/2005/8/layout/hierarchy2"/>
    <dgm:cxn modelId="{E202FF10-D87D-47F4-A1ED-4ADC5092B5C3}" type="presParOf" srcId="{24CB08A2-9E6B-4124-BEA8-4C2026EC7469}" destId="{7BC3CDCF-F128-4259-94BB-0181C0BC0949}" srcOrd="0" destOrd="0" presId="urn:microsoft.com/office/officeart/2005/8/layout/hierarchy2"/>
    <dgm:cxn modelId="{F0496896-B037-4777-B17C-A1B18E7D127D}" type="presParOf" srcId="{24CB08A2-9E6B-4124-BEA8-4C2026EC7469}" destId="{38EABD88-FBFF-4E4F-BC5A-C9C152AE9FD3}" srcOrd="1" destOrd="0" presId="urn:microsoft.com/office/officeart/2005/8/layout/hierarchy2"/>
    <dgm:cxn modelId="{29DD38B0-C85C-4698-9DE4-E2A94EF87572}" type="presParOf" srcId="{38EABD88-FBFF-4E4F-BC5A-C9C152AE9FD3}" destId="{6543C1FC-20EA-4FF2-BF32-8FD806C36EF3}" srcOrd="0" destOrd="0" presId="urn:microsoft.com/office/officeart/2005/8/layout/hierarchy2"/>
    <dgm:cxn modelId="{138E4046-851E-45BB-9BAD-48B8725C35A9}" type="presParOf" srcId="{6543C1FC-20EA-4FF2-BF32-8FD806C36EF3}" destId="{983ECF74-FF60-42CA-BAAA-430E69028000}" srcOrd="0" destOrd="0" presId="urn:microsoft.com/office/officeart/2005/8/layout/hierarchy2"/>
    <dgm:cxn modelId="{A5AA8798-498E-4C21-B2BB-F3A6090901F4}" type="presParOf" srcId="{38EABD88-FBFF-4E4F-BC5A-C9C152AE9FD3}" destId="{D4E5C8C1-42F5-4E7E-84B5-8563F91A97C1}" srcOrd="1" destOrd="0" presId="urn:microsoft.com/office/officeart/2005/8/layout/hierarchy2"/>
    <dgm:cxn modelId="{BA4472ED-75EF-43F0-9C81-219DDBFE1292}" type="presParOf" srcId="{D4E5C8C1-42F5-4E7E-84B5-8563F91A97C1}" destId="{920489F0-D56A-4C48-B7DC-68275C6BA615}" srcOrd="0" destOrd="0" presId="urn:microsoft.com/office/officeart/2005/8/layout/hierarchy2"/>
    <dgm:cxn modelId="{63E77741-695E-492C-933E-D7195A9F041B}" type="presParOf" srcId="{D4E5C8C1-42F5-4E7E-84B5-8563F91A97C1}" destId="{40860A64-C53A-44AD-8550-AD0D978AB52E}" srcOrd="1" destOrd="0" presId="urn:microsoft.com/office/officeart/2005/8/layout/hierarchy2"/>
    <dgm:cxn modelId="{FFF5F77F-9F23-432E-B834-FE2854A4F82D}" type="presParOf" srcId="{40860A64-C53A-44AD-8550-AD0D978AB52E}" destId="{741D55EB-6536-488A-BAFA-6C3DB5443E29}" srcOrd="0" destOrd="0" presId="urn:microsoft.com/office/officeart/2005/8/layout/hierarchy2"/>
    <dgm:cxn modelId="{12692C98-BA76-492F-B0CF-152BC4C6A819}" type="presParOf" srcId="{741D55EB-6536-488A-BAFA-6C3DB5443E29}" destId="{2A87E532-32BD-4A30-9B30-E3AC41159E1D}" srcOrd="0" destOrd="0" presId="urn:microsoft.com/office/officeart/2005/8/layout/hierarchy2"/>
    <dgm:cxn modelId="{53219B3E-80D2-44C3-8D68-469C7AA37169}" type="presParOf" srcId="{40860A64-C53A-44AD-8550-AD0D978AB52E}" destId="{F02DD268-E19C-443D-A3FB-7502359EC037}" srcOrd="1" destOrd="0" presId="urn:microsoft.com/office/officeart/2005/8/layout/hierarchy2"/>
    <dgm:cxn modelId="{54123AB7-C215-4618-B199-F986C8866CBC}" type="presParOf" srcId="{F02DD268-E19C-443D-A3FB-7502359EC037}" destId="{7219A1FB-C959-4449-B810-BE0B2F69C953}" srcOrd="0" destOrd="0" presId="urn:microsoft.com/office/officeart/2005/8/layout/hierarchy2"/>
    <dgm:cxn modelId="{8760A61E-55DB-4420-9789-A3F055C9B67A}" type="presParOf" srcId="{F02DD268-E19C-443D-A3FB-7502359EC037}" destId="{7DA65CA5-7F9A-492E-A34B-E1DB296F209B}" srcOrd="1" destOrd="0" presId="urn:microsoft.com/office/officeart/2005/8/layout/hierarchy2"/>
    <dgm:cxn modelId="{B0E0B5B2-4CDE-49FD-8795-D3A8D08FFEC8}" type="presParOf" srcId="{7DA65CA5-7F9A-492E-A34B-E1DB296F209B}" destId="{AB23E7A4-F70A-4DB5-98EB-07A63D31202C}" srcOrd="0" destOrd="0" presId="urn:microsoft.com/office/officeart/2005/8/layout/hierarchy2"/>
    <dgm:cxn modelId="{E1BDBBDD-7351-475C-BF3F-0C8EA5D6393D}" type="presParOf" srcId="{AB23E7A4-F70A-4DB5-98EB-07A63D31202C}" destId="{6AC0173C-BB57-4109-83E3-D5FA3563B569}" srcOrd="0" destOrd="0" presId="urn:microsoft.com/office/officeart/2005/8/layout/hierarchy2"/>
    <dgm:cxn modelId="{161E9C52-8A5D-4E18-870F-C1597318199D}" type="presParOf" srcId="{7DA65CA5-7F9A-492E-A34B-E1DB296F209B}" destId="{D9F4A6D2-7487-4ABD-BEE0-5DB6AC519FBB}" srcOrd="1" destOrd="0" presId="urn:microsoft.com/office/officeart/2005/8/layout/hierarchy2"/>
    <dgm:cxn modelId="{FFAF0E35-6AAF-40CB-B10E-5532771DD9C5}" type="presParOf" srcId="{D9F4A6D2-7487-4ABD-BEE0-5DB6AC519FBB}" destId="{553ED866-B726-4332-9ADB-593A67929C1B}" srcOrd="0" destOrd="0" presId="urn:microsoft.com/office/officeart/2005/8/layout/hierarchy2"/>
    <dgm:cxn modelId="{93C5E2E3-A3AE-452D-831D-7C341352FB96}" type="presParOf" srcId="{D9F4A6D2-7487-4ABD-BEE0-5DB6AC519FBB}" destId="{83A8DA38-3320-4407-8205-C170D4F5BDBD}" srcOrd="1" destOrd="0" presId="urn:microsoft.com/office/officeart/2005/8/layout/hierarchy2"/>
    <dgm:cxn modelId="{5229271A-35F7-48E6-8C19-FC0B89FC5605}" type="presParOf" srcId="{7DA65CA5-7F9A-492E-A34B-E1DB296F209B}" destId="{BC038140-FE3A-451E-9734-C7D1B1D7B5CB}" srcOrd="2" destOrd="0" presId="urn:microsoft.com/office/officeart/2005/8/layout/hierarchy2"/>
    <dgm:cxn modelId="{433C0C3A-0BE4-4BE3-8EEC-18D3CA509CE7}" type="presParOf" srcId="{BC038140-FE3A-451E-9734-C7D1B1D7B5CB}" destId="{8E36FB29-B0D2-4980-939A-38D6461097B4}" srcOrd="0" destOrd="0" presId="urn:microsoft.com/office/officeart/2005/8/layout/hierarchy2"/>
    <dgm:cxn modelId="{39D714D9-CB7F-40FA-A74F-F7F2C3EC7B86}" type="presParOf" srcId="{7DA65CA5-7F9A-492E-A34B-E1DB296F209B}" destId="{C9AC4A8B-AF00-4C61-89D5-BE58424DE337}" srcOrd="3" destOrd="0" presId="urn:microsoft.com/office/officeart/2005/8/layout/hierarchy2"/>
    <dgm:cxn modelId="{A159332F-FBC8-41ED-AC7E-6AC8B169F43C}" type="presParOf" srcId="{C9AC4A8B-AF00-4C61-89D5-BE58424DE337}" destId="{2E8956A8-8AD5-432B-A2F8-953E09BAEEF9}" srcOrd="0" destOrd="0" presId="urn:microsoft.com/office/officeart/2005/8/layout/hierarchy2"/>
    <dgm:cxn modelId="{2263F32D-CAA1-43B3-8E00-6AE58FC90E4C}" type="presParOf" srcId="{C9AC4A8B-AF00-4C61-89D5-BE58424DE337}" destId="{3E8DB17B-62F2-4692-B2C6-449DFC8ACC74}" srcOrd="1" destOrd="0" presId="urn:microsoft.com/office/officeart/2005/8/layout/hierarchy2"/>
    <dgm:cxn modelId="{4850A0A8-8253-4DD2-B441-C1F81523A4A3}" type="presParOf" srcId="{40860A64-C53A-44AD-8550-AD0D978AB52E}" destId="{8F05E24A-B731-4A9B-8819-93E34E494380}" srcOrd="2" destOrd="0" presId="urn:microsoft.com/office/officeart/2005/8/layout/hierarchy2"/>
    <dgm:cxn modelId="{891FA188-4563-4502-9EB5-102181648AF9}" type="presParOf" srcId="{8F05E24A-B731-4A9B-8819-93E34E494380}" destId="{64806A3D-FE9C-4758-B529-A26D96EB0EBF}" srcOrd="0" destOrd="0" presId="urn:microsoft.com/office/officeart/2005/8/layout/hierarchy2"/>
    <dgm:cxn modelId="{41AEF557-DDA5-4B16-9E46-6DFCF2D2505B}" type="presParOf" srcId="{40860A64-C53A-44AD-8550-AD0D978AB52E}" destId="{31E70452-136D-44DF-BDB2-8A35225CC89E}" srcOrd="3" destOrd="0" presId="urn:microsoft.com/office/officeart/2005/8/layout/hierarchy2"/>
    <dgm:cxn modelId="{430A8516-5CF9-48D0-81A6-6B80F941D67B}" type="presParOf" srcId="{31E70452-136D-44DF-BDB2-8A35225CC89E}" destId="{56AA9127-665F-4712-A810-073A9E0A814E}" srcOrd="0" destOrd="0" presId="urn:microsoft.com/office/officeart/2005/8/layout/hierarchy2"/>
    <dgm:cxn modelId="{511E24A3-B15C-4A4F-ADED-1B3C998BC1C5}" type="presParOf" srcId="{31E70452-136D-44DF-BDB2-8A35225CC89E}" destId="{98AF5087-DFD9-4D17-AE59-535E1B5E4B6A}" srcOrd="1" destOrd="0" presId="urn:microsoft.com/office/officeart/2005/8/layout/hierarchy2"/>
    <dgm:cxn modelId="{5917B1B7-D45E-4B70-B18E-BFC9C527B169}" type="presParOf" srcId="{98AF5087-DFD9-4D17-AE59-535E1B5E4B6A}" destId="{3EB98287-8FB5-4842-8926-DF3763BFD035}" srcOrd="0" destOrd="0" presId="urn:microsoft.com/office/officeart/2005/8/layout/hierarchy2"/>
    <dgm:cxn modelId="{89171980-F911-4480-AA7E-A12848D4FF75}" type="presParOf" srcId="{3EB98287-8FB5-4842-8926-DF3763BFD035}" destId="{4AFDAED2-25B5-4C71-834E-E70F45D0E5F2}" srcOrd="0" destOrd="0" presId="urn:microsoft.com/office/officeart/2005/8/layout/hierarchy2"/>
    <dgm:cxn modelId="{7500A282-5FF9-4DAF-9550-60FB1BBBB7BB}" type="presParOf" srcId="{98AF5087-DFD9-4D17-AE59-535E1B5E4B6A}" destId="{7DB29F83-1265-4936-ACA5-AEEE52A481B0}" srcOrd="1" destOrd="0" presId="urn:microsoft.com/office/officeart/2005/8/layout/hierarchy2"/>
    <dgm:cxn modelId="{5AFD2A8C-7618-44F1-9506-8EA6A4535EFA}" type="presParOf" srcId="{7DB29F83-1265-4936-ACA5-AEEE52A481B0}" destId="{9ECAE184-5D8B-4231-B021-A0C565B9491D}" srcOrd="0" destOrd="0" presId="urn:microsoft.com/office/officeart/2005/8/layout/hierarchy2"/>
    <dgm:cxn modelId="{D8000B05-00FE-4B7B-9807-B575FEEF559B}" type="presParOf" srcId="{7DB29F83-1265-4936-ACA5-AEEE52A481B0}" destId="{60535DC8-5DD5-4B3E-ACD5-577D6001C667}" srcOrd="1" destOrd="0" presId="urn:microsoft.com/office/officeart/2005/8/layout/hierarchy2"/>
    <dgm:cxn modelId="{AA161610-B6EA-44E1-93CA-A898029E7F96}" type="presParOf" srcId="{98AF5087-DFD9-4D17-AE59-535E1B5E4B6A}" destId="{A9BE07A7-0D24-41CE-83EA-9AF7AA3F13CC}" srcOrd="2" destOrd="0" presId="urn:microsoft.com/office/officeart/2005/8/layout/hierarchy2"/>
    <dgm:cxn modelId="{713F2A75-C0A2-477E-B595-945E5F6278D9}" type="presParOf" srcId="{A9BE07A7-0D24-41CE-83EA-9AF7AA3F13CC}" destId="{71B9F914-FAD8-4BDA-92BF-71A42A158179}" srcOrd="0" destOrd="0" presId="urn:microsoft.com/office/officeart/2005/8/layout/hierarchy2"/>
    <dgm:cxn modelId="{5EE61C28-451A-4A38-B625-D554AC3031D1}" type="presParOf" srcId="{98AF5087-DFD9-4D17-AE59-535E1B5E4B6A}" destId="{C595B122-D044-4321-927F-1FFBDE5A306A}" srcOrd="3" destOrd="0" presId="urn:microsoft.com/office/officeart/2005/8/layout/hierarchy2"/>
    <dgm:cxn modelId="{422C447E-6B95-4E35-AA82-F555DA941E7D}" type="presParOf" srcId="{C595B122-D044-4321-927F-1FFBDE5A306A}" destId="{6E7FD2E2-2C57-4E56-966F-7597FB0072F9}" srcOrd="0" destOrd="0" presId="urn:microsoft.com/office/officeart/2005/8/layout/hierarchy2"/>
    <dgm:cxn modelId="{D84C3BFD-BFAE-4DE7-94C1-83FDFF2AAE89}" type="presParOf" srcId="{C595B122-D044-4321-927F-1FFBDE5A306A}" destId="{9FE600AC-97C4-4C5D-8BDC-6CFEE75810E6}"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472402-19EE-4904-AA50-9E2027EB360B}">
      <dsp:nvSpPr>
        <dsp:cNvPr id="0" name=""/>
        <dsp:cNvSpPr/>
      </dsp:nvSpPr>
      <dsp:spPr>
        <a:xfrm>
          <a:off x="913164" y="2305780"/>
          <a:ext cx="1824792" cy="1267549"/>
        </a:xfrm>
        <a:prstGeom prst="roundRect">
          <a:avLst>
            <a:gd name="adj" fmla="val 10000"/>
          </a:avLst>
        </a:prstGeom>
        <a:solidFill>
          <a:schemeClr val="bg1"/>
        </a:solidFill>
        <a:ln w="15875"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bs-Latn-BA" sz="1600" kern="1200" dirty="0">
              <a:solidFill>
                <a:sysClr val="windowText" lastClr="000000"/>
              </a:solidFill>
              <a:latin typeface="Times New Roman" panose="02020603050405020304" pitchFamily="18" charset="0"/>
              <a:cs typeface="Times New Roman" panose="02020603050405020304" pitchFamily="18" charset="0"/>
            </a:rPr>
            <a:t>Biomonitoring</a:t>
          </a:r>
        </a:p>
      </dsp:txBody>
      <dsp:txXfrm>
        <a:off x="950289" y="2342905"/>
        <a:ext cx="1750542" cy="1193299"/>
      </dsp:txXfrm>
    </dsp:sp>
    <dsp:sp modelId="{968E8499-9947-46BA-A84F-51A73B7402E1}">
      <dsp:nvSpPr>
        <dsp:cNvPr id="0" name=""/>
        <dsp:cNvSpPr/>
      </dsp:nvSpPr>
      <dsp:spPr>
        <a:xfrm rot="16975737">
          <a:off x="2130308" y="2170075"/>
          <a:ext cx="1565587" cy="13060"/>
        </a:xfrm>
        <a:custGeom>
          <a:avLst/>
          <a:gdLst/>
          <a:ahLst/>
          <a:cxnLst/>
          <a:rect l="0" t="0" r="0" b="0"/>
          <a:pathLst>
            <a:path>
              <a:moveTo>
                <a:pt x="0" y="6530"/>
              </a:moveTo>
              <a:lnTo>
                <a:pt x="1565587"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2873961" y="2137466"/>
        <a:ext cx="78279" cy="78279"/>
      </dsp:txXfrm>
    </dsp:sp>
    <dsp:sp modelId="{FBAD81AB-FD6C-48F3-9084-02F449BD4551}">
      <dsp:nvSpPr>
        <dsp:cNvPr id="0" name=""/>
        <dsp:cNvSpPr/>
      </dsp:nvSpPr>
      <dsp:spPr>
        <a:xfrm>
          <a:off x="3088245" y="906011"/>
          <a:ext cx="1175322" cy="1015293"/>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bs-Latn-BA" sz="1600" kern="1200" dirty="0">
              <a:solidFill>
                <a:sysClr val="windowText" lastClr="000000"/>
              </a:solidFill>
              <a:latin typeface="Times New Roman" panose="02020603050405020304" pitchFamily="18" charset="0"/>
              <a:cs typeface="Times New Roman" panose="02020603050405020304" pitchFamily="18" charset="0"/>
            </a:rPr>
            <a:t>Pas</a:t>
          </a:r>
          <a:r>
            <a:rPr lang="en-US" sz="1600" kern="1200" dirty="0">
              <a:solidFill>
                <a:sysClr val="windowText" lastClr="000000"/>
              </a:solidFill>
              <a:latin typeface="Times New Roman" panose="02020603050405020304" pitchFamily="18" charset="0"/>
              <a:cs typeface="Times New Roman" panose="02020603050405020304" pitchFamily="18" charset="0"/>
            </a:rPr>
            <a:t>s</a:t>
          </a:r>
          <a:r>
            <a:rPr lang="bs-Latn-BA" sz="1600" kern="1200" dirty="0">
              <a:solidFill>
                <a:sysClr val="windowText" lastClr="000000"/>
              </a:solidFill>
              <a:latin typeface="Times New Roman" panose="02020603050405020304" pitchFamily="18" charset="0"/>
              <a:cs typeface="Times New Roman" panose="02020603050405020304" pitchFamily="18" charset="0"/>
            </a:rPr>
            <a:t>iv</a:t>
          </a:r>
          <a:r>
            <a:rPr lang="en-US" sz="1600" kern="1200" dirty="0">
              <a:solidFill>
                <a:sysClr val="windowText" lastClr="000000"/>
              </a:solidFill>
              <a:latin typeface="Times New Roman" panose="02020603050405020304" pitchFamily="18" charset="0"/>
              <a:cs typeface="Times New Roman" panose="02020603050405020304" pitchFamily="18" charset="0"/>
            </a:rPr>
            <a:t>e</a:t>
          </a:r>
          <a:endParaRPr lang="bs-Latn-BA" sz="1600" kern="1200" dirty="0">
            <a:solidFill>
              <a:sysClr val="windowText" lastClr="000000"/>
            </a:solidFill>
            <a:latin typeface="Times New Roman" panose="02020603050405020304" pitchFamily="18" charset="0"/>
            <a:cs typeface="Times New Roman" panose="02020603050405020304" pitchFamily="18" charset="0"/>
          </a:endParaRPr>
        </a:p>
      </dsp:txBody>
      <dsp:txXfrm>
        <a:off x="3117982" y="935748"/>
        <a:ext cx="1115848" cy="955819"/>
      </dsp:txXfrm>
    </dsp:sp>
    <dsp:sp modelId="{BD5FF80D-E364-40A8-B2C1-BF18AE376FA6}">
      <dsp:nvSpPr>
        <dsp:cNvPr id="0" name=""/>
        <dsp:cNvSpPr/>
      </dsp:nvSpPr>
      <dsp:spPr>
        <a:xfrm rot="17764175">
          <a:off x="4040170" y="1049132"/>
          <a:ext cx="797084" cy="13060"/>
        </a:xfrm>
        <a:custGeom>
          <a:avLst/>
          <a:gdLst/>
          <a:ahLst/>
          <a:cxnLst/>
          <a:rect l="0" t="0" r="0" b="0"/>
          <a:pathLst>
            <a:path>
              <a:moveTo>
                <a:pt x="0" y="6530"/>
              </a:moveTo>
              <a:lnTo>
                <a:pt x="797084"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4418785" y="1035736"/>
        <a:ext cx="39854" cy="39854"/>
      </dsp:txXfrm>
    </dsp:sp>
    <dsp:sp modelId="{D2AEC7EA-8A56-4A9C-874A-347BD027E73E}">
      <dsp:nvSpPr>
        <dsp:cNvPr id="0" name=""/>
        <dsp:cNvSpPr/>
      </dsp:nvSpPr>
      <dsp:spPr>
        <a:xfrm>
          <a:off x="4613856" y="5003"/>
          <a:ext cx="2046384" cy="1385329"/>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Text" lastClr="000000"/>
              </a:solidFill>
              <a:latin typeface="Times New Roman" panose="02020603050405020304" pitchFamily="18" charset="0"/>
              <a:cs typeface="Times New Roman" panose="02020603050405020304" pitchFamily="18" charset="0"/>
            </a:rPr>
            <a:t>Changes in community composition</a:t>
          </a:r>
          <a:endParaRPr lang="bs-Latn-BA" sz="1600" kern="1200" dirty="0">
            <a:solidFill>
              <a:sysClr val="windowText" lastClr="000000"/>
            </a:solidFill>
            <a:latin typeface="Times New Roman" panose="02020603050405020304" pitchFamily="18" charset="0"/>
            <a:cs typeface="Times New Roman" panose="02020603050405020304" pitchFamily="18" charset="0"/>
          </a:endParaRPr>
        </a:p>
      </dsp:txBody>
      <dsp:txXfrm>
        <a:off x="4654431" y="45578"/>
        <a:ext cx="1965234" cy="1304179"/>
      </dsp:txXfrm>
    </dsp:sp>
    <dsp:sp modelId="{FBBC4383-1AC7-4B0D-B470-84FF5D8DB09F}">
      <dsp:nvSpPr>
        <dsp:cNvPr id="0" name=""/>
        <dsp:cNvSpPr/>
      </dsp:nvSpPr>
      <dsp:spPr>
        <a:xfrm rot="19417242">
          <a:off x="6617844" y="562108"/>
          <a:ext cx="435082" cy="13060"/>
        </a:xfrm>
        <a:custGeom>
          <a:avLst/>
          <a:gdLst/>
          <a:ahLst/>
          <a:cxnLst/>
          <a:rect l="0" t="0" r="0" b="0"/>
          <a:pathLst>
            <a:path>
              <a:moveTo>
                <a:pt x="0" y="6530"/>
              </a:moveTo>
              <a:lnTo>
                <a:pt x="435082"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6824509" y="557761"/>
        <a:ext cx="21754" cy="21754"/>
      </dsp:txXfrm>
    </dsp:sp>
    <dsp:sp modelId="{8B47680E-8195-40DA-9BB9-4FA70922154D}">
      <dsp:nvSpPr>
        <dsp:cNvPr id="0" name=""/>
        <dsp:cNvSpPr/>
      </dsp:nvSpPr>
      <dsp:spPr>
        <a:xfrm>
          <a:off x="7010530" y="163767"/>
          <a:ext cx="2713614" cy="551682"/>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Text" lastClr="000000"/>
              </a:solidFill>
              <a:latin typeface="Times New Roman" panose="02020603050405020304" pitchFamily="18" charset="0"/>
              <a:cs typeface="Times New Roman" panose="02020603050405020304" pitchFamily="18" charset="0"/>
            </a:rPr>
            <a:t>Species presence</a:t>
          </a:r>
          <a:endParaRPr lang="bs-Latn-BA" sz="1600" kern="1200" dirty="0">
            <a:solidFill>
              <a:sysClr val="windowText" lastClr="000000"/>
            </a:solidFill>
            <a:latin typeface="Times New Roman" panose="02020603050405020304" pitchFamily="18" charset="0"/>
            <a:cs typeface="Times New Roman" panose="02020603050405020304" pitchFamily="18" charset="0"/>
          </a:endParaRPr>
        </a:p>
      </dsp:txBody>
      <dsp:txXfrm>
        <a:off x="7026688" y="179925"/>
        <a:ext cx="2681298" cy="519366"/>
      </dsp:txXfrm>
    </dsp:sp>
    <dsp:sp modelId="{DDB1B79B-1A9B-4DBD-8296-5862DBDD74BB}">
      <dsp:nvSpPr>
        <dsp:cNvPr id="0" name=""/>
        <dsp:cNvSpPr/>
      </dsp:nvSpPr>
      <dsp:spPr>
        <a:xfrm rot="2483226">
          <a:off x="6601941" y="845478"/>
          <a:ext cx="466889" cy="13060"/>
        </a:xfrm>
        <a:custGeom>
          <a:avLst/>
          <a:gdLst/>
          <a:ahLst/>
          <a:cxnLst/>
          <a:rect l="0" t="0" r="0" b="0"/>
          <a:pathLst>
            <a:path>
              <a:moveTo>
                <a:pt x="0" y="6530"/>
              </a:moveTo>
              <a:lnTo>
                <a:pt x="466889"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6823713" y="840336"/>
        <a:ext cx="23344" cy="23344"/>
      </dsp:txXfrm>
    </dsp:sp>
    <dsp:sp modelId="{7934104F-F98D-4637-B171-8F9A31225801}">
      <dsp:nvSpPr>
        <dsp:cNvPr id="0" name=""/>
        <dsp:cNvSpPr/>
      </dsp:nvSpPr>
      <dsp:spPr>
        <a:xfrm>
          <a:off x="7010530" y="781129"/>
          <a:ext cx="2753091" cy="450440"/>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bs-Latn-BA" sz="1600" kern="1200" dirty="0">
              <a:solidFill>
                <a:sysClr val="windowText" lastClr="000000"/>
              </a:solidFill>
              <a:latin typeface="Times New Roman" panose="02020603050405020304" pitchFamily="18" charset="0"/>
              <a:cs typeface="Times New Roman" panose="02020603050405020304" pitchFamily="18" charset="0"/>
            </a:rPr>
            <a:t>Absence of the s</a:t>
          </a:r>
          <a:r>
            <a:rPr lang="en-US" sz="1600" kern="1200" dirty="0" err="1">
              <a:solidFill>
                <a:sysClr val="windowText" lastClr="000000"/>
              </a:solidFill>
              <a:latin typeface="Times New Roman" panose="02020603050405020304" pitchFamily="18" charset="0"/>
              <a:cs typeface="Times New Roman" panose="02020603050405020304" pitchFamily="18" charset="0"/>
            </a:rPr>
            <a:t>pecies</a:t>
          </a:r>
          <a:endParaRPr lang="bs-Latn-BA" sz="1600" kern="1200" dirty="0">
            <a:solidFill>
              <a:sysClr val="windowText" lastClr="000000"/>
            </a:solidFill>
            <a:latin typeface="Times New Roman" panose="02020603050405020304" pitchFamily="18" charset="0"/>
            <a:cs typeface="Times New Roman" panose="02020603050405020304" pitchFamily="18" charset="0"/>
          </a:endParaRPr>
        </a:p>
      </dsp:txBody>
      <dsp:txXfrm>
        <a:off x="7023723" y="794322"/>
        <a:ext cx="2726705" cy="424054"/>
      </dsp:txXfrm>
    </dsp:sp>
    <dsp:sp modelId="{64895D86-667C-4275-80DF-547D9F9372D6}">
      <dsp:nvSpPr>
        <dsp:cNvPr id="0" name=""/>
        <dsp:cNvSpPr/>
      </dsp:nvSpPr>
      <dsp:spPr>
        <a:xfrm rot="3890701">
          <a:off x="4026674" y="1780088"/>
          <a:ext cx="824075" cy="13060"/>
        </a:xfrm>
        <a:custGeom>
          <a:avLst/>
          <a:gdLst/>
          <a:ahLst/>
          <a:cxnLst/>
          <a:rect l="0" t="0" r="0" b="0"/>
          <a:pathLst>
            <a:path>
              <a:moveTo>
                <a:pt x="0" y="6530"/>
              </a:moveTo>
              <a:lnTo>
                <a:pt x="824075"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4418110" y="1766016"/>
        <a:ext cx="41203" cy="41203"/>
      </dsp:txXfrm>
    </dsp:sp>
    <dsp:sp modelId="{CE3A8F25-08B6-4733-8992-07B0877B75B3}">
      <dsp:nvSpPr>
        <dsp:cNvPr id="0" name=""/>
        <dsp:cNvSpPr/>
      </dsp:nvSpPr>
      <dsp:spPr>
        <a:xfrm>
          <a:off x="4613856" y="1496847"/>
          <a:ext cx="1962779" cy="1325465"/>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bs-Latn-BA" sz="1600" i="1" kern="1200" dirty="0">
              <a:solidFill>
                <a:sysClr val="windowText" lastClr="000000"/>
              </a:solidFill>
              <a:latin typeface="Times New Roman" pitchFamily="18" charset="0"/>
              <a:cs typeface="Times New Roman" pitchFamily="18" charset="0"/>
            </a:rPr>
            <a:t>In situ </a:t>
          </a:r>
          <a:r>
            <a:rPr lang="bs-Latn-BA" sz="1600" i="0" kern="1200" dirty="0">
              <a:solidFill>
                <a:sysClr val="windowText" lastClr="000000"/>
              </a:solidFill>
              <a:latin typeface="Times New Roman" pitchFamily="18" charset="0"/>
              <a:cs typeface="Times New Roman" pitchFamily="18" charset="0"/>
            </a:rPr>
            <a:t> biomonitoring</a:t>
          </a:r>
          <a:endParaRPr lang="bs-Latn-BA" sz="1600" kern="1200" dirty="0">
            <a:solidFill>
              <a:sysClr val="windowText" lastClr="000000"/>
            </a:solidFill>
            <a:latin typeface="Times New Roman" pitchFamily="18" charset="0"/>
            <a:cs typeface="Times New Roman" pitchFamily="18" charset="0"/>
          </a:endParaRPr>
        </a:p>
      </dsp:txBody>
      <dsp:txXfrm>
        <a:off x="4652678" y="1535669"/>
        <a:ext cx="1885135" cy="1247821"/>
      </dsp:txXfrm>
    </dsp:sp>
    <dsp:sp modelId="{73AE0B1A-7EB8-4128-91DA-D94A553216AB}">
      <dsp:nvSpPr>
        <dsp:cNvPr id="0" name=""/>
        <dsp:cNvSpPr/>
      </dsp:nvSpPr>
      <dsp:spPr>
        <a:xfrm rot="18413009">
          <a:off x="6459966" y="1919638"/>
          <a:ext cx="583629" cy="13060"/>
        </a:xfrm>
        <a:custGeom>
          <a:avLst/>
          <a:gdLst/>
          <a:ahLst/>
          <a:cxnLst/>
          <a:rect l="0" t="0" r="0" b="0"/>
          <a:pathLst>
            <a:path>
              <a:moveTo>
                <a:pt x="0" y="6530"/>
              </a:moveTo>
              <a:lnTo>
                <a:pt x="583629"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6737190" y="1911578"/>
        <a:ext cx="29181" cy="29181"/>
      </dsp:txXfrm>
    </dsp:sp>
    <dsp:sp modelId="{322CFAC7-902A-4B67-BC26-4CBCD5ED5D6E}">
      <dsp:nvSpPr>
        <dsp:cNvPr id="0" name=""/>
        <dsp:cNvSpPr/>
      </dsp:nvSpPr>
      <dsp:spPr>
        <a:xfrm>
          <a:off x="6926925" y="1297248"/>
          <a:ext cx="2386926" cy="791021"/>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Text" lastClr="000000"/>
              </a:solidFill>
              <a:latin typeface="Times New Roman" panose="02020603050405020304" pitchFamily="18" charset="0"/>
              <a:cs typeface="Times New Roman" panose="02020603050405020304" pitchFamily="18" charset="0"/>
            </a:rPr>
            <a:t>Gaseous pollutants</a:t>
          </a:r>
        </a:p>
        <a:p>
          <a:pPr marL="0" lvl="0" indent="0" algn="ctr" defTabSz="711200">
            <a:lnSpc>
              <a:spcPct val="90000"/>
            </a:lnSpc>
            <a:spcBef>
              <a:spcPct val="0"/>
            </a:spcBef>
            <a:spcAft>
              <a:spcPct val="35000"/>
            </a:spcAft>
            <a:buNone/>
          </a:pPr>
          <a:r>
            <a:rPr lang="bs-Latn-BA" sz="1600" kern="1200" dirty="0">
              <a:solidFill>
                <a:sysClr val="windowText" lastClr="000000"/>
              </a:solidFill>
              <a:latin typeface="Times New Roman" panose="02020603050405020304" pitchFamily="18" charset="0"/>
              <a:cs typeface="Times New Roman" panose="02020603050405020304" pitchFamily="18" charset="0"/>
            </a:rPr>
            <a:t>(NO</a:t>
          </a:r>
          <a:r>
            <a:rPr lang="bs-Latn-BA" sz="1600" kern="1200" baseline="-25000" dirty="0">
              <a:solidFill>
                <a:sysClr val="windowText" lastClr="000000"/>
              </a:solidFill>
              <a:latin typeface="Times New Roman" panose="02020603050405020304" pitchFamily="18" charset="0"/>
              <a:cs typeface="Times New Roman" panose="02020603050405020304" pitchFamily="18" charset="0"/>
            </a:rPr>
            <a:t>x</a:t>
          </a:r>
          <a:r>
            <a:rPr lang="bs-Latn-BA" sz="1600" kern="1200" baseline="0" dirty="0">
              <a:solidFill>
                <a:sysClr val="windowText" lastClr="000000"/>
              </a:solidFill>
              <a:latin typeface="Times New Roman" panose="02020603050405020304" pitchFamily="18" charset="0"/>
              <a:cs typeface="Times New Roman" panose="02020603050405020304" pitchFamily="18" charset="0"/>
            </a:rPr>
            <a:t> </a:t>
          </a:r>
          <a:r>
            <a:rPr lang="en-US" sz="1600" kern="1200" baseline="0" dirty="0">
              <a:solidFill>
                <a:sysClr val="windowText" lastClr="000000"/>
              </a:solidFill>
              <a:latin typeface="Times New Roman" panose="02020603050405020304" pitchFamily="18" charset="0"/>
              <a:cs typeface="Times New Roman" panose="02020603050405020304" pitchFamily="18" charset="0"/>
            </a:rPr>
            <a:t>and</a:t>
          </a:r>
          <a:r>
            <a:rPr lang="bs-Latn-BA" sz="1600" kern="1200" baseline="0" dirty="0">
              <a:solidFill>
                <a:sysClr val="windowText" lastClr="000000"/>
              </a:solidFill>
              <a:latin typeface="Times New Roman" panose="02020603050405020304" pitchFamily="18" charset="0"/>
              <a:cs typeface="Times New Roman" panose="02020603050405020304" pitchFamily="18" charset="0"/>
            </a:rPr>
            <a:t> SO</a:t>
          </a:r>
          <a:r>
            <a:rPr lang="bs-Latn-BA" sz="1600" kern="1200" baseline="-25000" dirty="0">
              <a:solidFill>
                <a:sysClr val="windowText" lastClr="000000"/>
              </a:solidFill>
              <a:latin typeface="Times New Roman" panose="02020603050405020304" pitchFamily="18" charset="0"/>
              <a:cs typeface="Times New Roman" panose="02020603050405020304" pitchFamily="18" charset="0"/>
            </a:rPr>
            <a:t>x</a:t>
          </a:r>
          <a:r>
            <a:rPr lang="bs-Latn-BA" sz="1600" kern="1200" dirty="0">
              <a:solidFill>
                <a:sysClr val="windowText" lastClr="000000"/>
              </a:solidFill>
              <a:latin typeface="Times New Roman" panose="02020603050405020304" pitchFamily="18" charset="0"/>
              <a:cs typeface="Times New Roman" panose="02020603050405020304" pitchFamily="18" charset="0"/>
            </a:rPr>
            <a:t>)</a:t>
          </a:r>
        </a:p>
      </dsp:txBody>
      <dsp:txXfrm>
        <a:off x="6950093" y="1320416"/>
        <a:ext cx="2340590" cy="744685"/>
      </dsp:txXfrm>
    </dsp:sp>
    <dsp:sp modelId="{F1BFD9DB-720C-4887-8D39-5E9D82EF13DA}">
      <dsp:nvSpPr>
        <dsp:cNvPr id="0" name=""/>
        <dsp:cNvSpPr/>
      </dsp:nvSpPr>
      <dsp:spPr>
        <a:xfrm rot="3043501">
          <a:off x="6475110" y="2367224"/>
          <a:ext cx="553340" cy="13060"/>
        </a:xfrm>
        <a:custGeom>
          <a:avLst/>
          <a:gdLst/>
          <a:ahLst/>
          <a:cxnLst/>
          <a:rect l="0" t="0" r="0" b="0"/>
          <a:pathLst>
            <a:path>
              <a:moveTo>
                <a:pt x="0" y="6530"/>
              </a:moveTo>
              <a:lnTo>
                <a:pt x="553340"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6737947" y="2359921"/>
        <a:ext cx="27667" cy="27667"/>
      </dsp:txXfrm>
    </dsp:sp>
    <dsp:sp modelId="{C4815609-03D1-45B3-9DF2-7D4B20D78782}">
      <dsp:nvSpPr>
        <dsp:cNvPr id="0" name=""/>
        <dsp:cNvSpPr/>
      </dsp:nvSpPr>
      <dsp:spPr>
        <a:xfrm>
          <a:off x="6926925" y="2153948"/>
          <a:ext cx="1723401" cy="867962"/>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Text" lastClr="000000"/>
              </a:solidFill>
              <a:latin typeface="Times New Roman" panose="02020603050405020304" pitchFamily="18" charset="0"/>
              <a:cs typeface="Times New Roman" panose="02020603050405020304" pitchFamily="18" charset="0"/>
            </a:rPr>
            <a:t>Heavy metals content</a:t>
          </a:r>
          <a:endParaRPr lang="bs-Latn-BA" sz="1600" kern="1200" dirty="0">
            <a:solidFill>
              <a:sysClr val="windowText" lastClr="000000"/>
            </a:solidFill>
            <a:latin typeface="Times New Roman" panose="02020603050405020304" pitchFamily="18" charset="0"/>
            <a:cs typeface="Times New Roman" panose="02020603050405020304" pitchFamily="18" charset="0"/>
          </a:endParaRPr>
        </a:p>
      </dsp:txBody>
      <dsp:txXfrm>
        <a:off x="6952347" y="2179370"/>
        <a:ext cx="1672557" cy="817118"/>
      </dsp:txXfrm>
    </dsp:sp>
    <dsp:sp modelId="{B26E9AB1-971A-46CE-96C1-03FF567A6620}">
      <dsp:nvSpPr>
        <dsp:cNvPr id="0" name=""/>
        <dsp:cNvSpPr/>
      </dsp:nvSpPr>
      <dsp:spPr>
        <a:xfrm rot="4667466">
          <a:off x="2084904" y="3742489"/>
          <a:ext cx="1656393" cy="13060"/>
        </a:xfrm>
        <a:custGeom>
          <a:avLst/>
          <a:gdLst/>
          <a:ahLst/>
          <a:cxnLst/>
          <a:rect l="0" t="0" r="0" b="0"/>
          <a:pathLst>
            <a:path>
              <a:moveTo>
                <a:pt x="0" y="6530"/>
              </a:moveTo>
              <a:lnTo>
                <a:pt x="1656393"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bs-Latn-BA" sz="600" kern="1200">
            <a:solidFill>
              <a:sysClr val="windowText" lastClr="000000"/>
            </a:solidFill>
            <a:latin typeface="Times New Roman" panose="02020603050405020304" pitchFamily="18" charset="0"/>
            <a:cs typeface="Times New Roman" panose="02020603050405020304" pitchFamily="18" charset="0"/>
          </a:endParaRPr>
        </a:p>
      </dsp:txBody>
      <dsp:txXfrm>
        <a:off x="2871691" y="3707610"/>
        <a:ext cx="82819" cy="82819"/>
      </dsp:txXfrm>
    </dsp:sp>
    <dsp:sp modelId="{7BC3CDCF-F128-4259-94BB-0181C0BC0949}">
      <dsp:nvSpPr>
        <dsp:cNvPr id="0" name=""/>
        <dsp:cNvSpPr/>
      </dsp:nvSpPr>
      <dsp:spPr>
        <a:xfrm>
          <a:off x="3088245" y="4143873"/>
          <a:ext cx="1016869" cy="829224"/>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bs-Latn-BA" sz="1600" kern="1200" dirty="0">
              <a:solidFill>
                <a:sysClr val="windowText" lastClr="000000"/>
              </a:solidFill>
              <a:latin typeface="Times New Roman" pitchFamily="18" charset="0"/>
              <a:cs typeface="Times New Roman" pitchFamily="18" charset="0"/>
            </a:rPr>
            <a:t>A</a:t>
          </a:r>
          <a:r>
            <a:rPr lang="en-US" sz="1600" kern="1200" dirty="0">
              <a:solidFill>
                <a:sysClr val="windowText" lastClr="000000"/>
              </a:solidFill>
              <a:latin typeface="Times New Roman" pitchFamily="18" charset="0"/>
              <a:cs typeface="Times New Roman" pitchFamily="18" charset="0"/>
            </a:rPr>
            <a:t>c</a:t>
          </a:r>
          <a:r>
            <a:rPr lang="bs-Latn-BA" sz="1600" kern="1200" dirty="0">
              <a:solidFill>
                <a:sysClr val="windowText" lastClr="000000"/>
              </a:solidFill>
              <a:latin typeface="Times New Roman" pitchFamily="18" charset="0"/>
              <a:cs typeface="Times New Roman" pitchFamily="18" charset="0"/>
            </a:rPr>
            <a:t>tiv</a:t>
          </a:r>
          <a:r>
            <a:rPr lang="en-US" sz="1600" kern="1200" dirty="0">
              <a:solidFill>
                <a:sysClr val="windowText" lastClr="000000"/>
              </a:solidFill>
              <a:latin typeface="Times New Roman" pitchFamily="18" charset="0"/>
              <a:cs typeface="Times New Roman" pitchFamily="18" charset="0"/>
            </a:rPr>
            <a:t>e</a:t>
          </a:r>
          <a:endParaRPr lang="bs-Latn-BA" sz="1600" kern="1200" dirty="0">
            <a:solidFill>
              <a:sysClr val="windowText" lastClr="000000"/>
            </a:solidFill>
            <a:latin typeface="Times New Roman" pitchFamily="18" charset="0"/>
            <a:cs typeface="Times New Roman" pitchFamily="18" charset="0"/>
          </a:endParaRPr>
        </a:p>
      </dsp:txBody>
      <dsp:txXfrm>
        <a:off x="3112532" y="4168160"/>
        <a:ext cx="968295" cy="780650"/>
      </dsp:txXfrm>
    </dsp:sp>
    <dsp:sp modelId="{6543C1FC-20EA-4FF2-BF32-8FD806C36EF3}">
      <dsp:nvSpPr>
        <dsp:cNvPr id="0" name=""/>
        <dsp:cNvSpPr/>
      </dsp:nvSpPr>
      <dsp:spPr>
        <a:xfrm>
          <a:off x="4105115" y="4551955"/>
          <a:ext cx="350288" cy="13060"/>
        </a:xfrm>
        <a:custGeom>
          <a:avLst/>
          <a:gdLst/>
          <a:ahLst/>
          <a:cxnLst/>
          <a:rect l="0" t="0" r="0" b="0"/>
          <a:pathLst>
            <a:path>
              <a:moveTo>
                <a:pt x="0" y="6530"/>
              </a:moveTo>
              <a:lnTo>
                <a:pt x="350288"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4271502" y="4549728"/>
        <a:ext cx="17514" cy="17514"/>
      </dsp:txXfrm>
    </dsp:sp>
    <dsp:sp modelId="{920489F0-D56A-4C48-B7DC-68275C6BA615}">
      <dsp:nvSpPr>
        <dsp:cNvPr id="0" name=""/>
        <dsp:cNvSpPr/>
      </dsp:nvSpPr>
      <dsp:spPr>
        <a:xfrm>
          <a:off x="4455404" y="3998926"/>
          <a:ext cx="1878544" cy="1119118"/>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bs-Latn-BA" sz="1600" kern="1200" dirty="0">
              <a:solidFill>
                <a:sysClr val="windowText" lastClr="000000"/>
              </a:solidFill>
              <a:latin typeface="Times New Roman" pitchFamily="18" charset="0"/>
              <a:cs typeface="Times New Roman" pitchFamily="18" charset="0"/>
            </a:rPr>
            <a:t>Transplan</a:t>
          </a:r>
          <a:r>
            <a:rPr lang="en-US" sz="1600" kern="1200" dirty="0" err="1">
              <a:solidFill>
                <a:sysClr val="windowText" lastClr="000000"/>
              </a:solidFill>
              <a:latin typeface="Times New Roman" pitchFamily="18" charset="0"/>
              <a:cs typeface="Times New Roman" pitchFamily="18" charset="0"/>
            </a:rPr>
            <a:t>tation</a:t>
          </a:r>
          <a:endParaRPr lang="bs-Latn-BA" sz="1600" kern="1200" dirty="0">
            <a:solidFill>
              <a:sysClr val="windowText" lastClr="000000"/>
            </a:solidFill>
            <a:latin typeface="Times New Roman" pitchFamily="18" charset="0"/>
            <a:cs typeface="Times New Roman" pitchFamily="18" charset="0"/>
          </a:endParaRPr>
        </a:p>
      </dsp:txBody>
      <dsp:txXfrm>
        <a:off x="4488182" y="4031704"/>
        <a:ext cx="1812988" cy="1053562"/>
      </dsp:txXfrm>
    </dsp:sp>
    <dsp:sp modelId="{741D55EB-6536-488A-BAFA-6C3DB5443E29}">
      <dsp:nvSpPr>
        <dsp:cNvPr id="0" name=""/>
        <dsp:cNvSpPr/>
      </dsp:nvSpPr>
      <dsp:spPr>
        <a:xfrm rot="17245487">
          <a:off x="5924212" y="3993915"/>
          <a:ext cx="1169759" cy="13060"/>
        </a:xfrm>
        <a:custGeom>
          <a:avLst/>
          <a:gdLst/>
          <a:ahLst/>
          <a:cxnLst/>
          <a:rect l="0" t="0" r="0" b="0"/>
          <a:pathLst>
            <a:path>
              <a:moveTo>
                <a:pt x="0" y="6530"/>
              </a:moveTo>
              <a:lnTo>
                <a:pt x="1169759"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6479848" y="3971202"/>
        <a:ext cx="58487" cy="58487"/>
      </dsp:txXfrm>
    </dsp:sp>
    <dsp:sp modelId="{7219A1FB-C959-4449-B810-BE0B2F69C953}">
      <dsp:nvSpPr>
        <dsp:cNvPr id="0" name=""/>
        <dsp:cNvSpPr/>
      </dsp:nvSpPr>
      <dsp:spPr>
        <a:xfrm>
          <a:off x="6684236" y="3087590"/>
          <a:ext cx="1891058" cy="709631"/>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bs-Latn-BA" sz="1600" kern="1200" dirty="0">
              <a:solidFill>
                <a:sysClr val="windowText" lastClr="000000"/>
              </a:solidFill>
              <a:latin typeface="Times New Roman" panose="02020603050405020304" pitchFamily="18" charset="0"/>
              <a:cs typeface="Times New Roman" panose="02020603050405020304" pitchFamily="18" charset="0"/>
            </a:rPr>
            <a:t>Dire</a:t>
          </a:r>
          <a:r>
            <a:rPr lang="en-US" sz="1600" kern="1200" dirty="0" err="1">
              <a:solidFill>
                <a:sysClr val="windowText" lastClr="000000"/>
              </a:solidFill>
              <a:latin typeface="Times New Roman" panose="02020603050405020304" pitchFamily="18" charset="0"/>
              <a:cs typeface="Times New Roman" panose="02020603050405020304" pitchFamily="18" charset="0"/>
            </a:rPr>
            <a:t>ct</a:t>
          </a:r>
          <a:r>
            <a:rPr lang="bs-Latn-BA" sz="1600" kern="1200" dirty="0">
              <a:solidFill>
                <a:sysClr val="windowText" lastClr="000000"/>
              </a:solidFill>
              <a:latin typeface="Times New Roman" panose="02020603050405020304" pitchFamily="18" charset="0"/>
              <a:cs typeface="Times New Roman" panose="02020603050405020304" pitchFamily="18" charset="0"/>
            </a:rPr>
            <a:t> transplant</a:t>
          </a:r>
          <a:r>
            <a:rPr lang="en-US" sz="1600" kern="1200" dirty="0" err="1">
              <a:solidFill>
                <a:sysClr val="windowText" lastClr="000000"/>
              </a:solidFill>
              <a:latin typeface="Times New Roman" panose="02020603050405020304" pitchFamily="18" charset="0"/>
              <a:cs typeface="Times New Roman" panose="02020603050405020304" pitchFamily="18" charset="0"/>
            </a:rPr>
            <a:t>ation</a:t>
          </a:r>
          <a:endParaRPr lang="bs-Latn-BA" sz="1600" kern="1200" dirty="0">
            <a:solidFill>
              <a:sysClr val="windowText" lastClr="000000"/>
            </a:solidFill>
            <a:latin typeface="Times New Roman" panose="02020603050405020304" pitchFamily="18" charset="0"/>
            <a:cs typeface="Times New Roman" panose="02020603050405020304" pitchFamily="18" charset="0"/>
          </a:endParaRPr>
        </a:p>
      </dsp:txBody>
      <dsp:txXfrm>
        <a:off x="6705020" y="3108374"/>
        <a:ext cx="1849490" cy="668063"/>
      </dsp:txXfrm>
    </dsp:sp>
    <dsp:sp modelId="{AB23E7A4-F70A-4DB5-98EB-07A63D31202C}">
      <dsp:nvSpPr>
        <dsp:cNvPr id="0" name=""/>
        <dsp:cNvSpPr/>
      </dsp:nvSpPr>
      <dsp:spPr>
        <a:xfrm rot="19030920">
          <a:off x="8511665" y="3273587"/>
          <a:ext cx="477546" cy="13060"/>
        </a:xfrm>
        <a:custGeom>
          <a:avLst/>
          <a:gdLst/>
          <a:ahLst/>
          <a:cxnLst/>
          <a:rect l="0" t="0" r="0" b="0"/>
          <a:pathLst>
            <a:path>
              <a:moveTo>
                <a:pt x="0" y="6530"/>
              </a:moveTo>
              <a:lnTo>
                <a:pt x="477546"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8738500" y="3268179"/>
        <a:ext cx="23877" cy="23877"/>
      </dsp:txXfrm>
    </dsp:sp>
    <dsp:sp modelId="{553ED866-B726-4332-9ADB-593A67929C1B}">
      <dsp:nvSpPr>
        <dsp:cNvPr id="0" name=""/>
        <dsp:cNvSpPr/>
      </dsp:nvSpPr>
      <dsp:spPr>
        <a:xfrm>
          <a:off x="8925583" y="2608890"/>
          <a:ext cx="1536767" cy="1017881"/>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Text" lastClr="000000"/>
              </a:solidFill>
              <a:latin typeface="Times New Roman" panose="02020603050405020304" pitchFamily="18" charset="0"/>
              <a:cs typeface="Times New Roman" panose="02020603050405020304" pitchFamily="18" charset="0"/>
            </a:rPr>
            <a:t>Gaseous pollutants</a:t>
          </a:r>
        </a:p>
        <a:p>
          <a:pPr marL="0" lvl="0" indent="0" algn="ctr" defTabSz="711200">
            <a:lnSpc>
              <a:spcPct val="90000"/>
            </a:lnSpc>
            <a:spcBef>
              <a:spcPct val="0"/>
            </a:spcBef>
            <a:spcAft>
              <a:spcPct val="35000"/>
            </a:spcAft>
            <a:buNone/>
          </a:pPr>
          <a:r>
            <a:rPr lang="bs-Latn-BA" sz="1600" kern="1200" dirty="0">
              <a:solidFill>
                <a:sysClr val="windowText" lastClr="000000"/>
              </a:solidFill>
              <a:latin typeface="Times New Roman" panose="02020603050405020304" pitchFamily="18" charset="0"/>
              <a:cs typeface="Times New Roman" panose="02020603050405020304" pitchFamily="18" charset="0"/>
            </a:rPr>
            <a:t>(NO</a:t>
          </a:r>
          <a:r>
            <a:rPr lang="bs-Latn-BA" sz="1600" kern="1200" baseline="-25000" dirty="0">
              <a:solidFill>
                <a:sysClr val="windowText" lastClr="000000"/>
              </a:solidFill>
              <a:latin typeface="Times New Roman" panose="02020603050405020304" pitchFamily="18" charset="0"/>
              <a:cs typeface="Times New Roman" panose="02020603050405020304" pitchFamily="18" charset="0"/>
            </a:rPr>
            <a:t>x</a:t>
          </a:r>
          <a:r>
            <a:rPr lang="bs-Latn-BA" sz="1600" kern="1200" baseline="0" dirty="0">
              <a:solidFill>
                <a:sysClr val="windowText" lastClr="000000"/>
              </a:solidFill>
              <a:latin typeface="Times New Roman" panose="02020603050405020304" pitchFamily="18" charset="0"/>
              <a:cs typeface="Times New Roman" panose="02020603050405020304" pitchFamily="18" charset="0"/>
            </a:rPr>
            <a:t> </a:t>
          </a:r>
          <a:r>
            <a:rPr lang="en-US" sz="1600" kern="1200" baseline="0" dirty="0">
              <a:solidFill>
                <a:sysClr val="windowText" lastClr="000000"/>
              </a:solidFill>
              <a:latin typeface="Times New Roman" panose="02020603050405020304" pitchFamily="18" charset="0"/>
              <a:cs typeface="Times New Roman" panose="02020603050405020304" pitchFamily="18" charset="0"/>
            </a:rPr>
            <a:t>and</a:t>
          </a:r>
          <a:r>
            <a:rPr lang="bs-Latn-BA" sz="1600" kern="1200" baseline="0" dirty="0">
              <a:solidFill>
                <a:sysClr val="windowText" lastClr="000000"/>
              </a:solidFill>
              <a:latin typeface="Times New Roman" panose="02020603050405020304" pitchFamily="18" charset="0"/>
              <a:cs typeface="Times New Roman" panose="02020603050405020304" pitchFamily="18" charset="0"/>
            </a:rPr>
            <a:t> SO</a:t>
          </a:r>
          <a:r>
            <a:rPr lang="bs-Latn-BA" sz="1600" kern="1200" baseline="-25000" dirty="0">
              <a:solidFill>
                <a:sysClr val="windowText" lastClr="000000"/>
              </a:solidFill>
              <a:latin typeface="Times New Roman" panose="02020603050405020304" pitchFamily="18" charset="0"/>
              <a:cs typeface="Times New Roman" panose="02020603050405020304" pitchFamily="18" charset="0"/>
            </a:rPr>
            <a:t>x</a:t>
          </a:r>
          <a:r>
            <a:rPr lang="bs-Latn-BA" sz="1600" kern="1200" dirty="0">
              <a:solidFill>
                <a:sysClr val="windowText" lastClr="000000"/>
              </a:solidFill>
              <a:latin typeface="Times New Roman" panose="02020603050405020304" pitchFamily="18" charset="0"/>
              <a:cs typeface="Times New Roman" panose="02020603050405020304" pitchFamily="18" charset="0"/>
            </a:rPr>
            <a:t>)</a:t>
          </a:r>
        </a:p>
      </dsp:txBody>
      <dsp:txXfrm>
        <a:off x="8955396" y="2638703"/>
        <a:ext cx="1477141" cy="958255"/>
      </dsp:txXfrm>
    </dsp:sp>
    <dsp:sp modelId="{BC038140-FE3A-451E-9734-C7D1B1D7B5CB}">
      <dsp:nvSpPr>
        <dsp:cNvPr id="0" name=""/>
        <dsp:cNvSpPr/>
      </dsp:nvSpPr>
      <dsp:spPr>
        <a:xfrm rot="3426917">
          <a:off x="8427860" y="3706765"/>
          <a:ext cx="645157" cy="13060"/>
        </a:xfrm>
        <a:custGeom>
          <a:avLst/>
          <a:gdLst/>
          <a:ahLst/>
          <a:cxnLst/>
          <a:rect l="0" t="0" r="0" b="0"/>
          <a:pathLst>
            <a:path>
              <a:moveTo>
                <a:pt x="0" y="6530"/>
              </a:moveTo>
              <a:lnTo>
                <a:pt x="645157"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8734310" y="3697167"/>
        <a:ext cx="32257" cy="32257"/>
      </dsp:txXfrm>
    </dsp:sp>
    <dsp:sp modelId="{2E8956A8-8AD5-432B-A2F8-953E09BAEEF9}">
      <dsp:nvSpPr>
        <dsp:cNvPr id="0" name=""/>
        <dsp:cNvSpPr/>
      </dsp:nvSpPr>
      <dsp:spPr>
        <a:xfrm>
          <a:off x="8925583" y="3692450"/>
          <a:ext cx="1667451" cy="583471"/>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Text" lastClr="000000"/>
              </a:solidFill>
              <a:latin typeface="Times New Roman" panose="02020603050405020304" pitchFamily="18" charset="0"/>
              <a:cs typeface="Times New Roman" panose="02020603050405020304" pitchFamily="18" charset="0"/>
            </a:rPr>
            <a:t>Heavy metals content</a:t>
          </a:r>
          <a:endParaRPr lang="bs-Latn-BA" sz="1600" kern="1200" dirty="0">
            <a:solidFill>
              <a:sysClr val="windowText" lastClr="000000"/>
            </a:solidFill>
            <a:latin typeface="Times New Roman" panose="02020603050405020304" pitchFamily="18" charset="0"/>
            <a:cs typeface="Times New Roman" panose="02020603050405020304" pitchFamily="18" charset="0"/>
          </a:endParaRPr>
        </a:p>
      </dsp:txBody>
      <dsp:txXfrm>
        <a:off x="8942672" y="3709539"/>
        <a:ext cx="1633273" cy="549293"/>
      </dsp:txXfrm>
    </dsp:sp>
    <dsp:sp modelId="{8F05E24A-B731-4A9B-8819-93E34E494380}">
      <dsp:nvSpPr>
        <dsp:cNvPr id="0" name=""/>
        <dsp:cNvSpPr/>
      </dsp:nvSpPr>
      <dsp:spPr>
        <a:xfrm rot="3507702">
          <a:off x="6174252" y="4837336"/>
          <a:ext cx="669680" cy="13060"/>
        </a:xfrm>
        <a:custGeom>
          <a:avLst/>
          <a:gdLst/>
          <a:ahLst/>
          <a:cxnLst/>
          <a:rect l="0" t="0" r="0" b="0"/>
          <a:pathLst>
            <a:path>
              <a:moveTo>
                <a:pt x="0" y="6530"/>
              </a:moveTo>
              <a:lnTo>
                <a:pt x="669680"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6492350" y="4827125"/>
        <a:ext cx="33484" cy="33484"/>
      </dsp:txXfrm>
    </dsp:sp>
    <dsp:sp modelId="{56AA9127-665F-4712-A810-073A9E0A814E}">
      <dsp:nvSpPr>
        <dsp:cNvPr id="0" name=""/>
        <dsp:cNvSpPr/>
      </dsp:nvSpPr>
      <dsp:spPr>
        <a:xfrm>
          <a:off x="6684236" y="4229114"/>
          <a:ext cx="1592183" cy="1800267"/>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Text" lastClr="000000"/>
              </a:solidFill>
              <a:latin typeface="Times New Roman" panose="02020603050405020304" pitchFamily="18" charset="0"/>
              <a:cs typeface="Times New Roman" panose="02020603050405020304" pitchFamily="18" charset="0"/>
            </a:rPr>
            <a:t>Perforated bags with lichens or mosses</a:t>
          </a:r>
          <a:endParaRPr lang="bs-Latn-BA" sz="1600" kern="1200" dirty="0">
            <a:solidFill>
              <a:sysClr val="windowText" lastClr="000000"/>
            </a:solidFill>
            <a:latin typeface="Times New Roman" panose="02020603050405020304" pitchFamily="18" charset="0"/>
            <a:cs typeface="Times New Roman" panose="02020603050405020304" pitchFamily="18" charset="0"/>
          </a:endParaRPr>
        </a:p>
      </dsp:txBody>
      <dsp:txXfrm>
        <a:off x="6730869" y="4275747"/>
        <a:ext cx="1498917" cy="1707001"/>
      </dsp:txXfrm>
    </dsp:sp>
    <dsp:sp modelId="{3EB98287-8FB5-4842-8926-DF3763BFD035}">
      <dsp:nvSpPr>
        <dsp:cNvPr id="0" name=""/>
        <dsp:cNvSpPr/>
      </dsp:nvSpPr>
      <dsp:spPr>
        <a:xfrm rot="18999321">
          <a:off x="8210729" y="4957412"/>
          <a:ext cx="481669" cy="13060"/>
        </a:xfrm>
        <a:custGeom>
          <a:avLst/>
          <a:gdLst/>
          <a:ahLst/>
          <a:cxnLst/>
          <a:rect l="0" t="0" r="0" b="0"/>
          <a:pathLst>
            <a:path>
              <a:moveTo>
                <a:pt x="0" y="6530"/>
              </a:moveTo>
              <a:lnTo>
                <a:pt x="481669"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8439522" y="4951901"/>
        <a:ext cx="24083" cy="24083"/>
      </dsp:txXfrm>
    </dsp:sp>
    <dsp:sp modelId="{9ECAE184-5D8B-4231-B021-A0C565B9491D}">
      <dsp:nvSpPr>
        <dsp:cNvPr id="0" name=""/>
        <dsp:cNvSpPr/>
      </dsp:nvSpPr>
      <dsp:spPr>
        <a:xfrm>
          <a:off x="8626708" y="4341600"/>
          <a:ext cx="1432364" cy="914073"/>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Text" lastClr="000000"/>
              </a:solidFill>
              <a:latin typeface="Times New Roman" panose="02020603050405020304" pitchFamily="18" charset="0"/>
              <a:cs typeface="Times New Roman" panose="02020603050405020304" pitchFamily="18" charset="0"/>
            </a:rPr>
            <a:t>Gaseous pollutants</a:t>
          </a:r>
        </a:p>
        <a:p>
          <a:pPr marL="0" lvl="0" indent="0" algn="ctr" defTabSz="711200">
            <a:lnSpc>
              <a:spcPct val="90000"/>
            </a:lnSpc>
            <a:spcBef>
              <a:spcPct val="0"/>
            </a:spcBef>
            <a:spcAft>
              <a:spcPct val="35000"/>
            </a:spcAft>
            <a:buNone/>
          </a:pPr>
          <a:r>
            <a:rPr lang="bs-Latn-BA" sz="1600" kern="1200" dirty="0">
              <a:solidFill>
                <a:sysClr val="windowText" lastClr="000000"/>
              </a:solidFill>
              <a:latin typeface="Times New Roman" panose="02020603050405020304" pitchFamily="18" charset="0"/>
              <a:cs typeface="Times New Roman" panose="02020603050405020304" pitchFamily="18" charset="0"/>
            </a:rPr>
            <a:t>(NO</a:t>
          </a:r>
          <a:r>
            <a:rPr lang="bs-Latn-BA" sz="1600" kern="1200" baseline="-25000" dirty="0">
              <a:solidFill>
                <a:sysClr val="windowText" lastClr="000000"/>
              </a:solidFill>
              <a:latin typeface="Times New Roman" panose="02020603050405020304" pitchFamily="18" charset="0"/>
              <a:cs typeface="Times New Roman" panose="02020603050405020304" pitchFamily="18" charset="0"/>
            </a:rPr>
            <a:t>x</a:t>
          </a:r>
          <a:r>
            <a:rPr lang="bs-Latn-BA" sz="1600" kern="1200" baseline="0" dirty="0">
              <a:solidFill>
                <a:sysClr val="windowText" lastClr="000000"/>
              </a:solidFill>
              <a:latin typeface="Times New Roman" panose="02020603050405020304" pitchFamily="18" charset="0"/>
              <a:cs typeface="Times New Roman" panose="02020603050405020304" pitchFamily="18" charset="0"/>
            </a:rPr>
            <a:t> </a:t>
          </a:r>
          <a:r>
            <a:rPr lang="en-US" sz="1600" kern="1200" baseline="0" dirty="0">
              <a:solidFill>
                <a:sysClr val="windowText" lastClr="000000"/>
              </a:solidFill>
              <a:latin typeface="Times New Roman" panose="02020603050405020304" pitchFamily="18" charset="0"/>
              <a:cs typeface="Times New Roman" panose="02020603050405020304" pitchFamily="18" charset="0"/>
            </a:rPr>
            <a:t>and</a:t>
          </a:r>
          <a:r>
            <a:rPr lang="bs-Latn-BA" sz="1600" kern="1200" baseline="0" dirty="0">
              <a:solidFill>
                <a:sysClr val="windowText" lastClr="000000"/>
              </a:solidFill>
              <a:latin typeface="Times New Roman" panose="02020603050405020304" pitchFamily="18" charset="0"/>
              <a:cs typeface="Times New Roman" panose="02020603050405020304" pitchFamily="18" charset="0"/>
            </a:rPr>
            <a:t> SO</a:t>
          </a:r>
          <a:r>
            <a:rPr lang="bs-Latn-BA" sz="1600" kern="1200" baseline="-25000" dirty="0">
              <a:solidFill>
                <a:sysClr val="windowText" lastClr="000000"/>
              </a:solidFill>
              <a:latin typeface="Times New Roman" panose="02020603050405020304" pitchFamily="18" charset="0"/>
              <a:cs typeface="Times New Roman" panose="02020603050405020304" pitchFamily="18" charset="0"/>
            </a:rPr>
            <a:t>x</a:t>
          </a:r>
          <a:r>
            <a:rPr lang="bs-Latn-BA" sz="1600" kern="1200" dirty="0">
              <a:solidFill>
                <a:sysClr val="windowText" lastClr="000000"/>
              </a:solidFill>
              <a:latin typeface="Times New Roman" panose="02020603050405020304" pitchFamily="18" charset="0"/>
              <a:cs typeface="Times New Roman" panose="02020603050405020304" pitchFamily="18" charset="0"/>
            </a:rPr>
            <a:t>)</a:t>
          </a:r>
        </a:p>
      </dsp:txBody>
      <dsp:txXfrm>
        <a:off x="8653480" y="4368372"/>
        <a:ext cx="1378820" cy="860529"/>
      </dsp:txXfrm>
    </dsp:sp>
    <dsp:sp modelId="{A9BE07A7-0D24-41CE-83EA-9AF7AA3F13CC}">
      <dsp:nvSpPr>
        <dsp:cNvPr id="0" name=""/>
        <dsp:cNvSpPr/>
      </dsp:nvSpPr>
      <dsp:spPr>
        <a:xfrm rot="3265989">
          <a:off x="8150449" y="5367655"/>
          <a:ext cx="602229" cy="13060"/>
        </a:xfrm>
        <a:custGeom>
          <a:avLst/>
          <a:gdLst/>
          <a:ahLst/>
          <a:cxnLst/>
          <a:rect l="0" t="0" r="0" b="0"/>
          <a:pathLst>
            <a:path>
              <a:moveTo>
                <a:pt x="0" y="6530"/>
              </a:moveTo>
              <a:lnTo>
                <a:pt x="602229" y="6530"/>
              </a:lnTo>
            </a:path>
          </a:pathLst>
        </a:custGeom>
        <a:noFill/>
        <a:ln w="158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bs-Latn-BA" sz="500" kern="1200">
            <a:solidFill>
              <a:sysClr val="windowText" lastClr="000000"/>
            </a:solidFill>
            <a:latin typeface="Times New Roman" panose="02020603050405020304" pitchFamily="18" charset="0"/>
            <a:cs typeface="Times New Roman" panose="02020603050405020304" pitchFamily="18" charset="0"/>
          </a:endParaRPr>
        </a:p>
      </dsp:txBody>
      <dsp:txXfrm>
        <a:off x="8436508" y="5359130"/>
        <a:ext cx="30111" cy="30111"/>
      </dsp:txXfrm>
    </dsp:sp>
    <dsp:sp modelId="{6E7FD2E2-2C57-4E56-966F-7597FB0072F9}">
      <dsp:nvSpPr>
        <dsp:cNvPr id="0" name=""/>
        <dsp:cNvSpPr/>
      </dsp:nvSpPr>
      <dsp:spPr>
        <a:xfrm>
          <a:off x="8626708" y="5321352"/>
          <a:ext cx="1698312" cy="595542"/>
        </a:xfrm>
        <a:prstGeom prst="roundRect">
          <a:avLst>
            <a:gd name="adj" fmla="val 10000"/>
          </a:avLst>
        </a:prstGeom>
        <a:noFill/>
        <a:ln w="158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Text" lastClr="000000"/>
              </a:solidFill>
              <a:latin typeface="Times New Roman" panose="02020603050405020304" pitchFamily="18" charset="0"/>
              <a:cs typeface="Times New Roman" panose="02020603050405020304" pitchFamily="18" charset="0"/>
            </a:rPr>
            <a:t>Heavy metals content</a:t>
          </a:r>
          <a:endParaRPr lang="bs-Latn-BA" sz="1600" kern="1200" dirty="0">
            <a:solidFill>
              <a:sysClr val="windowText" lastClr="000000"/>
            </a:solidFill>
            <a:latin typeface="Times New Roman" panose="02020603050405020304" pitchFamily="18" charset="0"/>
            <a:cs typeface="Times New Roman" panose="02020603050405020304" pitchFamily="18" charset="0"/>
          </a:endParaRPr>
        </a:p>
      </dsp:txBody>
      <dsp:txXfrm>
        <a:off x="8644151" y="5338795"/>
        <a:ext cx="1663426" cy="56065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s-Latn-B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5DCB3D-33B0-4C9A-97DE-D9B9A6BB488C}" type="datetimeFigureOut">
              <a:rPr lang="bs-Latn-BA" smtClean="0"/>
              <a:t>17. 9. 2026.</a:t>
            </a:fld>
            <a:endParaRPr lang="bs-Latn-B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bs-Latn-B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s-Latn-B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bs-Latn-B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368F11-7443-4783-B308-4F8EF2701017}" type="slidenum">
              <a:rPr lang="bs-Latn-BA" smtClean="0"/>
              <a:t>‹#›</a:t>
            </a:fld>
            <a:endParaRPr lang="bs-Latn-BA"/>
          </a:p>
        </p:txBody>
      </p:sp>
    </p:spTree>
    <p:extLst>
      <p:ext uri="{BB962C8B-B14F-4D97-AF65-F5344CB8AC3E}">
        <p14:creationId xmlns:p14="http://schemas.microsoft.com/office/powerpoint/2010/main" val="2800366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s-Latn-BA" b="1" dirty="0"/>
          </a:p>
        </p:txBody>
      </p:sp>
      <p:sp>
        <p:nvSpPr>
          <p:cNvPr id="4" name="Slide Number Placeholder 3"/>
          <p:cNvSpPr>
            <a:spLocks noGrp="1"/>
          </p:cNvSpPr>
          <p:nvPr>
            <p:ph type="sldNum" sz="quarter" idx="5"/>
          </p:nvPr>
        </p:nvSpPr>
        <p:spPr/>
        <p:txBody>
          <a:bodyPr/>
          <a:lstStyle/>
          <a:p>
            <a:fld id="{71368F11-7443-4783-B308-4F8EF2701017}" type="slidenum">
              <a:rPr lang="bs-Latn-BA" smtClean="0"/>
              <a:t>3</a:t>
            </a:fld>
            <a:endParaRPr lang="bs-Latn-BA"/>
          </a:p>
        </p:txBody>
      </p:sp>
    </p:spTree>
    <p:extLst>
      <p:ext uri="{BB962C8B-B14F-4D97-AF65-F5344CB8AC3E}">
        <p14:creationId xmlns:p14="http://schemas.microsoft.com/office/powerpoint/2010/main" val="1527299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s-Latn-BA" dirty="0"/>
          </a:p>
        </p:txBody>
      </p:sp>
      <p:sp>
        <p:nvSpPr>
          <p:cNvPr id="4" name="Slide Number Placeholder 3"/>
          <p:cNvSpPr>
            <a:spLocks noGrp="1"/>
          </p:cNvSpPr>
          <p:nvPr>
            <p:ph type="sldNum" sz="quarter" idx="5"/>
          </p:nvPr>
        </p:nvSpPr>
        <p:spPr/>
        <p:txBody>
          <a:bodyPr/>
          <a:lstStyle/>
          <a:p>
            <a:fld id="{71368F11-7443-4783-B308-4F8EF2701017}" type="slidenum">
              <a:rPr lang="bs-Latn-BA" smtClean="0"/>
              <a:t>5</a:t>
            </a:fld>
            <a:endParaRPr lang="bs-Latn-BA"/>
          </a:p>
        </p:txBody>
      </p:sp>
    </p:spTree>
    <p:extLst>
      <p:ext uri="{BB962C8B-B14F-4D97-AF65-F5344CB8AC3E}">
        <p14:creationId xmlns:p14="http://schemas.microsoft.com/office/powerpoint/2010/main" val="1426386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s-Latn-BA" dirty="0"/>
          </a:p>
        </p:txBody>
      </p:sp>
      <p:sp>
        <p:nvSpPr>
          <p:cNvPr id="4" name="Slide Number Placeholder 3"/>
          <p:cNvSpPr>
            <a:spLocks noGrp="1"/>
          </p:cNvSpPr>
          <p:nvPr>
            <p:ph type="sldNum" sz="quarter" idx="5"/>
          </p:nvPr>
        </p:nvSpPr>
        <p:spPr/>
        <p:txBody>
          <a:bodyPr/>
          <a:lstStyle/>
          <a:p>
            <a:fld id="{71368F11-7443-4783-B308-4F8EF2701017}" type="slidenum">
              <a:rPr lang="bs-Latn-BA" smtClean="0"/>
              <a:t>6</a:t>
            </a:fld>
            <a:endParaRPr lang="bs-Latn-BA"/>
          </a:p>
        </p:txBody>
      </p:sp>
    </p:spTree>
    <p:extLst>
      <p:ext uri="{BB962C8B-B14F-4D97-AF65-F5344CB8AC3E}">
        <p14:creationId xmlns:p14="http://schemas.microsoft.com/office/powerpoint/2010/main" val="3746813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2DEB5-FC1B-4EA2-1097-1CEC10363A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bs-Latn-BA"/>
          </a:p>
        </p:txBody>
      </p:sp>
      <p:sp>
        <p:nvSpPr>
          <p:cNvPr id="3" name="Subtitle 2">
            <a:extLst>
              <a:ext uri="{FF2B5EF4-FFF2-40B4-BE49-F238E27FC236}">
                <a16:creationId xmlns:a16="http://schemas.microsoft.com/office/drawing/2014/main" id="{8A450BE5-7E92-0070-1EF9-5C6585E992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bs-Latn-BA"/>
          </a:p>
        </p:txBody>
      </p:sp>
      <p:sp>
        <p:nvSpPr>
          <p:cNvPr id="4" name="Date Placeholder 3">
            <a:extLst>
              <a:ext uri="{FF2B5EF4-FFF2-40B4-BE49-F238E27FC236}">
                <a16:creationId xmlns:a16="http://schemas.microsoft.com/office/drawing/2014/main" id="{62AB1728-9BD4-6CF5-F5B5-9C0DFC981CE7}"/>
              </a:ext>
            </a:extLst>
          </p:cNvPr>
          <p:cNvSpPr>
            <a:spLocks noGrp="1"/>
          </p:cNvSpPr>
          <p:nvPr>
            <p:ph type="dt" sz="half" idx="10"/>
          </p:nvPr>
        </p:nvSpPr>
        <p:spPr/>
        <p:txBody>
          <a:bodyPr/>
          <a:lstStyle/>
          <a:p>
            <a:fld id="{6EFDF6A1-D84A-E442-9A36-7587A9400E70}" type="datetimeFigureOut">
              <a:rPr lang="en-BA" smtClean="0"/>
              <a:t>09/17/2026</a:t>
            </a:fld>
            <a:endParaRPr lang="en-BA"/>
          </a:p>
        </p:txBody>
      </p:sp>
      <p:sp>
        <p:nvSpPr>
          <p:cNvPr id="5" name="Footer Placeholder 4">
            <a:extLst>
              <a:ext uri="{FF2B5EF4-FFF2-40B4-BE49-F238E27FC236}">
                <a16:creationId xmlns:a16="http://schemas.microsoft.com/office/drawing/2014/main" id="{019BFD28-8815-6E1C-8837-982BA12FC7A2}"/>
              </a:ext>
            </a:extLst>
          </p:cNvPr>
          <p:cNvSpPr>
            <a:spLocks noGrp="1"/>
          </p:cNvSpPr>
          <p:nvPr>
            <p:ph type="ftr" sz="quarter" idx="11"/>
          </p:nvPr>
        </p:nvSpPr>
        <p:spPr/>
        <p:txBody>
          <a:bodyPr/>
          <a:lstStyle/>
          <a:p>
            <a:endParaRPr lang="en-BA"/>
          </a:p>
        </p:txBody>
      </p:sp>
      <p:sp>
        <p:nvSpPr>
          <p:cNvPr id="6" name="Slide Number Placeholder 5">
            <a:extLst>
              <a:ext uri="{FF2B5EF4-FFF2-40B4-BE49-F238E27FC236}">
                <a16:creationId xmlns:a16="http://schemas.microsoft.com/office/drawing/2014/main" id="{71479CE8-C429-91D8-1145-F9163B486E8C}"/>
              </a:ext>
            </a:extLst>
          </p:cNvPr>
          <p:cNvSpPr>
            <a:spLocks noGrp="1"/>
          </p:cNvSpPr>
          <p:nvPr>
            <p:ph type="sldNum" sz="quarter" idx="12"/>
          </p:nvPr>
        </p:nvSpPr>
        <p:spPr/>
        <p:txBody>
          <a:bodyPr/>
          <a:lstStyle/>
          <a:p>
            <a:fld id="{40D7C22A-61C8-A74C-99B6-02DB53381A2F}" type="slidenum">
              <a:rPr lang="en-BA" smtClean="0"/>
              <a:t>‹#›</a:t>
            </a:fld>
            <a:endParaRPr lang="en-BA"/>
          </a:p>
        </p:txBody>
      </p:sp>
    </p:spTree>
    <p:extLst>
      <p:ext uri="{BB962C8B-B14F-4D97-AF65-F5344CB8AC3E}">
        <p14:creationId xmlns:p14="http://schemas.microsoft.com/office/powerpoint/2010/main" val="1989483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178FC-E3C8-E6CA-3CB2-9A8C1B140435}"/>
              </a:ext>
            </a:extLst>
          </p:cNvPr>
          <p:cNvSpPr>
            <a:spLocks noGrp="1"/>
          </p:cNvSpPr>
          <p:nvPr>
            <p:ph type="title"/>
          </p:nvPr>
        </p:nvSpPr>
        <p:spPr/>
        <p:txBody>
          <a:bodyPr/>
          <a:lstStyle/>
          <a:p>
            <a:r>
              <a:rPr lang="en-US"/>
              <a:t>Click to edit Master title style</a:t>
            </a:r>
            <a:endParaRPr lang="bs-Latn-BA"/>
          </a:p>
        </p:txBody>
      </p:sp>
      <p:sp>
        <p:nvSpPr>
          <p:cNvPr id="3" name="Content Placeholder 2">
            <a:extLst>
              <a:ext uri="{FF2B5EF4-FFF2-40B4-BE49-F238E27FC236}">
                <a16:creationId xmlns:a16="http://schemas.microsoft.com/office/drawing/2014/main" id="{96C6E84A-4F3E-9ABC-83C8-BBBEA1BA74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s-Latn-BA"/>
          </a:p>
        </p:txBody>
      </p:sp>
      <p:sp>
        <p:nvSpPr>
          <p:cNvPr id="4" name="Date Placeholder 3">
            <a:extLst>
              <a:ext uri="{FF2B5EF4-FFF2-40B4-BE49-F238E27FC236}">
                <a16:creationId xmlns:a16="http://schemas.microsoft.com/office/drawing/2014/main" id="{7D6EEB46-F0E2-8695-9616-C95AE4C7D89F}"/>
              </a:ext>
            </a:extLst>
          </p:cNvPr>
          <p:cNvSpPr>
            <a:spLocks noGrp="1"/>
          </p:cNvSpPr>
          <p:nvPr>
            <p:ph type="dt" sz="half" idx="10"/>
          </p:nvPr>
        </p:nvSpPr>
        <p:spPr/>
        <p:txBody>
          <a:bodyPr/>
          <a:lstStyle/>
          <a:p>
            <a:fld id="{6EFDF6A1-D84A-E442-9A36-7587A9400E70}" type="datetimeFigureOut">
              <a:rPr lang="en-BA" smtClean="0"/>
              <a:t>09/17/2026</a:t>
            </a:fld>
            <a:endParaRPr lang="en-BA"/>
          </a:p>
        </p:txBody>
      </p:sp>
      <p:sp>
        <p:nvSpPr>
          <p:cNvPr id="5" name="Footer Placeholder 4">
            <a:extLst>
              <a:ext uri="{FF2B5EF4-FFF2-40B4-BE49-F238E27FC236}">
                <a16:creationId xmlns:a16="http://schemas.microsoft.com/office/drawing/2014/main" id="{D5E3E919-D08C-5E09-CDF0-4BEF1B999A99}"/>
              </a:ext>
            </a:extLst>
          </p:cNvPr>
          <p:cNvSpPr>
            <a:spLocks noGrp="1"/>
          </p:cNvSpPr>
          <p:nvPr>
            <p:ph type="ftr" sz="quarter" idx="11"/>
          </p:nvPr>
        </p:nvSpPr>
        <p:spPr/>
        <p:txBody>
          <a:bodyPr/>
          <a:lstStyle/>
          <a:p>
            <a:endParaRPr lang="en-BA"/>
          </a:p>
        </p:txBody>
      </p:sp>
      <p:sp>
        <p:nvSpPr>
          <p:cNvPr id="6" name="Slide Number Placeholder 5">
            <a:extLst>
              <a:ext uri="{FF2B5EF4-FFF2-40B4-BE49-F238E27FC236}">
                <a16:creationId xmlns:a16="http://schemas.microsoft.com/office/drawing/2014/main" id="{9A91328B-5809-6830-F63A-E3DC67C254E5}"/>
              </a:ext>
            </a:extLst>
          </p:cNvPr>
          <p:cNvSpPr>
            <a:spLocks noGrp="1"/>
          </p:cNvSpPr>
          <p:nvPr>
            <p:ph type="sldNum" sz="quarter" idx="12"/>
          </p:nvPr>
        </p:nvSpPr>
        <p:spPr/>
        <p:txBody>
          <a:bodyPr/>
          <a:lstStyle/>
          <a:p>
            <a:fld id="{40D7C22A-61C8-A74C-99B6-02DB53381A2F}" type="slidenum">
              <a:rPr lang="en-BA" smtClean="0"/>
              <a:t>‹#›</a:t>
            </a:fld>
            <a:endParaRPr lang="en-BA"/>
          </a:p>
        </p:txBody>
      </p:sp>
    </p:spTree>
    <p:extLst>
      <p:ext uri="{BB962C8B-B14F-4D97-AF65-F5344CB8AC3E}">
        <p14:creationId xmlns:p14="http://schemas.microsoft.com/office/powerpoint/2010/main" val="1340396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4532A-AA52-657D-6B58-5082EBA343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bs-Latn-BA"/>
          </a:p>
        </p:txBody>
      </p:sp>
      <p:sp>
        <p:nvSpPr>
          <p:cNvPr id="3" name="Text Placeholder 2">
            <a:extLst>
              <a:ext uri="{FF2B5EF4-FFF2-40B4-BE49-F238E27FC236}">
                <a16:creationId xmlns:a16="http://schemas.microsoft.com/office/drawing/2014/main" id="{A73BB0C2-D614-1C46-D9DC-0D5DBB3E0E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8EFC12-909C-8DC1-B809-B69952196C3C}"/>
              </a:ext>
            </a:extLst>
          </p:cNvPr>
          <p:cNvSpPr>
            <a:spLocks noGrp="1"/>
          </p:cNvSpPr>
          <p:nvPr>
            <p:ph type="dt" sz="half" idx="10"/>
          </p:nvPr>
        </p:nvSpPr>
        <p:spPr/>
        <p:txBody>
          <a:bodyPr/>
          <a:lstStyle/>
          <a:p>
            <a:fld id="{6EFDF6A1-D84A-E442-9A36-7587A9400E70}" type="datetimeFigureOut">
              <a:rPr lang="en-BA" smtClean="0"/>
              <a:t>09/17/2026</a:t>
            </a:fld>
            <a:endParaRPr lang="en-BA"/>
          </a:p>
        </p:txBody>
      </p:sp>
      <p:sp>
        <p:nvSpPr>
          <p:cNvPr id="5" name="Footer Placeholder 4">
            <a:extLst>
              <a:ext uri="{FF2B5EF4-FFF2-40B4-BE49-F238E27FC236}">
                <a16:creationId xmlns:a16="http://schemas.microsoft.com/office/drawing/2014/main" id="{1A3D97FD-A989-8660-8497-936C3D86F489}"/>
              </a:ext>
            </a:extLst>
          </p:cNvPr>
          <p:cNvSpPr>
            <a:spLocks noGrp="1"/>
          </p:cNvSpPr>
          <p:nvPr>
            <p:ph type="ftr" sz="quarter" idx="11"/>
          </p:nvPr>
        </p:nvSpPr>
        <p:spPr/>
        <p:txBody>
          <a:bodyPr/>
          <a:lstStyle/>
          <a:p>
            <a:endParaRPr lang="en-BA"/>
          </a:p>
        </p:txBody>
      </p:sp>
      <p:sp>
        <p:nvSpPr>
          <p:cNvPr id="6" name="Slide Number Placeholder 5">
            <a:extLst>
              <a:ext uri="{FF2B5EF4-FFF2-40B4-BE49-F238E27FC236}">
                <a16:creationId xmlns:a16="http://schemas.microsoft.com/office/drawing/2014/main" id="{D6288E6D-D860-2B2A-64F0-83C1181E6578}"/>
              </a:ext>
            </a:extLst>
          </p:cNvPr>
          <p:cNvSpPr>
            <a:spLocks noGrp="1"/>
          </p:cNvSpPr>
          <p:nvPr>
            <p:ph type="sldNum" sz="quarter" idx="12"/>
          </p:nvPr>
        </p:nvSpPr>
        <p:spPr/>
        <p:txBody>
          <a:bodyPr/>
          <a:lstStyle/>
          <a:p>
            <a:fld id="{40D7C22A-61C8-A74C-99B6-02DB53381A2F}" type="slidenum">
              <a:rPr lang="en-BA" smtClean="0"/>
              <a:t>‹#›</a:t>
            </a:fld>
            <a:endParaRPr lang="en-BA"/>
          </a:p>
        </p:txBody>
      </p:sp>
    </p:spTree>
    <p:extLst>
      <p:ext uri="{BB962C8B-B14F-4D97-AF65-F5344CB8AC3E}">
        <p14:creationId xmlns:p14="http://schemas.microsoft.com/office/powerpoint/2010/main" val="295216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D2BE-764C-7A08-D504-AD5D0284D2D7}"/>
              </a:ext>
            </a:extLst>
          </p:cNvPr>
          <p:cNvSpPr>
            <a:spLocks noGrp="1"/>
          </p:cNvSpPr>
          <p:nvPr>
            <p:ph type="title"/>
          </p:nvPr>
        </p:nvSpPr>
        <p:spPr/>
        <p:txBody>
          <a:bodyPr/>
          <a:lstStyle/>
          <a:p>
            <a:r>
              <a:rPr lang="en-US"/>
              <a:t>Click to edit Master title style</a:t>
            </a:r>
            <a:endParaRPr lang="bs-Latn-BA"/>
          </a:p>
        </p:txBody>
      </p:sp>
      <p:sp>
        <p:nvSpPr>
          <p:cNvPr id="3" name="Content Placeholder 2">
            <a:extLst>
              <a:ext uri="{FF2B5EF4-FFF2-40B4-BE49-F238E27FC236}">
                <a16:creationId xmlns:a16="http://schemas.microsoft.com/office/drawing/2014/main" id="{98EEC46E-EEEC-66B1-11BA-339800E840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s-Latn-BA"/>
          </a:p>
        </p:txBody>
      </p:sp>
      <p:sp>
        <p:nvSpPr>
          <p:cNvPr id="4" name="Content Placeholder 3">
            <a:extLst>
              <a:ext uri="{FF2B5EF4-FFF2-40B4-BE49-F238E27FC236}">
                <a16:creationId xmlns:a16="http://schemas.microsoft.com/office/drawing/2014/main" id="{95BB3688-13A4-3F69-E900-1422145824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s-Latn-BA"/>
          </a:p>
        </p:txBody>
      </p:sp>
      <p:sp>
        <p:nvSpPr>
          <p:cNvPr id="5" name="Date Placeholder 4">
            <a:extLst>
              <a:ext uri="{FF2B5EF4-FFF2-40B4-BE49-F238E27FC236}">
                <a16:creationId xmlns:a16="http://schemas.microsoft.com/office/drawing/2014/main" id="{EC8E3123-18AC-6FE3-65F3-616198F77C8B}"/>
              </a:ext>
            </a:extLst>
          </p:cNvPr>
          <p:cNvSpPr>
            <a:spLocks noGrp="1"/>
          </p:cNvSpPr>
          <p:nvPr>
            <p:ph type="dt" sz="half" idx="10"/>
          </p:nvPr>
        </p:nvSpPr>
        <p:spPr/>
        <p:txBody>
          <a:bodyPr/>
          <a:lstStyle/>
          <a:p>
            <a:fld id="{6EFDF6A1-D84A-E442-9A36-7587A9400E70}" type="datetimeFigureOut">
              <a:rPr lang="en-BA" smtClean="0"/>
              <a:t>09/17/2026</a:t>
            </a:fld>
            <a:endParaRPr lang="en-BA"/>
          </a:p>
        </p:txBody>
      </p:sp>
      <p:sp>
        <p:nvSpPr>
          <p:cNvPr id="6" name="Footer Placeholder 5">
            <a:extLst>
              <a:ext uri="{FF2B5EF4-FFF2-40B4-BE49-F238E27FC236}">
                <a16:creationId xmlns:a16="http://schemas.microsoft.com/office/drawing/2014/main" id="{AD365775-47BA-21BF-965A-B5D924858E50}"/>
              </a:ext>
            </a:extLst>
          </p:cNvPr>
          <p:cNvSpPr>
            <a:spLocks noGrp="1"/>
          </p:cNvSpPr>
          <p:nvPr>
            <p:ph type="ftr" sz="quarter" idx="11"/>
          </p:nvPr>
        </p:nvSpPr>
        <p:spPr/>
        <p:txBody>
          <a:bodyPr/>
          <a:lstStyle/>
          <a:p>
            <a:endParaRPr lang="en-BA"/>
          </a:p>
        </p:txBody>
      </p:sp>
      <p:sp>
        <p:nvSpPr>
          <p:cNvPr id="7" name="Slide Number Placeholder 6">
            <a:extLst>
              <a:ext uri="{FF2B5EF4-FFF2-40B4-BE49-F238E27FC236}">
                <a16:creationId xmlns:a16="http://schemas.microsoft.com/office/drawing/2014/main" id="{77A47647-3B1A-F665-1AF7-0DB879A865AB}"/>
              </a:ext>
            </a:extLst>
          </p:cNvPr>
          <p:cNvSpPr>
            <a:spLocks noGrp="1"/>
          </p:cNvSpPr>
          <p:nvPr>
            <p:ph type="sldNum" sz="quarter" idx="12"/>
          </p:nvPr>
        </p:nvSpPr>
        <p:spPr/>
        <p:txBody>
          <a:bodyPr/>
          <a:lstStyle/>
          <a:p>
            <a:fld id="{40D7C22A-61C8-A74C-99B6-02DB53381A2F}" type="slidenum">
              <a:rPr lang="en-BA" smtClean="0"/>
              <a:t>‹#›</a:t>
            </a:fld>
            <a:endParaRPr lang="en-BA"/>
          </a:p>
        </p:txBody>
      </p:sp>
    </p:spTree>
    <p:extLst>
      <p:ext uri="{BB962C8B-B14F-4D97-AF65-F5344CB8AC3E}">
        <p14:creationId xmlns:p14="http://schemas.microsoft.com/office/powerpoint/2010/main" val="3275440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DA2A0-A2CB-6AB3-E4F6-44B130C65DFF}"/>
              </a:ext>
            </a:extLst>
          </p:cNvPr>
          <p:cNvSpPr>
            <a:spLocks noGrp="1"/>
          </p:cNvSpPr>
          <p:nvPr>
            <p:ph type="title"/>
          </p:nvPr>
        </p:nvSpPr>
        <p:spPr>
          <a:xfrm>
            <a:off x="839788" y="365125"/>
            <a:ext cx="10515600" cy="1325563"/>
          </a:xfrm>
        </p:spPr>
        <p:txBody>
          <a:bodyPr/>
          <a:lstStyle/>
          <a:p>
            <a:r>
              <a:rPr lang="en-US"/>
              <a:t>Click to edit Master title style</a:t>
            </a:r>
            <a:endParaRPr lang="bs-Latn-BA"/>
          </a:p>
        </p:txBody>
      </p:sp>
      <p:sp>
        <p:nvSpPr>
          <p:cNvPr id="3" name="Text Placeholder 2">
            <a:extLst>
              <a:ext uri="{FF2B5EF4-FFF2-40B4-BE49-F238E27FC236}">
                <a16:creationId xmlns:a16="http://schemas.microsoft.com/office/drawing/2014/main" id="{D85DBC30-5908-B718-A889-C95CB07EC5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98D5DC-3DD7-4A99-2323-77CB6B0098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s-Latn-BA"/>
          </a:p>
        </p:txBody>
      </p:sp>
      <p:sp>
        <p:nvSpPr>
          <p:cNvPr id="5" name="Text Placeholder 4">
            <a:extLst>
              <a:ext uri="{FF2B5EF4-FFF2-40B4-BE49-F238E27FC236}">
                <a16:creationId xmlns:a16="http://schemas.microsoft.com/office/drawing/2014/main" id="{0985AEF6-B063-4285-CEF1-FCD9803988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9EA0E7-210A-FA79-456C-3B43D4F446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s-Latn-BA"/>
          </a:p>
        </p:txBody>
      </p:sp>
      <p:sp>
        <p:nvSpPr>
          <p:cNvPr id="7" name="Date Placeholder 6">
            <a:extLst>
              <a:ext uri="{FF2B5EF4-FFF2-40B4-BE49-F238E27FC236}">
                <a16:creationId xmlns:a16="http://schemas.microsoft.com/office/drawing/2014/main" id="{6346002E-01D3-747A-9D50-D562B87D9560}"/>
              </a:ext>
            </a:extLst>
          </p:cNvPr>
          <p:cNvSpPr>
            <a:spLocks noGrp="1"/>
          </p:cNvSpPr>
          <p:nvPr>
            <p:ph type="dt" sz="half" idx="10"/>
          </p:nvPr>
        </p:nvSpPr>
        <p:spPr/>
        <p:txBody>
          <a:bodyPr/>
          <a:lstStyle/>
          <a:p>
            <a:fld id="{6EFDF6A1-D84A-E442-9A36-7587A9400E70}" type="datetimeFigureOut">
              <a:rPr lang="en-BA" smtClean="0"/>
              <a:t>09/17/2026</a:t>
            </a:fld>
            <a:endParaRPr lang="en-BA"/>
          </a:p>
        </p:txBody>
      </p:sp>
      <p:sp>
        <p:nvSpPr>
          <p:cNvPr id="8" name="Footer Placeholder 7">
            <a:extLst>
              <a:ext uri="{FF2B5EF4-FFF2-40B4-BE49-F238E27FC236}">
                <a16:creationId xmlns:a16="http://schemas.microsoft.com/office/drawing/2014/main" id="{33D0D64B-1C87-862F-E8A8-46E4DB91D0EB}"/>
              </a:ext>
            </a:extLst>
          </p:cNvPr>
          <p:cNvSpPr>
            <a:spLocks noGrp="1"/>
          </p:cNvSpPr>
          <p:nvPr>
            <p:ph type="ftr" sz="quarter" idx="11"/>
          </p:nvPr>
        </p:nvSpPr>
        <p:spPr/>
        <p:txBody>
          <a:bodyPr/>
          <a:lstStyle/>
          <a:p>
            <a:endParaRPr lang="en-BA"/>
          </a:p>
        </p:txBody>
      </p:sp>
      <p:sp>
        <p:nvSpPr>
          <p:cNvPr id="9" name="Slide Number Placeholder 8">
            <a:extLst>
              <a:ext uri="{FF2B5EF4-FFF2-40B4-BE49-F238E27FC236}">
                <a16:creationId xmlns:a16="http://schemas.microsoft.com/office/drawing/2014/main" id="{50FE9AAC-DF72-EFE0-D4E0-7CF49AC8D570}"/>
              </a:ext>
            </a:extLst>
          </p:cNvPr>
          <p:cNvSpPr>
            <a:spLocks noGrp="1"/>
          </p:cNvSpPr>
          <p:nvPr>
            <p:ph type="sldNum" sz="quarter" idx="12"/>
          </p:nvPr>
        </p:nvSpPr>
        <p:spPr/>
        <p:txBody>
          <a:bodyPr/>
          <a:lstStyle/>
          <a:p>
            <a:fld id="{40D7C22A-61C8-A74C-99B6-02DB53381A2F}" type="slidenum">
              <a:rPr lang="en-BA" smtClean="0"/>
              <a:t>‹#›</a:t>
            </a:fld>
            <a:endParaRPr lang="en-BA"/>
          </a:p>
        </p:txBody>
      </p:sp>
    </p:spTree>
    <p:extLst>
      <p:ext uri="{BB962C8B-B14F-4D97-AF65-F5344CB8AC3E}">
        <p14:creationId xmlns:p14="http://schemas.microsoft.com/office/powerpoint/2010/main" val="1447588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3624B-E455-3F95-F418-5C005668F41A}"/>
              </a:ext>
            </a:extLst>
          </p:cNvPr>
          <p:cNvSpPr>
            <a:spLocks noGrp="1"/>
          </p:cNvSpPr>
          <p:nvPr>
            <p:ph type="title"/>
          </p:nvPr>
        </p:nvSpPr>
        <p:spPr/>
        <p:txBody>
          <a:bodyPr/>
          <a:lstStyle/>
          <a:p>
            <a:r>
              <a:rPr lang="en-US"/>
              <a:t>Click to edit Master title style</a:t>
            </a:r>
            <a:endParaRPr lang="bs-Latn-BA"/>
          </a:p>
        </p:txBody>
      </p:sp>
      <p:sp>
        <p:nvSpPr>
          <p:cNvPr id="3" name="Date Placeholder 2">
            <a:extLst>
              <a:ext uri="{FF2B5EF4-FFF2-40B4-BE49-F238E27FC236}">
                <a16:creationId xmlns:a16="http://schemas.microsoft.com/office/drawing/2014/main" id="{C810263E-54A1-C103-B655-8D282A662C7A}"/>
              </a:ext>
            </a:extLst>
          </p:cNvPr>
          <p:cNvSpPr>
            <a:spLocks noGrp="1"/>
          </p:cNvSpPr>
          <p:nvPr>
            <p:ph type="dt" sz="half" idx="10"/>
          </p:nvPr>
        </p:nvSpPr>
        <p:spPr/>
        <p:txBody>
          <a:bodyPr/>
          <a:lstStyle/>
          <a:p>
            <a:fld id="{6EFDF6A1-D84A-E442-9A36-7587A9400E70}" type="datetimeFigureOut">
              <a:rPr lang="en-BA" smtClean="0"/>
              <a:t>09/17/2026</a:t>
            </a:fld>
            <a:endParaRPr lang="en-BA"/>
          </a:p>
        </p:txBody>
      </p:sp>
      <p:sp>
        <p:nvSpPr>
          <p:cNvPr id="4" name="Footer Placeholder 3">
            <a:extLst>
              <a:ext uri="{FF2B5EF4-FFF2-40B4-BE49-F238E27FC236}">
                <a16:creationId xmlns:a16="http://schemas.microsoft.com/office/drawing/2014/main" id="{6D5DDEE2-B46A-7258-763B-113935CDC0F7}"/>
              </a:ext>
            </a:extLst>
          </p:cNvPr>
          <p:cNvSpPr>
            <a:spLocks noGrp="1"/>
          </p:cNvSpPr>
          <p:nvPr>
            <p:ph type="ftr" sz="quarter" idx="11"/>
          </p:nvPr>
        </p:nvSpPr>
        <p:spPr/>
        <p:txBody>
          <a:bodyPr/>
          <a:lstStyle/>
          <a:p>
            <a:endParaRPr lang="en-BA"/>
          </a:p>
        </p:txBody>
      </p:sp>
      <p:sp>
        <p:nvSpPr>
          <p:cNvPr id="5" name="Slide Number Placeholder 4">
            <a:extLst>
              <a:ext uri="{FF2B5EF4-FFF2-40B4-BE49-F238E27FC236}">
                <a16:creationId xmlns:a16="http://schemas.microsoft.com/office/drawing/2014/main" id="{DB22642D-E77C-968A-9985-CD8E814475BB}"/>
              </a:ext>
            </a:extLst>
          </p:cNvPr>
          <p:cNvSpPr>
            <a:spLocks noGrp="1"/>
          </p:cNvSpPr>
          <p:nvPr>
            <p:ph type="sldNum" sz="quarter" idx="12"/>
          </p:nvPr>
        </p:nvSpPr>
        <p:spPr/>
        <p:txBody>
          <a:bodyPr/>
          <a:lstStyle/>
          <a:p>
            <a:fld id="{40D7C22A-61C8-A74C-99B6-02DB53381A2F}" type="slidenum">
              <a:rPr lang="en-BA" smtClean="0"/>
              <a:t>‹#›</a:t>
            </a:fld>
            <a:endParaRPr lang="en-BA"/>
          </a:p>
        </p:txBody>
      </p:sp>
    </p:spTree>
    <p:extLst>
      <p:ext uri="{BB962C8B-B14F-4D97-AF65-F5344CB8AC3E}">
        <p14:creationId xmlns:p14="http://schemas.microsoft.com/office/powerpoint/2010/main" val="2530559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7829C9-D1D6-5025-776D-E94D41F3F901}"/>
              </a:ext>
            </a:extLst>
          </p:cNvPr>
          <p:cNvSpPr>
            <a:spLocks noGrp="1"/>
          </p:cNvSpPr>
          <p:nvPr>
            <p:ph type="dt" sz="half" idx="10"/>
          </p:nvPr>
        </p:nvSpPr>
        <p:spPr/>
        <p:txBody>
          <a:bodyPr/>
          <a:lstStyle/>
          <a:p>
            <a:fld id="{6EFDF6A1-D84A-E442-9A36-7587A9400E70}" type="datetimeFigureOut">
              <a:rPr lang="en-BA" smtClean="0"/>
              <a:t>09/17/2026</a:t>
            </a:fld>
            <a:endParaRPr lang="en-BA"/>
          </a:p>
        </p:txBody>
      </p:sp>
      <p:sp>
        <p:nvSpPr>
          <p:cNvPr id="3" name="Footer Placeholder 2">
            <a:extLst>
              <a:ext uri="{FF2B5EF4-FFF2-40B4-BE49-F238E27FC236}">
                <a16:creationId xmlns:a16="http://schemas.microsoft.com/office/drawing/2014/main" id="{23323EFE-4AB9-4F1A-490E-458BC179D02C}"/>
              </a:ext>
            </a:extLst>
          </p:cNvPr>
          <p:cNvSpPr>
            <a:spLocks noGrp="1"/>
          </p:cNvSpPr>
          <p:nvPr>
            <p:ph type="ftr" sz="quarter" idx="11"/>
          </p:nvPr>
        </p:nvSpPr>
        <p:spPr/>
        <p:txBody>
          <a:bodyPr/>
          <a:lstStyle/>
          <a:p>
            <a:endParaRPr lang="en-BA"/>
          </a:p>
        </p:txBody>
      </p:sp>
      <p:sp>
        <p:nvSpPr>
          <p:cNvPr id="4" name="Slide Number Placeholder 3">
            <a:extLst>
              <a:ext uri="{FF2B5EF4-FFF2-40B4-BE49-F238E27FC236}">
                <a16:creationId xmlns:a16="http://schemas.microsoft.com/office/drawing/2014/main" id="{B215D385-CF49-FC63-3537-EE66CCE27890}"/>
              </a:ext>
            </a:extLst>
          </p:cNvPr>
          <p:cNvSpPr>
            <a:spLocks noGrp="1"/>
          </p:cNvSpPr>
          <p:nvPr>
            <p:ph type="sldNum" sz="quarter" idx="12"/>
          </p:nvPr>
        </p:nvSpPr>
        <p:spPr/>
        <p:txBody>
          <a:bodyPr/>
          <a:lstStyle/>
          <a:p>
            <a:fld id="{40D7C22A-61C8-A74C-99B6-02DB53381A2F}" type="slidenum">
              <a:rPr lang="en-BA" smtClean="0"/>
              <a:t>‹#›</a:t>
            </a:fld>
            <a:endParaRPr lang="en-BA"/>
          </a:p>
        </p:txBody>
      </p:sp>
    </p:spTree>
    <p:extLst>
      <p:ext uri="{BB962C8B-B14F-4D97-AF65-F5344CB8AC3E}">
        <p14:creationId xmlns:p14="http://schemas.microsoft.com/office/powerpoint/2010/main" val="174731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E840A-50EB-BED9-8724-5F63D14B3D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s-Latn-BA"/>
          </a:p>
        </p:txBody>
      </p:sp>
      <p:sp>
        <p:nvSpPr>
          <p:cNvPr id="3" name="Content Placeholder 2">
            <a:extLst>
              <a:ext uri="{FF2B5EF4-FFF2-40B4-BE49-F238E27FC236}">
                <a16:creationId xmlns:a16="http://schemas.microsoft.com/office/drawing/2014/main" id="{24C174DA-0A6D-6D53-1109-CEF2D874ED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s-Latn-BA"/>
          </a:p>
        </p:txBody>
      </p:sp>
      <p:sp>
        <p:nvSpPr>
          <p:cNvPr id="4" name="Text Placeholder 3">
            <a:extLst>
              <a:ext uri="{FF2B5EF4-FFF2-40B4-BE49-F238E27FC236}">
                <a16:creationId xmlns:a16="http://schemas.microsoft.com/office/drawing/2014/main" id="{5A4B7497-C30B-2037-2EA1-A68169128C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FBF266-D3AC-7B14-3A78-CFF9E0E30478}"/>
              </a:ext>
            </a:extLst>
          </p:cNvPr>
          <p:cNvSpPr>
            <a:spLocks noGrp="1"/>
          </p:cNvSpPr>
          <p:nvPr>
            <p:ph type="dt" sz="half" idx="10"/>
          </p:nvPr>
        </p:nvSpPr>
        <p:spPr/>
        <p:txBody>
          <a:bodyPr/>
          <a:lstStyle/>
          <a:p>
            <a:fld id="{6EFDF6A1-D84A-E442-9A36-7587A9400E70}" type="datetimeFigureOut">
              <a:rPr lang="en-BA" smtClean="0"/>
              <a:t>09/17/2026</a:t>
            </a:fld>
            <a:endParaRPr lang="en-BA"/>
          </a:p>
        </p:txBody>
      </p:sp>
      <p:sp>
        <p:nvSpPr>
          <p:cNvPr id="6" name="Footer Placeholder 5">
            <a:extLst>
              <a:ext uri="{FF2B5EF4-FFF2-40B4-BE49-F238E27FC236}">
                <a16:creationId xmlns:a16="http://schemas.microsoft.com/office/drawing/2014/main" id="{B1FE8F98-2EE2-58CB-47F5-7C1BF0D938DA}"/>
              </a:ext>
            </a:extLst>
          </p:cNvPr>
          <p:cNvSpPr>
            <a:spLocks noGrp="1"/>
          </p:cNvSpPr>
          <p:nvPr>
            <p:ph type="ftr" sz="quarter" idx="11"/>
          </p:nvPr>
        </p:nvSpPr>
        <p:spPr/>
        <p:txBody>
          <a:bodyPr/>
          <a:lstStyle/>
          <a:p>
            <a:endParaRPr lang="en-BA"/>
          </a:p>
        </p:txBody>
      </p:sp>
      <p:sp>
        <p:nvSpPr>
          <p:cNvPr id="7" name="Slide Number Placeholder 6">
            <a:extLst>
              <a:ext uri="{FF2B5EF4-FFF2-40B4-BE49-F238E27FC236}">
                <a16:creationId xmlns:a16="http://schemas.microsoft.com/office/drawing/2014/main" id="{469B0A8D-3D18-4A1D-2C84-9325EF97B784}"/>
              </a:ext>
            </a:extLst>
          </p:cNvPr>
          <p:cNvSpPr>
            <a:spLocks noGrp="1"/>
          </p:cNvSpPr>
          <p:nvPr>
            <p:ph type="sldNum" sz="quarter" idx="12"/>
          </p:nvPr>
        </p:nvSpPr>
        <p:spPr/>
        <p:txBody>
          <a:bodyPr/>
          <a:lstStyle/>
          <a:p>
            <a:fld id="{40D7C22A-61C8-A74C-99B6-02DB53381A2F}" type="slidenum">
              <a:rPr lang="en-BA" smtClean="0"/>
              <a:t>‹#›</a:t>
            </a:fld>
            <a:endParaRPr lang="en-BA"/>
          </a:p>
        </p:txBody>
      </p:sp>
    </p:spTree>
    <p:extLst>
      <p:ext uri="{BB962C8B-B14F-4D97-AF65-F5344CB8AC3E}">
        <p14:creationId xmlns:p14="http://schemas.microsoft.com/office/powerpoint/2010/main" val="3220674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C4AE9-E218-4696-90DF-BCB87E5283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s-Latn-BA"/>
          </a:p>
        </p:txBody>
      </p:sp>
      <p:sp>
        <p:nvSpPr>
          <p:cNvPr id="3" name="Picture Placeholder 2">
            <a:extLst>
              <a:ext uri="{FF2B5EF4-FFF2-40B4-BE49-F238E27FC236}">
                <a16:creationId xmlns:a16="http://schemas.microsoft.com/office/drawing/2014/main" id="{49AC80D9-547B-5A83-80FF-C545040002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bs-Latn-BA"/>
          </a:p>
        </p:txBody>
      </p:sp>
      <p:sp>
        <p:nvSpPr>
          <p:cNvPr id="4" name="Text Placeholder 3">
            <a:extLst>
              <a:ext uri="{FF2B5EF4-FFF2-40B4-BE49-F238E27FC236}">
                <a16:creationId xmlns:a16="http://schemas.microsoft.com/office/drawing/2014/main" id="{8F793076-11DE-288C-146D-1E70CF3FDB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910FA4-CFE0-8874-6C82-B0AC3B6CA6C1}"/>
              </a:ext>
            </a:extLst>
          </p:cNvPr>
          <p:cNvSpPr>
            <a:spLocks noGrp="1"/>
          </p:cNvSpPr>
          <p:nvPr>
            <p:ph type="dt" sz="half" idx="10"/>
          </p:nvPr>
        </p:nvSpPr>
        <p:spPr/>
        <p:txBody>
          <a:bodyPr/>
          <a:lstStyle/>
          <a:p>
            <a:fld id="{6EFDF6A1-D84A-E442-9A36-7587A9400E70}" type="datetimeFigureOut">
              <a:rPr lang="en-BA" smtClean="0"/>
              <a:t>09/17/2026</a:t>
            </a:fld>
            <a:endParaRPr lang="en-BA"/>
          </a:p>
        </p:txBody>
      </p:sp>
      <p:sp>
        <p:nvSpPr>
          <p:cNvPr id="6" name="Footer Placeholder 5">
            <a:extLst>
              <a:ext uri="{FF2B5EF4-FFF2-40B4-BE49-F238E27FC236}">
                <a16:creationId xmlns:a16="http://schemas.microsoft.com/office/drawing/2014/main" id="{FE741A16-78C6-3DE3-26A6-C0F0FA0C4F96}"/>
              </a:ext>
            </a:extLst>
          </p:cNvPr>
          <p:cNvSpPr>
            <a:spLocks noGrp="1"/>
          </p:cNvSpPr>
          <p:nvPr>
            <p:ph type="ftr" sz="quarter" idx="11"/>
          </p:nvPr>
        </p:nvSpPr>
        <p:spPr/>
        <p:txBody>
          <a:bodyPr/>
          <a:lstStyle/>
          <a:p>
            <a:endParaRPr lang="en-BA"/>
          </a:p>
        </p:txBody>
      </p:sp>
      <p:sp>
        <p:nvSpPr>
          <p:cNvPr id="7" name="Slide Number Placeholder 6">
            <a:extLst>
              <a:ext uri="{FF2B5EF4-FFF2-40B4-BE49-F238E27FC236}">
                <a16:creationId xmlns:a16="http://schemas.microsoft.com/office/drawing/2014/main" id="{AEC8BA99-64B1-4529-3A2E-6C810A9A48E2}"/>
              </a:ext>
            </a:extLst>
          </p:cNvPr>
          <p:cNvSpPr>
            <a:spLocks noGrp="1"/>
          </p:cNvSpPr>
          <p:nvPr>
            <p:ph type="sldNum" sz="quarter" idx="12"/>
          </p:nvPr>
        </p:nvSpPr>
        <p:spPr/>
        <p:txBody>
          <a:bodyPr/>
          <a:lstStyle/>
          <a:p>
            <a:fld id="{40D7C22A-61C8-A74C-99B6-02DB53381A2F}" type="slidenum">
              <a:rPr lang="en-BA" smtClean="0"/>
              <a:t>‹#›</a:t>
            </a:fld>
            <a:endParaRPr lang="en-BA"/>
          </a:p>
        </p:txBody>
      </p:sp>
    </p:spTree>
    <p:extLst>
      <p:ext uri="{BB962C8B-B14F-4D97-AF65-F5344CB8AC3E}">
        <p14:creationId xmlns:p14="http://schemas.microsoft.com/office/powerpoint/2010/main" val="2686616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CA7E1-0BDF-AD18-5815-A0C5673FF18F}"/>
              </a:ext>
            </a:extLst>
          </p:cNvPr>
          <p:cNvSpPr>
            <a:spLocks noGrp="1"/>
          </p:cNvSpPr>
          <p:nvPr>
            <p:ph type="title"/>
          </p:nvPr>
        </p:nvSpPr>
        <p:spPr/>
        <p:txBody>
          <a:bodyPr/>
          <a:lstStyle/>
          <a:p>
            <a:r>
              <a:rPr lang="en-US"/>
              <a:t>Click to edit Master title style</a:t>
            </a:r>
            <a:endParaRPr lang="bs-Latn-BA"/>
          </a:p>
        </p:txBody>
      </p:sp>
      <p:sp>
        <p:nvSpPr>
          <p:cNvPr id="3" name="Vertical Text Placeholder 2">
            <a:extLst>
              <a:ext uri="{FF2B5EF4-FFF2-40B4-BE49-F238E27FC236}">
                <a16:creationId xmlns:a16="http://schemas.microsoft.com/office/drawing/2014/main" id="{FC2C01AB-6A26-1761-A94A-F01102EEA4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s-Latn-BA"/>
          </a:p>
        </p:txBody>
      </p:sp>
      <p:sp>
        <p:nvSpPr>
          <p:cNvPr id="4" name="Date Placeholder 3">
            <a:extLst>
              <a:ext uri="{FF2B5EF4-FFF2-40B4-BE49-F238E27FC236}">
                <a16:creationId xmlns:a16="http://schemas.microsoft.com/office/drawing/2014/main" id="{70CBABB8-3AAF-7C45-67B9-E2C7DBBEE447}"/>
              </a:ext>
            </a:extLst>
          </p:cNvPr>
          <p:cNvSpPr>
            <a:spLocks noGrp="1"/>
          </p:cNvSpPr>
          <p:nvPr>
            <p:ph type="dt" sz="half" idx="10"/>
          </p:nvPr>
        </p:nvSpPr>
        <p:spPr/>
        <p:txBody>
          <a:bodyPr/>
          <a:lstStyle/>
          <a:p>
            <a:fld id="{6EFDF6A1-D84A-E442-9A36-7587A9400E70}" type="datetimeFigureOut">
              <a:rPr lang="en-BA" smtClean="0"/>
              <a:t>09/17/2026</a:t>
            </a:fld>
            <a:endParaRPr lang="en-BA"/>
          </a:p>
        </p:txBody>
      </p:sp>
      <p:sp>
        <p:nvSpPr>
          <p:cNvPr id="5" name="Footer Placeholder 4">
            <a:extLst>
              <a:ext uri="{FF2B5EF4-FFF2-40B4-BE49-F238E27FC236}">
                <a16:creationId xmlns:a16="http://schemas.microsoft.com/office/drawing/2014/main" id="{505BCC5F-6FD2-2C65-DC50-3E138D146732}"/>
              </a:ext>
            </a:extLst>
          </p:cNvPr>
          <p:cNvSpPr>
            <a:spLocks noGrp="1"/>
          </p:cNvSpPr>
          <p:nvPr>
            <p:ph type="ftr" sz="quarter" idx="11"/>
          </p:nvPr>
        </p:nvSpPr>
        <p:spPr/>
        <p:txBody>
          <a:bodyPr/>
          <a:lstStyle/>
          <a:p>
            <a:endParaRPr lang="en-BA"/>
          </a:p>
        </p:txBody>
      </p:sp>
      <p:sp>
        <p:nvSpPr>
          <p:cNvPr id="6" name="Slide Number Placeholder 5">
            <a:extLst>
              <a:ext uri="{FF2B5EF4-FFF2-40B4-BE49-F238E27FC236}">
                <a16:creationId xmlns:a16="http://schemas.microsoft.com/office/drawing/2014/main" id="{E1A54F0E-711E-5365-7B31-CE233BC33137}"/>
              </a:ext>
            </a:extLst>
          </p:cNvPr>
          <p:cNvSpPr>
            <a:spLocks noGrp="1"/>
          </p:cNvSpPr>
          <p:nvPr>
            <p:ph type="sldNum" sz="quarter" idx="12"/>
          </p:nvPr>
        </p:nvSpPr>
        <p:spPr/>
        <p:txBody>
          <a:bodyPr/>
          <a:lstStyle/>
          <a:p>
            <a:fld id="{40D7C22A-61C8-A74C-99B6-02DB53381A2F}" type="slidenum">
              <a:rPr lang="en-BA" smtClean="0"/>
              <a:t>‹#›</a:t>
            </a:fld>
            <a:endParaRPr lang="en-BA"/>
          </a:p>
        </p:txBody>
      </p:sp>
    </p:spTree>
    <p:extLst>
      <p:ext uri="{BB962C8B-B14F-4D97-AF65-F5344CB8AC3E}">
        <p14:creationId xmlns:p14="http://schemas.microsoft.com/office/powerpoint/2010/main" val="2774759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FAC41C-D3F2-3169-DC4C-EDAF403CE1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bs-Latn-BA"/>
          </a:p>
        </p:txBody>
      </p:sp>
      <p:sp>
        <p:nvSpPr>
          <p:cNvPr id="3" name="Vertical Text Placeholder 2">
            <a:extLst>
              <a:ext uri="{FF2B5EF4-FFF2-40B4-BE49-F238E27FC236}">
                <a16:creationId xmlns:a16="http://schemas.microsoft.com/office/drawing/2014/main" id="{D04DCB65-5DF6-1D75-E39D-10FEDF8BE4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s-Latn-BA"/>
          </a:p>
        </p:txBody>
      </p:sp>
      <p:sp>
        <p:nvSpPr>
          <p:cNvPr id="4" name="Date Placeholder 3">
            <a:extLst>
              <a:ext uri="{FF2B5EF4-FFF2-40B4-BE49-F238E27FC236}">
                <a16:creationId xmlns:a16="http://schemas.microsoft.com/office/drawing/2014/main" id="{421832CC-BEA6-BF72-9B99-B2DCC79948A4}"/>
              </a:ext>
            </a:extLst>
          </p:cNvPr>
          <p:cNvSpPr>
            <a:spLocks noGrp="1"/>
          </p:cNvSpPr>
          <p:nvPr>
            <p:ph type="dt" sz="half" idx="10"/>
          </p:nvPr>
        </p:nvSpPr>
        <p:spPr/>
        <p:txBody>
          <a:bodyPr/>
          <a:lstStyle/>
          <a:p>
            <a:fld id="{6EFDF6A1-D84A-E442-9A36-7587A9400E70}" type="datetimeFigureOut">
              <a:rPr lang="en-BA" smtClean="0"/>
              <a:t>09/17/2026</a:t>
            </a:fld>
            <a:endParaRPr lang="en-BA"/>
          </a:p>
        </p:txBody>
      </p:sp>
      <p:sp>
        <p:nvSpPr>
          <p:cNvPr id="5" name="Footer Placeholder 4">
            <a:extLst>
              <a:ext uri="{FF2B5EF4-FFF2-40B4-BE49-F238E27FC236}">
                <a16:creationId xmlns:a16="http://schemas.microsoft.com/office/drawing/2014/main" id="{76A5D022-0930-537A-194C-4B15FD0497E5}"/>
              </a:ext>
            </a:extLst>
          </p:cNvPr>
          <p:cNvSpPr>
            <a:spLocks noGrp="1"/>
          </p:cNvSpPr>
          <p:nvPr>
            <p:ph type="ftr" sz="quarter" idx="11"/>
          </p:nvPr>
        </p:nvSpPr>
        <p:spPr/>
        <p:txBody>
          <a:bodyPr/>
          <a:lstStyle/>
          <a:p>
            <a:endParaRPr lang="en-BA"/>
          </a:p>
        </p:txBody>
      </p:sp>
      <p:sp>
        <p:nvSpPr>
          <p:cNvPr id="6" name="Slide Number Placeholder 5">
            <a:extLst>
              <a:ext uri="{FF2B5EF4-FFF2-40B4-BE49-F238E27FC236}">
                <a16:creationId xmlns:a16="http://schemas.microsoft.com/office/drawing/2014/main" id="{5F6EE8E0-1A78-2A3A-95D2-AE569B1E2986}"/>
              </a:ext>
            </a:extLst>
          </p:cNvPr>
          <p:cNvSpPr>
            <a:spLocks noGrp="1"/>
          </p:cNvSpPr>
          <p:nvPr>
            <p:ph type="sldNum" sz="quarter" idx="12"/>
          </p:nvPr>
        </p:nvSpPr>
        <p:spPr/>
        <p:txBody>
          <a:bodyPr/>
          <a:lstStyle/>
          <a:p>
            <a:fld id="{40D7C22A-61C8-A74C-99B6-02DB53381A2F}" type="slidenum">
              <a:rPr lang="en-BA" smtClean="0"/>
              <a:t>‹#›</a:t>
            </a:fld>
            <a:endParaRPr lang="en-BA"/>
          </a:p>
        </p:txBody>
      </p:sp>
    </p:spTree>
    <p:extLst>
      <p:ext uri="{BB962C8B-B14F-4D97-AF65-F5344CB8AC3E}">
        <p14:creationId xmlns:p14="http://schemas.microsoft.com/office/powerpoint/2010/main" val="1828500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0C831-7EB8-7BCF-65A5-9BF695E1C9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bs-Latn-BA"/>
          </a:p>
        </p:txBody>
      </p:sp>
      <p:sp>
        <p:nvSpPr>
          <p:cNvPr id="3" name="Text Placeholder 2">
            <a:extLst>
              <a:ext uri="{FF2B5EF4-FFF2-40B4-BE49-F238E27FC236}">
                <a16:creationId xmlns:a16="http://schemas.microsoft.com/office/drawing/2014/main" id="{F30138A2-6136-0152-87DC-D838E7C45D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s-Latn-BA"/>
          </a:p>
        </p:txBody>
      </p:sp>
      <p:sp>
        <p:nvSpPr>
          <p:cNvPr id="4" name="Date Placeholder 3">
            <a:extLst>
              <a:ext uri="{FF2B5EF4-FFF2-40B4-BE49-F238E27FC236}">
                <a16:creationId xmlns:a16="http://schemas.microsoft.com/office/drawing/2014/main" id="{0CFFED09-69F6-D270-BA72-21063A5D2A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FDF6A1-D84A-E442-9A36-7587A9400E70}" type="datetimeFigureOut">
              <a:rPr lang="en-BA" smtClean="0"/>
              <a:t>09/17/2026</a:t>
            </a:fld>
            <a:endParaRPr lang="en-BA"/>
          </a:p>
        </p:txBody>
      </p:sp>
      <p:sp>
        <p:nvSpPr>
          <p:cNvPr id="5" name="Footer Placeholder 4">
            <a:extLst>
              <a:ext uri="{FF2B5EF4-FFF2-40B4-BE49-F238E27FC236}">
                <a16:creationId xmlns:a16="http://schemas.microsoft.com/office/drawing/2014/main" id="{9768D519-AD29-2971-99A2-B921D3637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A"/>
          </a:p>
        </p:txBody>
      </p:sp>
      <p:sp>
        <p:nvSpPr>
          <p:cNvPr id="6" name="Slide Number Placeholder 5">
            <a:extLst>
              <a:ext uri="{FF2B5EF4-FFF2-40B4-BE49-F238E27FC236}">
                <a16:creationId xmlns:a16="http://schemas.microsoft.com/office/drawing/2014/main" id="{FFE8CA31-9FF1-B8EA-8EE9-D0BACA8C34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D7C22A-61C8-A74C-99B6-02DB53381A2F}" type="slidenum">
              <a:rPr lang="en-BA" smtClean="0"/>
              <a:t>‹#›</a:t>
            </a:fld>
            <a:endParaRPr lang="en-BA"/>
          </a:p>
        </p:txBody>
      </p:sp>
    </p:spTree>
    <p:extLst>
      <p:ext uri="{BB962C8B-B14F-4D97-AF65-F5344CB8AC3E}">
        <p14:creationId xmlns:p14="http://schemas.microsoft.com/office/powerpoint/2010/main" val="1145460797"/>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tiff"/><Relationship Id="rId5" Type="http://schemas.openxmlformats.org/officeDocument/2006/relationships/image" Target="../media/image35.jpeg"/><Relationship Id="rId4" Type="http://schemas.openxmlformats.org/officeDocument/2006/relationships/image" Target="../media/image34.jpeg"/></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9.xml"/><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16527-DB1A-8AA8-4E86-14545BF0C1E0}"/>
              </a:ext>
            </a:extLst>
          </p:cNvPr>
          <p:cNvSpPr>
            <a:spLocks noGrp="1"/>
          </p:cNvSpPr>
          <p:nvPr>
            <p:ph type="ctrTitle"/>
          </p:nvPr>
        </p:nvSpPr>
        <p:spPr>
          <a:xfrm>
            <a:off x="381837" y="2527432"/>
            <a:ext cx="11656088" cy="1291476"/>
          </a:xfrm>
        </p:spPr>
        <p:txBody>
          <a:bodyPr>
            <a:normAutofit/>
          </a:bodyPr>
          <a:lstStyle/>
          <a:p>
            <a:r>
              <a:rPr lang="en-US" sz="4000" b="1" i="1" dirty="0">
                <a:latin typeface="Times New Roman" panose="02020603050405020304" pitchFamily="18" charset="0"/>
                <a:cs typeface="Times New Roman" panose="02020603050405020304" pitchFamily="18" charset="0"/>
              </a:rPr>
              <a:t>Air Quality Monitoring in Bosnia and Herzegovina: Current Challenges and Future Prospects </a:t>
            </a:r>
            <a:endParaRPr lang="bs-Latn-BA" sz="5400" b="1" dirty="0"/>
          </a:p>
        </p:txBody>
      </p:sp>
      <p:sp>
        <p:nvSpPr>
          <p:cNvPr id="3" name="Subtitle 2">
            <a:extLst>
              <a:ext uri="{FF2B5EF4-FFF2-40B4-BE49-F238E27FC236}">
                <a16:creationId xmlns:a16="http://schemas.microsoft.com/office/drawing/2014/main" id="{AAA6023A-20CC-F339-19A2-151703C2FF5B}"/>
              </a:ext>
            </a:extLst>
          </p:cNvPr>
          <p:cNvSpPr>
            <a:spLocks noGrp="1"/>
          </p:cNvSpPr>
          <p:nvPr>
            <p:ph type="subTitle" idx="1"/>
          </p:nvPr>
        </p:nvSpPr>
        <p:spPr>
          <a:xfrm>
            <a:off x="1637881" y="3995185"/>
            <a:ext cx="9144000" cy="888308"/>
          </a:xfrm>
        </p:spPr>
        <p:txBody>
          <a:bodyPr/>
          <a:lstStyle/>
          <a:p>
            <a:r>
              <a:rPr lang="en-US" dirty="0"/>
              <a:t>Prof. dr.  Sabina </a:t>
            </a:r>
            <a:r>
              <a:rPr lang="en-US" dirty="0" err="1"/>
              <a:t>Žero</a:t>
            </a:r>
            <a:r>
              <a:rPr lang="en-US" dirty="0"/>
              <a:t>, University of Sarajevo – Faculty of Science </a:t>
            </a:r>
            <a:endParaRPr lang="bs-Latn-BA" dirty="0"/>
          </a:p>
          <a:p>
            <a:r>
              <a:rPr lang="en-US" dirty="0"/>
              <a:t> </a:t>
            </a:r>
            <a:r>
              <a:rPr lang="bs-Latn-BA" dirty="0"/>
              <a:t>Prof. dr.</a:t>
            </a:r>
            <a:r>
              <a:rPr lang="en-US" dirty="0"/>
              <a:t> Emina Ramić, University of Sarajevo – Faculty of Pharmacy </a:t>
            </a:r>
            <a:endParaRPr lang="bs-Latn-BA" dirty="0"/>
          </a:p>
        </p:txBody>
      </p:sp>
      <p:pic>
        <p:nvPicPr>
          <p:cNvPr id="6" name="Picture 5" descr="Blue text on a white background&#10;&#10;AI-generated content may be incorrect.">
            <a:extLst>
              <a:ext uri="{FF2B5EF4-FFF2-40B4-BE49-F238E27FC236}">
                <a16:creationId xmlns:a16="http://schemas.microsoft.com/office/drawing/2014/main" id="{1F3278E3-21E0-7E65-2816-68445525D9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7" y="74231"/>
            <a:ext cx="3857428" cy="807567"/>
          </a:xfrm>
          <a:prstGeom prst="rect">
            <a:avLst/>
          </a:prstGeom>
        </p:spPr>
      </p:pic>
      <p:sp>
        <p:nvSpPr>
          <p:cNvPr id="8" name="TextBox 7">
            <a:extLst>
              <a:ext uri="{FF2B5EF4-FFF2-40B4-BE49-F238E27FC236}">
                <a16:creationId xmlns:a16="http://schemas.microsoft.com/office/drawing/2014/main" id="{CAF50BB5-1B0C-D0B1-8A6F-F39A1F651886}"/>
              </a:ext>
            </a:extLst>
          </p:cNvPr>
          <p:cNvSpPr txBox="1"/>
          <p:nvPr/>
        </p:nvSpPr>
        <p:spPr>
          <a:xfrm>
            <a:off x="3707842" y="104939"/>
            <a:ext cx="5335673" cy="769441"/>
          </a:xfrm>
          <a:prstGeom prst="rect">
            <a:avLst/>
          </a:prstGeom>
          <a:noFill/>
        </p:spPr>
        <p:txBody>
          <a:bodyPr wrap="square">
            <a:spAutoFit/>
          </a:bodyPr>
          <a:lstStyle/>
          <a:p>
            <a:pPr algn="ctr">
              <a:buNone/>
              <a:tabLst>
                <a:tab pos="2865755" algn="ctr"/>
                <a:tab pos="5731510" algn="r"/>
              </a:tabLst>
            </a:pPr>
            <a:r>
              <a:rPr lang="en-US" sz="2200" b="1" dirty="0">
                <a:solidFill>
                  <a:schemeClr val="accent1"/>
                </a:solidFill>
                <a:effectLst/>
                <a:latin typeface="Calibri" panose="020F0502020204030204" pitchFamily="34" charset="0"/>
                <a:ea typeface="Calibri" panose="020F0502020204030204" pitchFamily="34" charset="0"/>
              </a:rPr>
              <a:t>Horizon Europe Project </a:t>
            </a:r>
            <a:r>
              <a:rPr lang="en-US" sz="2200" b="1" dirty="0" err="1">
                <a:solidFill>
                  <a:schemeClr val="accent1"/>
                </a:solidFill>
                <a:effectLst/>
                <a:latin typeface="Calibri" panose="020F0502020204030204" pitchFamily="34" charset="0"/>
                <a:ea typeface="Calibri" panose="020F0502020204030204" pitchFamily="34" charset="0"/>
              </a:rPr>
              <a:t>NextAIRE</a:t>
            </a:r>
            <a:endParaRPr lang="bs-Latn-BA" sz="2200" b="1" dirty="0">
              <a:solidFill>
                <a:schemeClr val="accent1"/>
              </a:solidFill>
              <a:effectLst/>
              <a:latin typeface="Calibri" panose="020F0502020204030204" pitchFamily="34" charset="0"/>
              <a:ea typeface="Calibri" panose="020F0502020204030204" pitchFamily="34" charset="0"/>
            </a:endParaRPr>
          </a:p>
          <a:p>
            <a:pPr algn="ctr">
              <a:buNone/>
            </a:pPr>
            <a:r>
              <a:rPr lang="en-US" sz="2200" b="1" dirty="0">
                <a:solidFill>
                  <a:schemeClr val="accent1"/>
                </a:solidFill>
                <a:effectLst/>
                <a:latin typeface="Calibri" panose="020F0502020204030204" pitchFamily="34" charset="0"/>
                <a:ea typeface="Calibri" panose="020F0502020204030204" pitchFamily="34" charset="0"/>
              </a:rPr>
              <a:t>HORIZON-WIDERA-2024-TALENTS-03-01</a:t>
            </a:r>
            <a:endParaRPr lang="bs-Latn-BA" sz="2200" b="1" dirty="0">
              <a:solidFill>
                <a:schemeClr val="accent1"/>
              </a:solidFill>
            </a:endParaRPr>
          </a:p>
        </p:txBody>
      </p:sp>
      <p:pic>
        <p:nvPicPr>
          <p:cNvPr id="9" name="Picture 8" descr="A logo with a leaf in the center&#10;&#10;AI-generated content may be incorrect.">
            <a:extLst>
              <a:ext uri="{FF2B5EF4-FFF2-40B4-BE49-F238E27FC236}">
                <a16:creationId xmlns:a16="http://schemas.microsoft.com/office/drawing/2014/main" id="{F17E5EB1-61E2-6256-C608-5A95BB854A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5279" y="74231"/>
            <a:ext cx="1291475" cy="1291475"/>
          </a:xfrm>
          <a:prstGeom prst="rect">
            <a:avLst/>
          </a:prstGeom>
        </p:spPr>
      </p:pic>
      <p:pic>
        <p:nvPicPr>
          <p:cNvPr id="2056" name="Picture 8" descr="Univerzitet u Sarajevu (@univerzitet.unsa) Reels | Facebook">
            <a:extLst>
              <a:ext uri="{FF2B5EF4-FFF2-40B4-BE49-F238E27FC236}">
                <a16:creationId xmlns:a16="http://schemas.microsoft.com/office/drawing/2014/main" id="{5554CA3F-A5F6-EFB8-E2EF-934CF1AA9E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22075" y="74264"/>
            <a:ext cx="1291475" cy="12914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5EECDC6E-3B16-A8A0-9054-B5026BA88454}"/>
              </a:ext>
            </a:extLst>
          </p:cNvPr>
          <p:cNvSpPr txBox="1"/>
          <p:nvPr/>
        </p:nvSpPr>
        <p:spPr>
          <a:xfrm>
            <a:off x="1813727" y="5720759"/>
            <a:ext cx="8792308" cy="705321"/>
          </a:xfrm>
          <a:prstGeom prst="rect">
            <a:avLst/>
          </a:prstGeom>
          <a:noFill/>
        </p:spPr>
        <p:txBody>
          <a:bodyPr wrap="square">
            <a:spAutoFit/>
          </a:bodyPr>
          <a:lstStyle/>
          <a:p>
            <a:pPr algn="ctr">
              <a:spcBef>
                <a:spcPts val="300"/>
              </a:spcBef>
              <a:spcAft>
                <a:spcPts val="400"/>
              </a:spcAft>
              <a:buNone/>
            </a:pPr>
            <a:r>
              <a:rPr lang="en-US" sz="1800" b="1"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Sarajevo Summer School</a:t>
            </a:r>
            <a:r>
              <a:rPr lang="bs-Latn-BA" sz="1800" b="1"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p>
          <a:p>
            <a:pPr algn="ctr">
              <a:spcBef>
                <a:spcPts val="300"/>
              </a:spcBef>
              <a:spcAft>
                <a:spcPts val="400"/>
              </a:spcAft>
              <a:buNone/>
            </a:pPr>
            <a:r>
              <a:rPr lang="en-US" sz="16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7</a:t>
            </a:r>
            <a:r>
              <a:rPr lang="bs-Latn-BA" sz="16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6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9 September 2026</a:t>
            </a:r>
            <a:r>
              <a:rPr lang="bs-Latn-BA" sz="1600"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Sarajevo, Bosnia and Herzegovina</a:t>
            </a:r>
            <a:endParaRPr lang="bs-Latn-BA" sz="12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90305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3F31DC-C727-CEFC-2EBB-F674FDC0A424}"/>
              </a:ext>
            </a:extLst>
          </p:cNvPr>
          <p:cNvSpPr txBox="1"/>
          <p:nvPr/>
        </p:nvSpPr>
        <p:spPr>
          <a:xfrm>
            <a:off x="762000" y="121920"/>
            <a:ext cx="10354117" cy="646331"/>
          </a:xfrm>
          <a:prstGeom prst="rect">
            <a:avLst/>
          </a:prstGeom>
          <a:noFill/>
        </p:spPr>
        <p:txBody>
          <a:bodyPr wrap="none" rtlCol="0">
            <a:spAutoFit/>
          </a:bodyPr>
          <a:lstStyle/>
          <a:p>
            <a:r>
              <a:rPr lang="en-US" sz="3600" dirty="0">
                <a:solidFill>
                  <a:srgbClr val="60A500"/>
                </a:solidFill>
                <a:latin typeface="Times New Roman" panose="02020603050405020304" pitchFamily="18" charset="0"/>
                <a:cs typeface="Times New Roman" panose="02020603050405020304" pitchFamily="18" charset="0"/>
              </a:rPr>
              <a:t>Why the air of  Sarajevo and Bosnia and Herzegovina?</a:t>
            </a:r>
          </a:p>
        </p:txBody>
      </p:sp>
      <p:pic>
        <p:nvPicPr>
          <p:cNvPr id="5" name="Picture 4">
            <a:extLst>
              <a:ext uri="{FF2B5EF4-FFF2-40B4-BE49-F238E27FC236}">
                <a16:creationId xmlns:a16="http://schemas.microsoft.com/office/drawing/2014/main" id="{3F3BF9FD-E518-A568-5367-BE94617621FD}"/>
              </a:ext>
            </a:extLst>
          </p:cNvPr>
          <p:cNvPicPr>
            <a:picLocks noChangeAspect="1"/>
          </p:cNvPicPr>
          <p:nvPr/>
        </p:nvPicPr>
        <p:blipFill>
          <a:blip r:embed="rId2"/>
          <a:stretch>
            <a:fillRect/>
          </a:stretch>
        </p:blipFill>
        <p:spPr>
          <a:xfrm>
            <a:off x="11430" y="905229"/>
            <a:ext cx="9224010" cy="2142952"/>
          </a:xfrm>
          <a:prstGeom prst="rect">
            <a:avLst/>
          </a:prstGeom>
        </p:spPr>
      </p:pic>
      <p:pic>
        <p:nvPicPr>
          <p:cNvPr id="2049" name="Picture 1" descr="Squeezed into a steep valley in the mountains, Sarajevo recorded an&amp;nbsp;Air Quality Index (AQI) of 301, which is considered Very Unhealthy, making it the most polluted city in the world on December 19. The Indian city of Kolkata was indexed at 239.">
            <a:extLst>
              <a:ext uri="{FF2B5EF4-FFF2-40B4-BE49-F238E27FC236}">
                <a16:creationId xmlns:a16="http://schemas.microsoft.com/office/drawing/2014/main" id="{C710DC8E-5D1F-A299-4656-48B6FCBC7B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 y="3230879"/>
            <a:ext cx="4050692" cy="265176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491D17E7-A53C-0869-B86A-4D106419B5D1}"/>
              </a:ext>
            </a:extLst>
          </p:cNvPr>
          <p:cNvSpPr>
            <a:spLocks noChangeArrowheads="1"/>
          </p:cNvSpPr>
          <p:nvPr/>
        </p:nvSpPr>
        <p:spPr bwMode="auto">
          <a:xfrm>
            <a:off x="13019" y="6151191"/>
            <a:ext cx="8521381" cy="553998"/>
          </a:xfrm>
          <a:prstGeom prst="rect">
            <a:avLst/>
          </a:prstGeom>
          <a:solidFill>
            <a:srgbClr val="0D1D2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rgbClr val="A4B0B6"/>
                </a:solidFill>
                <a:effectLst/>
                <a:latin typeface="SkolarSans-BdCond_Cyr-Ltn"/>
              </a:rPr>
              <a:t>1</a:t>
            </a:r>
            <a:r>
              <a:rPr kumimoji="0" lang="en-US" altLang="en-US" sz="1100" b="0" i="0" u="none" strike="noStrike" cap="none" normalizeH="0" baseline="0" dirty="0">
                <a:ln>
                  <a:noFill/>
                </a:ln>
                <a:solidFill>
                  <a:srgbClr val="DCE4E8"/>
                </a:solidFill>
                <a:effectLst/>
              </a:rPr>
              <a:t>Squeezed into a steep valley in the mountains, Sarajevo recorded an Air Quality Index (AQI) of 301, which is considered Very Unhealthy, making it the most polluted city in the world on December 19. The Indian city of Kolkata was indexed at 239.</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F9B4F858-0ADF-0BB5-0057-FCCAE31468E5}"/>
              </a:ext>
            </a:extLst>
          </p:cNvPr>
          <p:cNvPicPr>
            <a:picLocks noChangeAspect="1"/>
          </p:cNvPicPr>
          <p:nvPr/>
        </p:nvPicPr>
        <p:blipFill>
          <a:blip r:embed="rId4"/>
          <a:stretch>
            <a:fillRect/>
          </a:stretch>
        </p:blipFill>
        <p:spPr>
          <a:xfrm>
            <a:off x="8275319" y="1885265"/>
            <a:ext cx="3606165" cy="1950666"/>
          </a:xfrm>
          <a:prstGeom prst="rect">
            <a:avLst/>
          </a:prstGeom>
        </p:spPr>
      </p:pic>
      <p:pic>
        <p:nvPicPr>
          <p:cNvPr id="12" name="Picture 11">
            <a:extLst>
              <a:ext uri="{FF2B5EF4-FFF2-40B4-BE49-F238E27FC236}">
                <a16:creationId xmlns:a16="http://schemas.microsoft.com/office/drawing/2014/main" id="{4E3832F9-DCFC-1375-F4DF-D5E9A166FB13}"/>
              </a:ext>
            </a:extLst>
          </p:cNvPr>
          <p:cNvPicPr>
            <a:picLocks noChangeAspect="1"/>
          </p:cNvPicPr>
          <p:nvPr/>
        </p:nvPicPr>
        <p:blipFill>
          <a:blip r:embed="rId5"/>
          <a:stretch>
            <a:fillRect/>
          </a:stretch>
        </p:blipFill>
        <p:spPr>
          <a:xfrm>
            <a:off x="4051316" y="3246483"/>
            <a:ext cx="4255593" cy="2697117"/>
          </a:xfrm>
          <a:prstGeom prst="rect">
            <a:avLst/>
          </a:prstGeom>
        </p:spPr>
      </p:pic>
      <p:pic>
        <p:nvPicPr>
          <p:cNvPr id="14" name="Picture 13">
            <a:extLst>
              <a:ext uri="{FF2B5EF4-FFF2-40B4-BE49-F238E27FC236}">
                <a16:creationId xmlns:a16="http://schemas.microsoft.com/office/drawing/2014/main" id="{BC4B85E6-E6CC-68B2-BECB-DD3ACF01A8CB}"/>
              </a:ext>
            </a:extLst>
          </p:cNvPr>
          <p:cNvPicPr>
            <a:picLocks noChangeAspect="1"/>
          </p:cNvPicPr>
          <p:nvPr/>
        </p:nvPicPr>
        <p:blipFill>
          <a:blip r:embed="rId6"/>
          <a:stretch>
            <a:fillRect/>
          </a:stretch>
        </p:blipFill>
        <p:spPr>
          <a:xfrm>
            <a:off x="8306910" y="4191000"/>
            <a:ext cx="3828296" cy="1457089"/>
          </a:xfrm>
          <a:prstGeom prst="rect">
            <a:avLst/>
          </a:prstGeom>
        </p:spPr>
      </p:pic>
    </p:spTree>
    <p:extLst>
      <p:ext uri="{BB962C8B-B14F-4D97-AF65-F5344CB8AC3E}">
        <p14:creationId xmlns:p14="http://schemas.microsoft.com/office/powerpoint/2010/main" val="2136843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82AC7BB-A170-F7A6-722D-6F08C0722AE8}"/>
              </a:ext>
            </a:extLst>
          </p:cNvPr>
          <p:cNvPicPr>
            <a:picLocks noGrp="1" noChangeAspect="1"/>
          </p:cNvPicPr>
          <p:nvPr>
            <p:ph idx="1"/>
          </p:nvPr>
        </p:nvPicPr>
        <p:blipFill>
          <a:blip r:embed="rId3"/>
          <a:stretch>
            <a:fillRect/>
          </a:stretch>
        </p:blipFill>
        <p:spPr>
          <a:xfrm>
            <a:off x="7087699" y="211013"/>
            <a:ext cx="5250230" cy="5746750"/>
          </a:xfrm>
        </p:spPr>
      </p:pic>
      <p:sp>
        <p:nvSpPr>
          <p:cNvPr id="6" name="TextBox 5">
            <a:extLst>
              <a:ext uri="{FF2B5EF4-FFF2-40B4-BE49-F238E27FC236}">
                <a16:creationId xmlns:a16="http://schemas.microsoft.com/office/drawing/2014/main" id="{5BDC7AA5-051F-FCB9-E07C-A666F262978D}"/>
              </a:ext>
            </a:extLst>
          </p:cNvPr>
          <p:cNvSpPr txBox="1"/>
          <p:nvPr/>
        </p:nvSpPr>
        <p:spPr>
          <a:xfrm>
            <a:off x="6666705" y="5906135"/>
            <a:ext cx="5525295" cy="369332"/>
          </a:xfrm>
          <a:prstGeom prst="rect">
            <a:avLst/>
          </a:prstGeom>
          <a:solidFill>
            <a:schemeClr val="bg1"/>
          </a:solidFill>
        </p:spPr>
        <p:txBody>
          <a:bodyPr wrap="none" rtlCol="0">
            <a:spAutoFit/>
          </a:bodyPr>
          <a:lstStyle/>
          <a:p>
            <a:r>
              <a:rPr lang="en-US" dirty="0">
                <a:latin typeface="Times New Roman" panose="02020603050405020304" pitchFamily="18" charset="0"/>
                <a:cs typeface="Times New Roman" panose="02020603050405020304" pitchFamily="18" charset="0"/>
              </a:rPr>
              <a:t>Figure 1. Winter in Sarajevo and Bosnia and Herzegovina</a:t>
            </a:r>
          </a:p>
        </p:txBody>
      </p:sp>
      <p:sp>
        <p:nvSpPr>
          <p:cNvPr id="10" name="TextBox 9">
            <a:extLst>
              <a:ext uri="{FF2B5EF4-FFF2-40B4-BE49-F238E27FC236}">
                <a16:creationId xmlns:a16="http://schemas.microsoft.com/office/drawing/2014/main" id="{965E8353-C01E-AC37-504C-205D39CC018F}"/>
              </a:ext>
            </a:extLst>
          </p:cNvPr>
          <p:cNvSpPr txBox="1"/>
          <p:nvPr/>
        </p:nvSpPr>
        <p:spPr>
          <a:xfrm>
            <a:off x="103272" y="1554370"/>
            <a:ext cx="7760568" cy="4401205"/>
          </a:xfrm>
          <a:prstGeom prst="rect">
            <a:avLst/>
          </a:prstGeom>
          <a:noFill/>
        </p:spPr>
        <p:txBody>
          <a:bodyPr wrap="square">
            <a:spAutoFit/>
          </a:bodyPr>
          <a:lstStyle/>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2012</a:t>
            </a:r>
            <a:r>
              <a:rPr lang="bs-Latn-BA" sz="2800" dirty="0">
                <a:latin typeface="Times New Roman" panose="02020603050405020304" pitchFamily="18" charset="0"/>
                <a:cs typeface="Times New Roman" panose="02020603050405020304" pitchFamily="18" charset="0"/>
              </a:rPr>
              <a:t>. - </a:t>
            </a:r>
            <a:r>
              <a:rPr lang="en-US" sz="2800" dirty="0">
                <a:latin typeface="Times New Roman" panose="02020603050405020304" pitchFamily="18" charset="0"/>
                <a:cs typeface="Times New Roman" panose="02020603050405020304" pitchFamily="18" charset="0"/>
              </a:rPr>
              <a:t>230.6 deaths/100,000 people</a:t>
            </a:r>
            <a:r>
              <a:rPr lang="bs-Latn-BA"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endParaRPr lang="bs-Latn-BA"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bs-Latn-BA"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Sarajevo is one of the most polluted</a:t>
            </a:r>
            <a:r>
              <a:rPr lang="bs-Latn-BA"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endParaRPr lang="bs-Latn-BA"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bs-Latn-BA" sz="2800" dirty="0">
                <a:latin typeface="Times New Roman" panose="02020603050405020304" pitchFamily="18" charset="0"/>
                <a:cs typeface="Times New Roman" panose="02020603050405020304" pitchFamily="18" charset="0"/>
              </a:rPr>
              <a:t> 9% </a:t>
            </a:r>
            <a:r>
              <a:rPr lang="en-US" sz="2800" dirty="0">
                <a:solidFill>
                  <a:srgbClr val="252525"/>
                </a:solidFill>
                <a:effectLst/>
                <a:latin typeface="Times New Roman" panose="02020603050405020304" pitchFamily="18" charset="0"/>
                <a:cs typeface="Times New Roman" panose="02020603050405020304" pitchFamily="18" charset="0"/>
              </a:rPr>
              <a:t>country's deaths are due to air pollution</a:t>
            </a:r>
            <a:r>
              <a:rPr lang="bs-Latn-BA" sz="2800" dirty="0">
                <a:solidFill>
                  <a:srgbClr val="252525"/>
                </a:solidFill>
                <a:effectLst/>
                <a:latin typeface="Times New Roman" panose="02020603050405020304" pitchFamily="18" charset="0"/>
                <a:cs typeface="Times New Roman" panose="02020603050405020304" pitchFamily="18" charset="0"/>
              </a:rPr>
              <a:t>. </a:t>
            </a:r>
            <a:endParaRPr lang="en-US" sz="2800" dirty="0">
              <a:solidFill>
                <a:srgbClr val="252525"/>
              </a:solidFill>
              <a:effectLst/>
              <a:latin typeface="Times New Roman" panose="02020603050405020304" pitchFamily="18" charset="0"/>
              <a:cs typeface="Times New Roman" panose="02020603050405020304" pitchFamily="18" charset="0"/>
            </a:endParaRPr>
          </a:p>
          <a:p>
            <a:endParaRPr lang="bs-Latn-BA" sz="2800" dirty="0">
              <a:solidFill>
                <a:srgbClr val="252525"/>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bs-Latn-BA" sz="2800" dirty="0">
                <a:latin typeface="Times New Roman" panose="02020603050405020304" pitchFamily="18" charset="0"/>
                <a:cs typeface="Times New Roman" panose="02020603050405020304" pitchFamily="18" charset="0"/>
              </a:rPr>
              <a:t> 3,300 people die prematurely </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bs-Latn-BA" sz="2800" dirty="0">
                <a:latin typeface="Times New Roman" panose="02020603050405020304" pitchFamily="18" charset="0"/>
                <a:cs typeface="Times New Roman" panose="02020603050405020304" pitchFamily="18" charset="0"/>
              </a:rPr>
              <a:t> 19 - Au</a:t>
            </a:r>
            <a:r>
              <a:rPr lang="en-US" sz="2800" dirty="0" err="1">
                <a:latin typeface="Times New Roman" panose="02020603050405020304" pitchFamily="18" charset="0"/>
                <a:cs typeface="Times New Roman" panose="02020603050405020304" pitchFamily="18" charset="0"/>
              </a:rPr>
              <a:t>tomatic</a:t>
            </a:r>
            <a:r>
              <a:rPr lang="en-US" sz="2800" dirty="0">
                <a:latin typeface="Times New Roman" panose="02020603050405020304" pitchFamily="18" charset="0"/>
                <a:cs typeface="Times New Roman" panose="02020603050405020304" pitchFamily="18" charset="0"/>
              </a:rPr>
              <a:t> air quality monitoring </a:t>
            </a:r>
          </a:p>
          <a:p>
            <a:r>
              <a:rPr lang="en-US" sz="2800" dirty="0">
                <a:latin typeface="Times New Roman" panose="02020603050405020304" pitchFamily="18" charset="0"/>
                <a:cs typeface="Times New Roman" panose="02020603050405020304" pitchFamily="18" charset="0"/>
              </a:rPr>
              <a:t>     stations </a:t>
            </a:r>
            <a:r>
              <a:rPr lang="bs-Latn-BA" sz="2800" dirty="0">
                <a:latin typeface="Times New Roman" panose="02020603050405020304" pitchFamily="18" charset="0"/>
                <a:cs typeface="Times New Roman" panose="02020603050405020304" pitchFamily="18" charset="0"/>
              </a:rPr>
              <a:t>2017</a:t>
            </a:r>
            <a:r>
              <a:rPr lang="bs-Latn-BA" sz="2800" dirty="0"/>
              <a:t>;</a:t>
            </a:r>
          </a:p>
        </p:txBody>
      </p:sp>
      <p:sp>
        <p:nvSpPr>
          <p:cNvPr id="12" name="TextBox 11">
            <a:extLst>
              <a:ext uri="{FF2B5EF4-FFF2-40B4-BE49-F238E27FC236}">
                <a16:creationId xmlns:a16="http://schemas.microsoft.com/office/drawing/2014/main" id="{D00AB409-6BD4-B86E-F823-66BC03C78588}"/>
              </a:ext>
            </a:extLst>
          </p:cNvPr>
          <p:cNvSpPr txBox="1"/>
          <p:nvPr/>
        </p:nvSpPr>
        <p:spPr>
          <a:xfrm>
            <a:off x="103272" y="277501"/>
            <a:ext cx="6833701" cy="646331"/>
          </a:xfrm>
          <a:prstGeom prst="rect">
            <a:avLst/>
          </a:prstGeom>
          <a:noFill/>
        </p:spPr>
        <p:txBody>
          <a:bodyPr wrap="square">
            <a:spAutoFit/>
          </a:bodyPr>
          <a:lstStyle/>
          <a:p>
            <a:r>
              <a:rPr lang="en-US" sz="3600" b="1" dirty="0">
                <a:solidFill>
                  <a:srgbClr val="FF0000"/>
                </a:solidFill>
                <a:latin typeface="Times New Roman" panose="02020603050405020304" pitchFamily="18" charset="0"/>
                <a:cs typeface="Times New Roman" panose="02020603050405020304" pitchFamily="18" charset="0"/>
              </a:rPr>
              <a:t>How clean is the air we breathe?</a:t>
            </a:r>
            <a:endParaRPr lang="en-US" sz="5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9484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A4C972D-C644-B354-C935-2E09A8F09A8D}"/>
              </a:ext>
            </a:extLst>
          </p:cNvPr>
          <p:cNvPicPr>
            <a:picLocks noGrp="1" noChangeAspect="1"/>
          </p:cNvPicPr>
          <p:nvPr>
            <p:ph idx="1"/>
          </p:nvPr>
        </p:nvPicPr>
        <p:blipFill>
          <a:blip r:embed="rId2"/>
          <a:stretch>
            <a:fillRect/>
          </a:stretch>
        </p:blipFill>
        <p:spPr>
          <a:xfrm>
            <a:off x="6327163" y="0"/>
            <a:ext cx="5710092" cy="5481273"/>
          </a:xfrm>
        </p:spPr>
      </p:pic>
      <p:pic>
        <p:nvPicPr>
          <p:cNvPr id="6" name="Picture 2">
            <a:extLst>
              <a:ext uri="{FF2B5EF4-FFF2-40B4-BE49-F238E27FC236}">
                <a16:creationId xmlns:a16="http://schemas.microsoft.com/office/drawing/2014/main" id="{2C692BD3-A8D9-DF25-FA2B-FCA28E41AC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45" y="-2140"/>
            <a:ext cx="5710092" cy="43427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a:extLst>
              <a:ext uri="{FF2B5EF4-FFF2-40B4-BE49-F238E27FC236}">
                <a16:creationId xmlns:a16="http://schemas.microsoft.com/office/drawing/2014/main" id="{C7ABCDF1-D60A-2051-72BC-2E8E199D6512}"/>
              </a:ext>
            </a:extLst>
          </p:cNvPr>
          <p:cNvSpPr txBox="1"/>
          <p:nvPr/>
        </p:nvSpPr>
        <p:spPr>
          <a:xfrm>
            <a:off x="1856935" y="6488668"/>
            <a:ext cx="8387232" cy="369332"/>
          </a:xfrm>
          <a:prstGeom prst="rect">
            <a:avLst/>
          </a:prstGeom>
          <a:noFill/>
        </p:spPr>
        <p:txBody>
          <a:bodyPr wrap="none" rtlCol="0">
            <a:spAutoFit/>
          </a:bodyPr>
          <a:lstStyle/>
          <a:p>
            <a:r>
              <a:rPr lang="en-US" dirty="0"/>
              <a:t>Figure 1. Number of air quality monitoring stations in Bosnia and Herzegovina </a:t>
            </a:r>
          </a:p>
        </p:txBody>
      </p:sp>
      <p:sp>
        <p:nvSpPr>
          <p:cNvPr id="10" name="TextBox 9">
            <a:extLst>
              <a:ext uri="{FF2B5EF4-FFF2-40B4-BE49-F238E27FC236}">
                <a16:creationId xmlns:a16="http://schemas.microsoft.com/office/drawing/2014/main" id="{BF053C74-EED3-FCF8-841A-E75707092291}"/>
              </a:ext>
            </a:extLst>
          </p:cNvPr>
          <p:cNvSpPr txBox="1"/>
          <p:nvPr/>
        </p:nvSpPr>
        <p:spPr>
          <a:xfrm>
            <a:off x="402330" y="4508294"/>
            <a:ext cx="2286203"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2020. December</a:t>
            </a:r>
          </a:p>
        </p:txBody>
      </p:sp>
      <p:sp>
        <p:nvSpPr>
          <p:cNvPr id="11" name="TextBox 10">
            <a:extLst>
              <a:ext uri="{FF2B5EF4-FFF2-40B4-BE49-F238E27FC236}">
                <a16:creationId xmlns:a16="http://schemas.microsoft.com/office/drawing/2014/main" id="{81E4FF91-289B-5715-D679-149A8F97D29A}"/>
              </a:ext>
            </a:extLst>
          </p:cNvPr>
          <p:cNvSpPr txBox="1"/>
          <p:nvPr/>
        </p:nvSpPr>
        <p:spPr>
          <a:xfrm>
            <a:off x="8985649" y="5454291"/>
            <a:ext cx="2209259" cy="461665"/>
          </a:xfrm>
          <a:prstGeom prst="rect">
            <a:avLst/>
          </a:prstGeom>
          <a:solidFill>
            <a:schemeClr val="bg1"/>
          </a:solidFill>
        </p:spPr>
        <p:txBody>
          <a:bodyPr wrap="none" rtlCol="0">
            <a:spAutoFit/>
          </a:bodyPr>
          <a:lstStyle/>
          <a:p>
            <a:r>
              <a:rPr lang="en-US" sz="2400" b="1" dirty="0">
                <a:latin typeface="Times New Roman" panose="02020603050405020304" pitchFamily="18" charset="0"/>
                <a:cs typeface="Times New Roman" panose="02020603050405020304" pitchFamily="18" charset="0"/>
              </a:rPr>
              <a:t>2025 December</a:t>
            </a:r>
          </a:p>
        </p:txBody>
      </p:sp>
      <p:pic>
        <p:nvPicPr>
          <p:cNvPr id="3" name="Picture 2">
            <a:extLst>
              <a:ext uri="{FF2B5EF4-FFF2-40B4-BE49-F238E27FC236}">
                <a16:creationId xmlns:a16="http://schemas.microsoft.com/office/drawing/2014/main" id="{0F4CF8BE-9F60-F4F3-7929-A560FEEE2FF8}"/>
              </a:ext>
            </a:extLst>
          </p:cNvPr>
          <p:cNvPicPr>
            <a:picLocks noChangeAspect="1"/>
          </p:cNvPicPr>
          <p:nvPr/>
        </p:nvPicPr>
        <p:blipFill>
          <a:blip r:embed="rId4"/>
          <a:stretch>
            <a:fillRect/>
          </a:stretch>
        </p:blipFill>
        <p:spPr>
          <a:xfrm>
            <a:off x="2936119" y="4044390"/>
            <a:ext cx="5445882" cy="2537384"/>
          </a:xfrm>
          <a:prstGeom prst="rect">
            <a:avLst/>
          </a:prstGeom>
        </p:spPr>
      </p:pic>
    </p:spTree>
    <p:extLst>
      <p:ext uri="{BB962C8B-B14F-4D97-AF65-F5344CB8AC3E}">
        <p14:creationId xmlns:p14="http://schemas.microsoft.com/office/powerpoint/2010/main" val="3367804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5179035E-DDA8-9EC0-35D8-1F0CA6B84FAF}"/>
              </a:ext>
            </a:extLst>
          </p:cNvPr>
          <p:cNvSpPr txBox="1"/>
          <p:nvPr/>
        </p:nvSpPr>
        <p:spPr>
          <a:xfrm>
            <a:off x="57387" y="72570"/>
            <a:ext cx="5584874" cy="584775"/>
          </a:xfrm>
          <a:prstGeom prst="rect">
            <a:avLst/>
          </a:prstGeom>
          <a:noFill/>
        </p:spPr>
        <p:txBody>
          <a:bodyPr wrap="square" rtlCol="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Is there an alternative?</a:t>
            </a:r>
          </a:p>
        </p:txBody>
      </p:sp>
      <p:sp>
        <p:nvSpPr>
          <p:cNvPr id="4" name="TextBox 3">
            <a:extLst>
              <a:ext uri="{FF2B5EF4-FFF2-40B4-BE49-F238E27FC236}">
                <a16:creationId xmlns:a16="http://schemas.microsoft.com/office/drawing/2014/main" id="{8A568979-FFA1-3543-DD00-FC8686467274}"/>
              </a:ext>
            </a:extLst>
          </p:cNvPr>
          <p:cNvSpPr txBox="1"/>
          <p:nvPr/>
        </p:nvSpPr>
        <p:spPr>
          <a:xfrm>
            <a:off x="253217" y="1485134"/>
            <a:ext cx="11741595" cy="830997"/>
          </a:xfrm>
          <a:prstGeom prst="rect">
            <a:avLst/>
          </a:prstGeom>
          <a:solidFill>
            <a:schemeClr val="bg1"/>
          </a:solidFill>
        </p:spPr>
        <p:txBody>
          <a:bodyPr wrap="square">
            <a:spAutoFit/>
          </a:bodyPr>
          <a:lstStyle/>
          <a:p>
            <a:r>
              <a:rPr lang="en-US" sz="2400" b="0" i="0" dirty="0">
                <a:solidFill>
                  <a:srgbClr val="222222"/>
                </a:solidFill>
                <a:effectLst/>
                <a:latin typeface="Times New Roman" panose="02020603050405020304" pitchFamily="18" charset="0"/>
                <a:cs typeface="Times New Roman" panose="02020603050405020304" pitchFamily="18" charset="0"/>
              </a:rPr>
              <a:t>Biomonitoring refers to using living organisms  as monitors to assess environmental pollutants in the ecosystem.</a:t>
            </a:r>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633C9A5-5AFE-E3A5-2B32-84452B3D69DF}"/>
              </a:ext>
            </a:extLst>
          </p:cNvPr>
          <p:cNvSpPr txBox="1"/>
          <p:nvPr/>
        </p:nvSpPr>
        <p:spPr>
          <a:xfrm>
            <a:off x="2368461" y="2495436"/>
            <a:ext cx="3384397" cy="1323439"/>
          </a:xfrm>
          <a:prstGeom prst="rect">
            <a:avLst/>
          </a:prstGeom>
          <a:solidFill>
            <a:schemeClr val="bg1"/>
          </a:solidFill>
        </p:spPr>
        <p:txBody>
          <a:bodyPr wrap="square">
            <a:spAutoFit/>
          </a:bodyPr>
          <a:lstStyle/>
          <a:p>
            <a:r>
              <a:rPr lang="en-US" sz="2000" dirty="0">
                <a:solidFill>
                  <a:srgbClr val="222222"/>
                </a:solidFill>
                <a:latin typeface="Times New Roman" panose="02020603050405020304" pitchFamily="18" charset="0"/>
                <a:cs typeface="Times New Roman" panose="02020603050405020304" pitchFamily="18" charset="0"/>
              </a:rPr>
              <a:t>L</a:t>
            </a:r>
            <a:r>
              <a:rPr lang="en-US" sz="2000" b="0" i="0" dirty="0">
                <a:solidFill>
                  <a:srgbClr val="222222"/>
                </a:solidFill>
                <a:effectLst/>
                <a:latin typeface="Times New Roman" panose="02020603050405020304" pitchFamily="18" charset="0"/>
                <a:cs typeface="Times New Roman" panose="02020603050405020304" pitchFamily="18" charset="0"/>
              </a:rPr>
              <a:t>ichen species, symbiotic organisms of fungi and algae or cyanobacteria, are excellent air pollution markers</a:t>
            </a:r>
            <a:endParaRPr lang="en-US"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B32F4DC-3763-B581-BD3C-C5EA4E62CB55}"/>
              </a:ext>
            </a:extLst>
          </p:cNvPr>
          <p:cNvSpPr txBox="1"/>
          <p:nvPr/>
        </p:nvSpPr>
        <p:spPr>
          <a:xfrm>
            <a:off x="253217" y="638086"/>
            <a:ext cx="11797867" cy="830997"/>
          </a:xfrm>
          <a:prstGeom prst="rect">
            <a:avLst/>
          </a:prstGeom>
          <a:noFill/>
        </p:spPr>
        <p:txBody>
          <a:bodyPr wrap="square">
            <a:spAutoFit/>
          </a:bodyPr>
          <a:lstStyle/>
          <a:p>
            <a:pPr lvl="0" algn="just"/>
            <a:r>
              <a:rPr lang="en-US" sz="2400" dirty="0">
                <a:latin typeface="Times New Roman" panose="02020603050405020304" pitchFamily="18" charset="0"/>
                <a:cs typeface="Times New Roman" panose="02020603050405020304" pitchFamily="18" charset="0"/>
              </a:rPr>
              <a:t>Alternatively, biological monitors (</a:t>
            </a:r>
            <a:r>
              <a:rPr lang="bs-Latn-BA" sz="2400" dirty="0">
                <a:latin typeface="Times New Roman" panose="02020603050405020304" pitchFamily="18" charset="0"/>
                <a:cs typeface="Times New Roman" panose="02020603050405020304" pitchFamily="18" charset="0"/>
              </a:rPr>
              <a:t>biomonitors and </a:t>
            </a:r>
            <a:r>
              <a:rPr lang="en-US" sz="2400" dirty="0">
                <a:latin typeface="Times New Roman" panose="02020603050405020304" pitchFamily="18" charset="0"/>
                <a:cs typeface="Times New Roman" panose="02020603050405020304" pitchFamily="18" charset="0"/>
              </a:rPr>
              <a:t>bioindicators) can be used to characterize small-scale gradients of air pollution</a:t>
            </a:r>
            <a:r>
              <a:rPr lang="bs-Latn-BA"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A22A697-3C36-C9EA-4AF1-B86C9C0CE935}"/>
              </a:ext>
            </a:extLst>
          </p:cNvPr>
          <p:cNvPicPr>
            <a:picLocks noChangeAspect="1"/>
          </p:cNvPicPr>
          <p:nvPr/>
        </p:nvPicPr>
        <p:blipFill>
          <a:blip r:embed="rId3"/>
          <a:stretch>
            <a:fillRect/>
          </a:stretch>
        </p:blipFill>
        <p:spPr>
          <a:xfrm>
            <a:off x="173501" y="4360790"/>
            <a:ext cx="1885950" cy="2043952"/>
          </a:xfrm>
          <a:prstGeom prst="rect">
            <a:avLst/>
          </a:prstGeom>
        </p:spPr>
      </p:pic>
      <p:sp>
        <p:nvSpPr>
          <p:cNvPr id="18" name="TextBox 17">
            <a:extLst>
              <a:ext uri="{FF2B5EF4-FFF2-40B4-BE49-F238E27FC236}">
                <a16:creationId xmlns:a16="http://schemas.microsoft.com/office/drawing/2014/main" id="{49300A3B-5419-57D0-47A4-DBF956EF16C5}"/>
              </a:ext>
            </a:extLst>
          </p:cNvPr>
          <p:cNvSpPr txBox="1"/>
          <p:nvPr/>
        </p:nvSpPr>
        <p:spPr>
          <a:xfrm>
            <a:off x="2059567" y="4492881"/>
            <a:ext cx="3109493" cy="2031325"/>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Their large, heart-shaped leaves have dense hairs and waxy cuticles that effectively trap heavy metals (like Pb, Cu, Ni) and airborne particulate matter, reflecting local traffic and industrial emissions</a:t>
            </a:r>
          </a:p>
        </p:txBody>
      </p:sp>
      <p:sp>
        <p:nvSpPr>
          <p:cNvPr id="20" name="TextBox 19">
            <a:extLst>
              <a:ext uri="{FF2B5EF4-FFF2-40B4-BE49-F238E27FC236}">
                <a16:creationId xmlns:a16="http://schemas.microsoft.com/office/drawing/2014/main" id="{DBAACBAB-115E-CD45-844C-985E35D1E490}"/>
              </a:ext>
            </a:extLst>
          </p:cNvPr>
          <p:cNvSpPr txBox="1"/>
          <p:nvPr/>
        </p:nvSpPr>
        <p:spPr>
          <a:xfrm>
            <a:off x="227601" y="4121602"/>
            <a:ext cx="3500890" cy="369332"/>
          </a:xfrm>
          <a:prstGeom prst="rect">
            <a:avLst/>
          </a:prstGeom>
          <a:noFill/>
        </p:spPr>
        <p:txBody>
          <a:bodyPr wrap="square">
            <a:spAutoFit/>
          </a:bodyPr>
          <a:lstStyle/>
          <a:p>
            <a:r>
              <a:rPr lang="en-US" i="1" dirty="0" err="1">
                <a:latin typeface="Times New Roman" panose="02020603050405020304" pitchFamily="18" charset="0"/>
                <a:cs typeface="Times New Roman" panose="02020603050405020304" pitchFamily="18" charset="0"/>
              </a:rPr>
              <a:t>Hypogymnia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physodes</a:t>
            </a:r>
            <a:r>
              <a:rPr lang="bs-Latn-BA" i="1" dirty="0">
                <a:latin typeface="Times New Roman" panose="02020603050405020304" pitchFamily="18" charset="0"/>
                <a:cs typeface="Times New Roman" panose="02020603050405020304" pitchFamily="18" charset="0"/>
              </a:rPr>
              <a:t> </a:t>
            </a:r>
            <a:r>
              <a:rPr lang="bs-Latn-BA" dirty="0">
                <a:latin typeface="Times New Roman" panose="02020603050405020304" pitchFamily="18" charset="0"/>
                <a:cs typeface="Times New Roman" panose="02020603050405020304" pitchFamily="18" charset="0"/>
              </a:rPr>
              <a:t>(Lichen)</a:t>
            </a:r>
            <a:r>
              <a:rPr lang="en-US" i="1" dirty="0">
                <a:latin typeface="Times New Roman" panose="02020603050405020304" pitchFamily="18" charset="0"/>
                <a:cs typeface="Times New Roman" panose="02020603050405020304" pitchFamily="18" charset="0"/>
              </a:rPr>
              <a:t> </a:t>
            </a:r>
          </a:p>
        </p:txBody>
      </p:sp>
      <p:pic>
        <p:nvPicPr>
          <p:cNvPr id="22" name="Picture 21">
            <a:extLst>
              <a:ext uri="{FF2B5EF4-FFF2-40B4-BE49-F238E27FC236}">
                <a16:creationId xmlns:a16="http://schemas.microsoft.com/office/drawing/2014/main" id="{BBCA3E68-2ADF-24E7-5AE7-27F0FC4B8CED}"/>
              </a:ext>
            </a:extLst>
          </p:cNvPr>
          <p:cNvPicPr>
            <a:picLocks noChangeAspect="1"/>
          </p:cNvPicPr>
          <p:nvPr/>
        </p:nvPicPr>
        <p:blipFill>
          <a:blip r:embed="rId4"/>
          <a:stretch>
            <a:fillRect/>
          </a:stretch>
        </p:blipFill>
        <p:spPr>
          <a:xfrm>
            <a:off x="5523848" y="4445174"/>
            <a:ext cx="1296701" cy="2043952"/>
          </a:xfrm>
          <a:prstGeom prst="rect">
            <a:avLst/>
          </a:prstGeom>
        </p:spPr>
      </p:pic>
      <p:sp>
        <p:nvSpPr>
          <p:cNvPr id="24" name="TextBox 23">
            <a:extLst>
              <a:ext uri="{FF2B5EF4-FFF2-40B4-BE49-F238E27FC236}">
                <a16:creationId xmlns:a16="http://schemas.microsoft.com/office/drawing/2014/main" id="{581C974B-527F-C12A-C4AA-8C45409011F7}"/>
              </a:ext>
            </a:extLst>
          </p:cNvPr>
          <p:cNvSpPr txBox="1"/>
          <p:nvPr/>
        </p:nvSpPr>
        <p:spPr>
          <a:xfrm>
            <a:off x="4983830" y="6410808"/>
            <a:ext cx="3480286" cy="369332"/>
          </a:xfrm>
          <a:prstGeom prst="rect">
            <a:avLst/>
          </a:prstGeom>
          <a:noFill/>
        </p:spPr>
        <p:txBody>
          <a:bodyPr wrap="square">
            <a:spAutoFit/>
          </a:bodyPr>
          <a:lstStyle/>
          <a:p>
            <a:r>
              <a:rPr lang="en-US" b="0" i="1" dirty="0">
                <a:solidFill>
                  <a:srgbClr val="222222"/>
                </a:solidFill>
                <a:effectLst/>
                <a:latin typeface="Times New Roman" panose="02020603050405020304" pitchFamily="18" charset="0"/>
                <a:cs typeface="Times New Roman" panose="02020603050405020304" pitchFamily="18" charset="0"/>
              </a:rPr>
              <a:t>Taraxacum officinale </a:t>
            </a:r>
            <a:r>
              <a:rPr lang="en-US" b="0" dirty="0">
                <a:solidFill>
                  <a:srgbClr val="222222"/>
                </a:solidFill>
                <a:effectLst/>
                <a:latin typeface="Times New Roman" panose="02020603050405020304" pitchFamily="18" charset="0"/>
                <a:cs typeface="Times New Roman" panose="02020603050405020304" pitchFamily="18" charset="0"/>
              </a:rPr>
              <a:t>(Dandelion)      </a:t>
            </a:r>
            <a:endParaRPr lang="en-US"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010399BD-AC5B-8648-D81E-E1D8BAF4F9E0}"/>
              </a:ext>
            </a:extLst>
          </p:cNvPr>
          <p:cNvSpPr txBox="1"/>
          <p:nvPr/>
        </p:nvSpPr>
        <p:spPr>
          <a:xfrm>
            <a:off x="8303639" y="2162354"/>
            <a:ext cx="3710418" cy="1938992"/>
          </a:xfrm>
          <a:prstGeom prst="rect">
            <a:avLst/>
          </a:prstGeom>
          <a:solidFill>
            <a:schemeClr val="bg1"/>
          </a:solidFill>
        </p:spPr>
        <p:txBody>
          <a:bodyPr wrap="square">
            <a:spAutoFit/>
          </a:bodyPr>
          <a:lstStyle/>
          <a:p>
            <a:r>
              <a:rPr lang="en-US" sz="2000" b="0" i="0" dirty="0">
                <a:solidFill>
                  <a:srgbClr val="121212"/>
                </a:solidFill>
                <a:effectLst/>
                <a:latin typeface="Times New Roman" panose="02020603050405020304" pitchFamily="18" charset="0"/>
                <a:cs typeface="Times New Roman" panose="02020603050405020304" pitchFamily="18" charset="0"/>
              </a:rPr>
              <a:t>Mosses lack proper roots and absorb all their nourishment like sponges through their leaves, which makes them particularly good at feeding on pollutants and fine particles of dust in the air.</a:t>
            </a:r>
            <a:endParaRPr lang="en-US" sz="2000" dirty="0">
              <a:latin typeface="Times New Roman" panose="02020603050405020304" pitchFamily="18" charset="0"/>
              <a:cs typeface="Times New Roman" panose="02020603050405020304" pitchFamily="18" charset="0"/>
            </a:endParaRPr>
          </a:p>
        </p:txBody>
      </p:sp>
      <p:pic>
        <p:nvPicPr>
          <p:cNvPr id="28" name="Picture 4">
            <a:extLst>
              <a:ext uri="{FF2B5EF4-FFF2-40B4-BE49-F238E27FC236}">
                <a16:creationId xmlns:a16="http://schemas.microsoft.com/office/drawing/2014/main" id="{C32A37AB-44F9-DB73-D6F9-90D87EB321A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08679" y="2251608"/>
            <a:ext cx="2258965" cy="1987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TextBox 30">
            <a:extLst>
              <a:ext uri="{FF2B5EF4-FFF2-40B4-BE49-F238E27FC236}">
                <a16:creationId xmlns:a16="http://schemas.microsoft.com/office/drawing/2014/main" id="{BA92324F-5CCF-959B-D8E7-BF91200BDE00}"/>
              </a:ext>
            </a:extLst>
          </p:cNvPr>
          <p:cNvSpPr txBox="1"/>
          <p:nvPr/>
        </p:nvSpPr>
        <p:spPr>
          <a:xfrm>
            <a:off x="57386" y="6416098"/>
            <a:ext cx="3671105" cy="369332"/>
          </a:xfrm>
          <a:prstGeom prst="rect">
            <a:avLst/>
          </a:prstGeom>
          <a:noFill/>
        </p:spPr>
        <p:txBody>
          <a:bodyPr wrap="square">
            <a:spAutoFit/>
          </a:bodyPr>
          <a:lstStyle/>
          <a:p>
            <a:r>
              <a:rPr lang="en-US" sz="1800" b="0" i="1" dirty="0">
                <a:solidFill>
                  <a:srgbClr val="222222"/>
                </a:solidFill>
                <a:effectLst/>
                <a:latin typeface="Times New Roman" panose="02020603050405020304" pitchFamily="18" charset="0"/>
                <a:cs typeface="Times New Roman" panose="02020603050405020304" pitchFamily="18" charset="0"/>
              </a:rPr>
              <a:t>Tilia</a:t>
            </a:r>
            <a:r>
              <a:rPr lang="en-US" sz="1800" b="0" i="0" dirty="0">
                <a:solidFill>
                  <a:srgbClr val="222222"/>
                </a:solidFill>
                <a:effectLst/>
                <a:latin typeface="Times New Roman" panose="02020603050405020304" pitchFamily="18" charset="0"/>
                <a:cs typeface="Times New Roman" panose="02020603050405020304" pitchFamily="18" charset="0"/>
              </a:rPr>
              <a:t> spp. (</a:t>
            </a:r>
            <a:r>
              <a:rPr lang="en-US" sz="1800" b="0" i="0" dirty="0">
                <a:solidFill>
                  <a:srgbClr val="333333"/>
                </a:solidFill>
                <a:effectLst/>
                <a:latin typeface="Times New Roman" panose="02020603050405020304" pitchFamily="18" charset="0"/>
                <a:cs typeface="Times New Roman" panose="02020603050405020304" pitchFamily="18" charset="0"/>
              </a:rPr>
              <a:t>Lime tree</a:t>
            </a:r>
            <a:r>
              <a:rPr lang="en-US" sz="1800" b="0" i="0" dirty="0">
                <a:solidFill>
                  <a:srgbClr val="222222"/>
                </a:solidFill>
                <a:effectLst/>
                <a:latin typeface="Times New Roman" panose="02020603050405020304" pitchFamily="18" charset="0"/>
                <a:cs typeface="Times New Roman" panose="02020603050405020304" pitchFamily="18" charset="0"/>
              </a:rPr>
              <a:t>)                                                                       </a:t>
            </a:r>
            <a:endParaRPr lang="en-US" dirty="0"/>
          </a:p>
        </p:txBody>
      </p:sp>
      <p:pic>
        <p:nvPicPr>
          <p:cNvPr id="36" name="Picture 35">
            <a:extLst>
              <a:ext uri="{FF2B5EF4-FFF2-40B4-BE49-F238E27FC236}">
                <a16:creationId xmlns:a16="http://schemas.microsoft.com/office/drawing/2014/main" id="{9B4C0168-7426-1E9A-EAD1-507A84B60F31}"/>
              </a:ext>
            </a:extLst>
          </p:cNvPr>
          <p:cNvPicPr>
            <a:picLocks noChangeAspect="1"/>
          </p:cNvPicPr>
          <p:nvPr/>
        </p:nvPicPr>
        <p:blipFill>
          <a:blip r:embed="rId6"/>
          <a:stretch>
            <a:fillRect/>
          </a:stretch>
        </p:blipFill>
        <p:spPr>
          <a:xfrm>
            <a:off x="7351599" y="4598560"/>
            <a:ext cx="1865592" cy="1865592"/>
          </a:xfrm>
          <a:prstGeom prst="rect">
            <a:avLst/>
          </a:prstGeom>
        </p:spPr>
      </p:pic>
      <p:sp>
        <p:nvSpPr>
          <p:cNvPr id="38" name="TextBox 37">
            <a:extLst>
              <a:ext uri="{FF2B5EF4-FFF2-40B4-BE49-F238E27FC236}">
                <a16:creationId xmlns:a16="http://schemas.microsoft.com/office/drawing/2014/main" id="{EB3E0505-17FA-0380-A8A0-C9D15915AFA1}"/>
              </a:ext>
            </a:extLst>
          </p:cNvPr>
          <p:cNvSpPr txBox="1"/>
          <p:nvPr/>
        </p:nvSpPr>
        <p:spPr>
          <a:xfrm>
            <a:off x="9238393" y="4560535"/>
            <a:ext cx="2812692" cy="1938992"/>
          </a:xfrm>
          <a:prstGeom prst="rect">
            <a:avLst/>
          </a:prstGeom>
          <a:solidFill>
            <a:schemeClr val="bg1"/>
          </a:solidFill>
        </p:spPr>
        <p:txBody>
          <a:bodyPr wrap="square">
            <a:spAutoFit/>
          </a:bodyPr>
          <a:lstStyle/>
          <a:p>
            <a:r>
              <a:rPr lang="en-US" sz="2000" b="0" i="0" dirty="0">
                <a:solidFill>
                  <a:srgbClr val="1F1F1F"/>
                </a:solidFill>
                <a:effectLst/>
                <a:latin typeface="Times New Roman" panose="02020603050405020304" pitchFamily="18" charset="0"/>
                <a:cs typeface="Times New Roman" panose="02020603050405020304" pitchFamily="18" charset="0"/>
              </a:rPr>
              <a:t>Tree bark is exposed to airborne contaminants over many years and accumulates these substances in the outer bark layers</a:t>
            </a:r>
            <a:endParaRPr lang="en-US" sz="2000"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A7EFC3E9-106E-05B9-EF19-15D3F4DB9BB1}"/>
              </a:ext>
            </a:extLst>
          </p:cNvPr>
          <p:cNvSpPr txBox="1"/>
          <p:nvPr/>
        </p:nvSpPr>
        <p:spPr>
          <a:xfrm>
            <a:off x="5874611" y="4084855"/>
            <a:ext cx="6105378"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Hypnum </a:t>
            </a:r>
            <a:r>
              <a:rPr lang="en-US" i="1" dirty="0" err="1">
                <a:latin typeface="Times New Roman" panose="02020603050405020304" pitchFamily="18" charset="0"/>
                <a:cs typeface="Times New Roman" panose="02020603050405020304" pitchFamily="18" charset="0"/>
              </a:rPr>
              <a:t>cupressiforme</a:t>
            </a:r>
            <a:r>
              <a:rPr lang="bs-Latn-BA" i="1" dirty="0">
                <a:latin typeface="Times New Roman" panose="02020603050405020304" pitchFamily="18" charset="0"/>
                <a:cs typeface="Times New Roman" panose="02020603050405020304" pitchFamily="18" charset="0"/>
              </a:rPr>
              <a:t> </a:t>
            </a:r>
            <a:r>
              <a:rPr lang="bs-Latn-BA" dirty="0">
                <a:latin typeface="Times New Roman" panose="02020603050405020304" pitchFamily="18" charset="0"/>
                <a:cs typeface="Times New Roman" panose="02020603050405020304" pitchFamily="18" charset="0"/>
              </a:rPr>
              <a:t>(Moss)</a:t>
            </a:r>
            <a:endParaRPr lang="en-US"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92F14050-8692-6C71-CE0F-C449D829D3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018" y="2353873"/>
            <a:ext cx="1693692" cy="17948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44713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D6E3B-576F-D9E1-AB94-CAC84AD4F4E5}"/>
              </a:ext>
            </a:extLst>
          </p:cNvPr>
          <p:cNvSpPr>
            <a:spLocks noGrp="1"/>
          </p:cNvSpPr>
          <p:nvPr>
            <p:ph type="title"/>
          </p:nvPr>
        </p:nvSpPr>
        <p:spPr>
          <a:xfrm>
            <a:off x="312792" y="63670"/>
            <a:ext cx="10908323" cy="830628"/>
          </a:xfrm>
        </p:spPr>
        <p:txBody>
          <a:bodyPr>
            <a:normAutofit/>
          </a:bodyPr>
          <a:lstStyle/>
          <a:p>
            <a:r>
              <a:rPr lang="bs-Latn-BA" sz="3600" b="1" dirty="0">
                <a:latin typeface="Times New Roman" panose="02020603050405020304" pitchFamily="18" charset="0"/>
                <a:cs typeface="Times New Roman" panose="02020603050405020304" pitchFamily="18" charset="0"/>
              </a:rPr>
              <a:t>Biomonitoring, bioindicator and biomonitor</a:t>
            </a:r>
          </a:p>
        </p:txBody>
      </p:sp>
      <p:sp>
        <p:nvSpPr>
          <p:cNvPr id="4" name="Rectangle 1">
            <a:extLst>
              <a:ext uri="{FF2B5EF4-FFF2-40B4-BE49-F238E27FC236}">
                <a16:creationId xmlns:a16="http://schemas.microsoft.com/office/drawing/2014/main" id="{953CAE79-E8F7-1A16-B259-5EC3C0F94D0C}"/>
              </a:ext>
            </a:extLst>
          </p:cNvPr>
          <p:cNvSpPr>
            <a:spLocks noGrp="1" noChangeArrowheads="1"/>
          </p:cNvSpPr>
          <p:nvPr>
            <p:ph idx="1"/>
          </p:nvPr>
        </p:nvSpPr>
        <p:spPr bwMode="auto">
          <a:xfrm>
            <a:off x="509154" y="1341688"/>
            <a:ext cx="10515600" cy="503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FontTx/>
              <a:buChar char="•"/>
            </a:pPr>
            <a:r>
              <a:rPr lang="en-US" sz="2400" b="1" i="0" dirty="0">
                <a:solidFill>
                  <a:srgbClr val="222222"/>
                </a:solidFill>
                <a:effectLst/>
                <a:latin typeface="Times New Roman" panose="02020603050405020304" pitchFamily="18" charset="0"/>
                <a:cs typeface="Times New Roman" panose="02020603050405020304" pitchFamily="18" charset="0"/>
              </a:rPr>
              <a:t>Biomonitoring</a:t>
            </a:r>
            <a:r>
              <a:rPr lang="en-US" sz="2400" b="0" i="0" dirty="0">
                <a:solidFill>
                  <a:srgbClr val="222222"/>
                </a:solidFill>
                <a:effectLst/>
                <a:latin typeface="Times New Roman" panose="02020603050405020304" pitchFamily="18" charset="0"/>
                <a:cs typeface="Times New Roman" panose="02020603050405020304" pitchFamily="18" charset="0"/>
              </a:rPr>
              <a:t> refers to using living organisms  as monitors to assess environmental pollutants in the ecosystem.</a:t>
            </a:r>
            <a:endParaRPr lang="bs-Latn-BA" sz="2400" b="0" i="0" dirty="0">
              <a:solidFill>
                <a:srgbClr val="222222"/>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endParaRPr lang="en-US" sz="2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endParaRPr kumimoji="0" lang="sr-Latn-RS" altLang="sr-Latn-R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sr-Latn-RS" altLang="sr-Latn-RS" sz="2400" b="1" dirty="0">
                <a:latin typeface="Times New Roman" panose="02020603050405020304" pitchFamily="18" charset="0"/>
                <a:cs typeface="Times New Roman" panose="02020603050405020304" pitchFamily="18" charset="0"/>
              </a:rPr>
              <a:t> B</a:t>
            </a:r>
            <a:r>
              <a:rPr kumimoji="0" lang="sr-Latn-RS" altLang="sr-Latn-R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ioindicators</a:t>
            </a:r>
            <a:r>
              <a:rPr kumimoji="0" lang="sr-Latn-RS" altLang="sr-Latn-R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qualitatively assess biotic responses to environmental stress </a:t>
            </a:r>
          </a:p>
          <a:p>
            <a:pPr marL="0" marR="0" lvl="0" indent="0" algn="just" defTabSz="914400" rtl="0" eaLnBrk="0" fontAlgn="base" latinLnBrk="0" hangingPunct="0">
              <a:lnSpc>
                <a:spcPct val="100000"/>
              </a:lnSpc>
              <a:spcBef>
                <a:spcPct val="0"/>
              </a:spcBef>
              <a:spcAft>
                <a:spcPct val="0"/>
              </a:spcAft>
              <a:buClrTx/>
              <a:buSzTx/>
              <a:buNone/>
              <a:tabLst/>
            </a:pPr>
            <a:endParaRPr kumimoji="0" lang="sr-Latn-RS" altLang="sr-Latn-R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buFontTx/>
              <a:buChar char="-"/>
            </a:pPr>
            <a:r>
              <a:rPr kumimoji="0" lang="sr-Latn-RS" altLang="sr-Latn-R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Bioindicators actually indicate the general toxicity of the environment, without telling the exact quantity of the toxicity.</a:t>
            </a:r>
          </a:p>
          <a:p>
            <a:pPr marL="0" indent="0" algn="just" eaLnBrk="0" fontAlgn="base" hangingPunct="0">
              <a:lnSpc>
                <a:spcPct val="100000"/>
              </a:lnSpc>
              <a:spcBef>
                <a:spcPct val="0"/>
              </a:spcBef>
              <a:spcAft>
                <a:spcPct val="0"/>
              </a:spcAft>
              <a:buNone/>
            </a:pPr>
            <a:endParaRPr kumimoji="0" lang="sr-Latn-RS" altLang="sr-Latn-R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endParaRPr kumimoji="0" lang="sr-Latn-RS" altLang="sr-Latn-R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r>
              <a:rPr lang="sr-Latn-RS" altLang="sr-Latn-RS" sz="2400" dirty="0">
                <a:latin typeface="Times New Roman" panose="02020603050405020304" pitchFamily="18" charset="0"/>
                <a:cs typeface="Times New Roman" panose="02020603050405020304" pitchFamily="18" charset="0"/>
              </a:rPr>
              <a:t> </a:t>
            </a:r>
            <a:r>
              <a:rPr kumimoji="0" lang="sr-Latn-RS" altLang="sr-Latn-R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Biomonitors</a:t>
            </a:r>
            <a:r>
              <a:rPr kumimoji="0" lang="sr-Latn-RS" altLang="sr-Latn-R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a:t>
            </a:r>
            <a:r>
              <a:rPr lang="en-US" sz="2400" dirty="0">
                <a:latin typeface="Times New Roman" panose="02020603050405020304" pitchFamily="18" charset="0"/>
                <a:cs typeface="Times New Roman" panose="02020603050405020304" pitchFamily="18" charset="0"/>
              </a:rPr>
              <a:t> an organism (or part of an organism) used to quantitatively determine environmental quality or the concentration and biological impact of pollutants over time.</a:t>
            </a:r>
            <a:endParaRPr kumimoji="0" lang="sr-Latn-RS" altLang="sr-Latn-R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6179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DF017-4A3C-84E4-726A-FBF96B0570AF}"/>
              </a:ext>
            </a:extLst>
          </p:cNvPr>
          <p:cNvSpPr>
            <a:spLocks noGrp="1"/>
          </p:cNvSpPr>
          <p:nvPr>
            <p:ph type="title"/>
          </p:nvPr>
        </p:nvSpPr>
        <p:spPr>
          <a:xfrm>
            <a:off x="-1" y="228600"/>
            <a:ext cx="11344589" cy="540494"/>
          </a:xfrm>
        </p:spPr>
        <p:txBody>
          <a:bodyPr>
            <a:normAutofit fontScale="90000"/>
          </a:bodyPr>
          <a:lstStyle/>
          <a:p>
            <a:r>
              <a:rPr lang="en-US" b="1" dirty="0">
                <a:solidFill>
                  <a:srgbClr val="60A500"/>
                </a:solidFill>
                <a:latin typeface="Times New Roman" panose="02020603050405020304" pitchFamily="18" charset="0"/>
                <a:cs typeface="Times New Roman" panose="02020603050405020304" pitchFamily="18" charset="0"/>
              </a:rPr>
              <a:t>Characteristics of Bi</a:t>
            </a:r>
            <a:r>
              <a:rPr lang="bs-Latn-BA" b="1" dirty="0">
                <a:solidFill>
                  <a:srgbClr val="60A500"/>
                </a:solidFill>
                <a:latin typeface="Times New Roman" panose="02020603050405020304" pitchFamily="18" charset="0"/>
                <a:cs typeface="Times New Roman" panose="02020603050405020304" pitchFamily="18" charset="0"/>
              </a:rPr>
              <a:t>omonitors and Bioindicators</a:t>
            </a:r>
            <a:endParaRPr lang="en-US" b="1" dirty="0">
              <a:solidFill>
                <a:srgbClr val="60A5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6BB920C-71C9-0AE0-21A6-3286DC8D2738}"/>
              </a:ext>
            </a:extLst>
          </p:cNvPr>
          <p:cNvSpPr>
            <a:spLocks noGrp="1"/>
          </p:cNvSpPr>
          <p:nvPr>
            <p:ph idx="1"/>
          </p:nvPr>
        </p:nvSpPr>
        <p:spPr>
          <a:xfrm>
            <a:off x="165891" y="877556"/>
            <a:ext cx="11888948" cy="5889004"/>
          </a:xfrm>
        </p:spPr>
        <p:txBody>
          <a:bodyPr>
            <a:normAutofit fontScale="25000" lnSpcReduction="20000"/>
          </a:bodyPr>
          <a:lstStyle/>
          <a:p>
            <a:pPr marL="0" indent="0" algn="just">
              <a:buNone/>
            </a:pPr>
            <a:r>
              <a:rPr lang="en-US" sz="7200" dirty="0">
                <a:latin typeface="Times New Roman" panose="02020603050405020304" pitchFamily="18" charset="0"/>
                <a:cs typeface="Times New Roman" panose="02020603050405020304" pitchFamily="18" charset="0"/>
              </a:rPr>
              <a:t>1. </a:t>
            </a:r>
            <a:r>
              <a:rPr lang="en-US" sz="8000" b="1" dirty="0">
                <a:latin typeface="Times New Roman" panose="02020603050405020304" pitchFamily="18" charset="0"/>
                <a:cs typeface="Times New Roman" panose="02020603050405020304" pitchFamily="18" charset="0"/>
              </a:rPr>
              <a:t>Sensitivity to Pollutants</a:t>
            </a:r>
          </a:p>
          <a:p>
            <a:pPr marL="0" indent="0" algn="just">
              <a:buNone/>
            </a:pPr>
            <a:r>
              <a:rPr lang="en-US" sz="7200" dirty="0">
                <a:latin typeface="Times New Roman" panose="02020603050405020304" pitchFamily="18" charset="0"/>
                <a:cs typeface="Times New Roman" panose="02020603050405020304" pitchFamily="18" charset="0"/>
              </a:rPr>
              <a:t>	Bioindicators (e.g., lichens, mosses) must exhibit clear physiological, biochemical, or morphological 	changes in response to the presence of pollutants (e.g., SO₂, heavy metals, ozone). Some species are highly sensitive,   </a:t>
            </a:r>
          </a:p>
          <a:p>
            <a:pPr marL="0" indent="0" algn="just">
              <a:buNone/>
            </a:pPr>
            <a:r>
              <a:rPr lang="en-US" sz="7200" dirty="0">
                <a:latin typeface="Times New Roman" panose="02020603050405020304" pitchFamily="18" charset="0"/>
                <a:cs typeface="Times New Roman" panose="02020603050405020304" pitchFamily="18" charset="0"/>
              </a:rPr>
              <a:t>                while others are more tolerant this allows classification of pollution levels.</a:t>
            </a:r>
          </a:p>
          <a:p>
            <a:pPr marL="0" indent="0" algn="just">
              <a:buNone/>
            </a:pPr>
            <a:endParaRPr lang="en-US" sz="7200" dirty="0">
              <a:latin typeface="Times New Roman" panose="02020603050405020304" pitchFamily="18" charset="0"/>
              <a:cs typeface="Times New Roman" panose="02020603050405020304" pitchFamily="18" charset="0"/>
            </a:endParaRPr>
          </a:p>
          <a:p>
            <a:pPr marL="0" indent="0" algn="just">
              <a:buNone/>
            </a:pPr>
            <a:r>
              <a:rPr lang="en-US" sz="7200" dirty="0">
                <a:latin typeface="Times New Roman" panose="02020603050405020304" pitchFamily="18" charset="0"/>
                <a:cs typeface="Times New Roman" panose="02020603050405020304" pitchFamily="18" charset="0"/>
              </a:rPr>
              <a:t> 2. </a:t>
            </a:r>
            <a:r>
              <a:rPr lang="en-US" sz="8000" b="1" dirty="0">
                <a:latin typeface="Times New Roman" panose="02020603050405020304" pitchFamily="18" charset="0"/>
                <a:cs typeface="Times New Roman" panose="02020603050405020304" pitchFamily="18" charset="0"/>
              </a:rPr>
              <a:t>Wide Distribution and Immobility</a:t>
            </a:r>
          </a:p>
          <a:p>
            <a:pPr marL="0" indent="0" algn="just">
              <a:buNone/>
            </a:pPr>
            <a:r>
              <a:rPr lang="en-US" sz="7200" dirty="0">
                <a:latin typeface="Times New Roman" panose="02020603050405020304" pitchFamily="18" charset="0"/>
                <a:cs typeface="Times New Roman" panose="02020603050405020304" pitchFamily="18" charset="0"/>
              </a:rPr>
              <a:t>	They must be  available in different regions and remain in a fixed location, which enables spatial</a:t>
            </a:r>
            <a:r>
              <a:rPr lang="bs-Latn-BA" sz="7200" dirty="0">
                <a:latin typeface="Times New Roman" panose="02020603050405020304" pitchFamily="18" charset="0"/>
                <a:cs typeface="Times New Roman" panose="02020603050405020304" pitchFamily="18" charset="0"/>
              </a:rPr>
              <a:t> a</a:t>
            </a:r>
            <a:r>
              <a:rPr lang="en-US" sz="7200" dirty="0" err="1">
                <a:latin typeface="Times New Roman" panose="02020603050405020304" pitchFamily="18" charset="0"/>
                <a:cs typeface="Times New Roman" panose="02020603050405020304" pitchFamily="18" charset="0"/>
              </a:rPr>
              <a:t>nalysis</a:t>
            </a:r>
            <a:r>
              <a:rPr lang="en-US" sz="7200" dirty="0">
                <a:latin typeface="Times New Roman" panose="02020603050405020304" pitchFamily="18" charset="0"/>
                <a:cs typeface="Times New Roman" panose="02020603050405020304" pitchFamily="18" charset="0"/>
              </a:rPr>
              <a:t> of </a:t>
            </a:r>
            <a:r>
              <a:rPr lang="bs-Latn-BA" sz="7200" dirty="0">
                <a:latin typeface="Times New Roman" panose="02020603050405020304" pitchFamily="18" charset="0"/>
                <a:cs typeface="Times New Roman" panose="02020603050405020304" pitchFamily="18" charset="0"/>
              </a:rPr>
              <a:t> </a:t>
            </a:r>
          </a:p>
          <a:p>
            <a:pPr marL="0" indent="0" algn="just">
              <a:buNone/>
            </a:pPr>
            <a:r>
              <a:rPr lang="bs-Latn-BA" sz="7200" dirty="0">
                <a:latin typeface="Times New Roman" panose="02020603050405020304" pitchFamily="18" charset="0"/>
                <a:cs typeface="Times New Roman" panose="02020603050405020304" pitchFamily="18" charset="0"/>
              </a:rPr>
              <a:t>                </a:t>
            </a:r>
            <a:r>
              <a:rPr lang="en-US" sz="7200" dirty="0">
                <a:latin typeface="Times New Roman" panose="02020603050405020304" pitchFamily="18" charset="0"/>
                <a:cs typeface="Times New Roman" panose="02020603050405020304" pitchFamily="18" charset="0"/>
              </a:rPr>
              <a:t>pollution. Mosses and lichens grow slowly and stay attached to their substrate.</a:t>
            </a:r>
          </a:p>
          <a:p>
            <a:pPr marL="0" indent="0" algn="just">
              <a:buNone/>
            </a:pPr>
            <a:endParaRPr lang="en-US" sz="7200" dirty="0">
              <a:latin typeface="Times New Roman" panose="02020603050405020304" pitchFamily="18" charset="0"/>
              <a:cs typeface="Times New Roman" panose="02020603050405020304" pitchFamily="18" charset="0"/>
            </a:endParaRPr>
          </a:p>
          <a:p>
            <a:pPr marL="0" indent="0" algn="just">
              <a:buNone/>
            </a:pPr>
            <a:r>
              <a:rPr lang="en-US" sz="7200" dirty="0">
                <a:latin typeface="Times New Roman" panose="02020603050405020304" pitchFamily="18" charset="0"/>
                <a:cs typeface="Times New Roman" panose="02020603050405020304" pitchFamily="18" charset="0"/>
              </a:rPr>
              <a:t> 3. </a:t>
            </a:r>
            <a:r>
              <a:rPr lang="en-US" sz="8000" b="1" dirty="0">
                <a:latin typeface="Times New Roman" panose="02020603050405020304" pitchFamily="18" charset="0"/>
                <a:cs typeface="Times New Roman" panose="02020603050405020304" pitchFamily="18" charset="0"/>
              </a:rPr>
              <a:t>Long Lifespan</a:t>
            </a:r>
          </a:p>
          <a:p>
            <a:pPr marL="0" indent="0" algn="just">
              <a:buNone/>
            </a:pPr>
            <a:r>
              <a:rPr lang="en-US" sz="7200" dirty="0">
                <a:latin typeface="Times New Roman" panose="02020603050405020304" pitchFamily="18" charset="0"/>
                <a:cs typeface="Times New Roman" panose="02020603050405020304" pitchFamily="18" charset="0"/>
              </a:rPr>
              <a:t>	This allows for the long-term accumulation of pollutants and the analysis of changes over time.</a:t>
            </a:r>
          </a:p>
          <a:p>
            <a:pPr marL="0" indent="0" algn="just">
              <a:buNone/>
            </a:pPr>
            <a:endParaRPr lang="en-US" sz="7200" dirty="0">
              <a:latin typeface="Times New Roman" panose="02020603050405020304" pitchFamily="18" charset="0"/>
              <a:cs typeface="Times New Roman" panose="02020603050405020304" pitchFamily="18" charset="0"/>
            </a:endParaRPr>
          </a:p>
          <a:p>
            <a:pPr marL="0" indent="0" algn="just">
              <a:buNone/>
            </a:pPr>
            <a:r>
              <a:rPr lang="en-US" sz="7200" dirty="0">
                <a:latin typeface="Times New Roman" panose="02020603050405020304" pitchFamily="18" charset="0"/>
                <a:cs typeface="Times New Roman" panose="02020603050405020304" pitchFamily="18" charset="0"/>
              </a:rPr>
              <a:t> 4. </a:t>
            </a:r>
            <a:r>
              <a:rPr lang="en-US" sz="8000" b="1" dirty="0">
                <a:latin typeface="Times New Roman" panose="02020603050405020304" pitchFamily="18" charset="0"/>
                <a:cs typeface="Times New Roman" panose="02020603050405020304" pitchFamily="18" charset="0"/>
              </a:rPr>
              <a:t>Accumulation</a:t>
            </a:r>
            <a:r>
              <a:rPr lang="en-US" sz="7200" b="1" dirty="0">
                <a:latin typeface="Times New Roman" panose="02020603050405020304" pitchFamily="18" charset="0"/>
                <a:cs typeface="Times New Roman" panose="02020603050405020304" pitchFamily="18" charset="0"/>
              </a:rPr>
              <a:t> Ability</a:t>
            </a:r>
          </a:p>
          <a:p>
            <a:pPr marL="0" indent="0" algn="just">
              <a:buNone/>
            </a:pPr>
            <a:r>
              <a:rPr lang="en-US" sz="7200" dirty="0">
                <a:latin typeface="Times New Roman" panose="02020603050405020304" pitchFamily="18" charset="0"/>
                <a:cs typeface="Times New Roman" panose="02020603050405020304" pitchFamily="18" charset="0"/>
              </a:rPr>
              <a:t>	They can absorb and accumulate airborne pollutants (e.g., heavy metals, other pollutants) without direct contact 	with liquid or solid sources, as they lack roots. Mosses and lichens absorb all necessary substances </a:t>
            </a:r>
          </a:p>
          <a:p>
            <a:pPr marL="0" indent="0" algn="just">
              <a:buNone/>
            </a:pPr>
            <a:r>
              <a:rPr lang="en-US" sz="7200" dirty="0">
                <a:latin typeface="Times New Roman" panose="02020603050405020304" pitchFamily="18" charset="0"/>
                <a:cs typeface="Times New Roman" panose="02020603050405020304" pitchFamily="18" charset="0"/>
              </a:rPr>
              <a:t>                directly from air and precipitation.</a:t>
            </a:r>
          </a:p>
          <a:p>
            <a:pPr marL="0" indent="0" algn="just">
              <a:buNone/>
            </a:pPr>
            <a:endParaRPr lang="en-US" sz="3600" dirty="0">
              <a:latin typeface="Times New Roman" panose="02020603050405020304" pitchFamily="18" charset="0"/>
              <a:cs typeface="Times New Roman" panose="02020603050405020304" pitchFamily="18" charset="0"/>
            </a:endParaRPr>
          </a:p>
          <a:p>
            <a:pPr marL="0" indent="0" algn="just">
              <a:buNone/>
            </a:pPr>
            <a:r>
              <a:rPr lang="en-US" sz="7200" dirty="0">
                <a:latin typeface="Times New Roman" panose="02020603050405020304" pitchFamily="18" charset="0"/>
                <a:cs typeface="Times New Roman" panose="02020603050405020304" pitchFamily="18" charset="0"/>
              </a:rPr>
              <a:t> 5. </a:t>
            </a:r>
            <a:r>
              <a:rPr lang="en-US" sz="8000" b="1" dirty="0">
                <a:latin typeface="Times New Roman" panose="02020603050405020304" pitchFamily="18" charset="0"/>
                <a:cs typeface="Times New Roman" panose="02020603050405020304" pitchFamily="18" charset="0"/>
              </a:rPr>
              <a:t>Quantifiability of Effects</a:t>
            </a:r>
          </a:p>
          <a:p>
            <a:pPr marL="0" indent="0" algn="just">
              <a:buNone/>
            </a:pPr>
            <a:r>
              <a:rPr lang="en-US" sz="7200" dirty="0">
                <a:latin typeface="Times New Roman" panose="02020603050405020304" pitchFamily="18" charset="0"/>
                <a:cs typeface="Times New Roman" panose="02020603050405020304" pitchFamily="18" charset="0"/>
              </a:rPr>
              <a:t>	Changes in community composition (e.g., species number, coverage) or tissue chemical composition can be 	measured and used for pollution mapping.</a:t>
            </a:r>
          </a:p>
          <a:p>
            <a:pPr marL="0" indent="0">
              <a:buNone/>
            </a:pPr>
            <a:endParaRPr lang="en-US" dirty="0"/>
          </a:p>
        </p:txBody>
      </p:sp>
      <p:cxnSp>
        <p:nvCxnSpPr>
          <p:cNvPr id="5" name="Straight Connector 4">
            <a:extLst>
              <a:ext uri="{FF2B5EF4-FFF2-40B4-BE49-F238E27FC236}">
                <a16:creationId xmlns:a16="http://schemas.microsoft.com/office/drawing/2014/main" id="{3698049C-BF78-2F0F-C965-5DDB9AC8B3C2}"/>
              </a:ext>
            </a:extLst>
          </p:cNvPr>
          <p:cNvCxnSpPr>
            <a:cxnSpLocks/>
          </p:cNvCxnSpPr>
          <p:nvPr/>
        </p:nvCxnSpPr>
        <p:spPr>
          <a:xfrm>
            <a:off x="165891" y="769094"/>
            <a:ext cx="11888949" cy="0"/>
          </a:xfrm>
          <a:prstGeom prst="line">
            <a:avLst/>
          </a:prstGeom>
          <a:ln>
            <a:solidFill>
              <a:srgbClr val="004E9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7202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91514F7-0E68-65A5-89A7-1F50F5626982}"/>
              </a:ext>
            </a:extLst>
          </p:cNvPr>
          <p:cNvSpPr>
            <a:spLocks noGrp="1" noChangeArrowheads="1"/>
          </p:cNvSpPr>
          <p:nvPr>
            <p:ph idx="1"/>
          </p:nvPr>
        </p:nvSpPr>
        <p:spPr bwMode="auto">
          <a:xfrm>
            <a:off x="286602" y="190163"/>
            <a:ext cx="11631078" cy="6477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1900" dirty="0">
                <a:latin typeface="Times New Roman" panose="02020603050405020304" pitchFamily="18" charset="0"/>
                <a:cs typeface="Times New Roman" panose="02020603050405020304" pitchFamily="18" charset="0"/>
              </a:rPr>
              <a:t> 6. </a:t>
            </a:r>
            <a:r>
              <a:rPr lang="en-US" sz="1900" b="1" dirty="0">
                <a:latin typeface="Times New Roman" panose="02020603050405020304" pitchFamily="18" charset="0"/>
                <a:cs typeface="Times New Roman" panose="02020603050405020304" pitchFamily="18" charset="0"/>
              </a:rPr>
              <a:t>Ecological Relevance</a:t>
            </a:r>
          </a:p>
          <a:p>
            <a:pPr marL="0" indent="0" algn="just">
              <a:buNone/>
            </a:pPr>
            <a:r>
              <a:rPr lang="en-US" sz="1900" dirty="0">
                <a:latin typeface="Times New Roman" panose="02020603050405020304" pitchFamily="18" charset="0"/>
                <a:cs typeface="Times New Roman" panose="02020603050405020304" pitchFamily="18" charset="0"/>
              </a:rPr>
              <a:t>	They reflect actual biological responses to pollution, in contrast to purely technical measurements of 	pollutant concentrations.</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9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sz="19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Nutrient Requirements</a:t>
            </a:r>
            <a:b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bioindicators (especially lichens and mosses) can survive in nutrient-poor environments, 	making 	them ideal for urban and industrial monitoring.</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sz="19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 </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Root System</a:t>
            </a:r>
            <a:b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Bioindicators like mosses and lichens absorb substances directly from the atmosphere, not from the soil,    </a:t>
            </a:r>
          </a:p>
          <a:p>
            <a:pPr marL="0" marR="0" lvl="0" indent="0" defTabSz="914400" rtl="0" eaLnBrk="0" fontAlgn="base" latinLnBrk="0" hangingPunct="0">
              <a:lnSpc>
                <a:spcPct val="100000"/>
              </a:lnSpc>
              <a:spcBef>
                <a:spcPct val="0"/>
              </a:spcBef>
              <a:spcAft>
                <a:spcPct val="0"/>
              </a:spcAft>
              <a:buClrTx/>
              <a:buSzTx/>
              <a:buNone/>
              <a:tabLst/>
            </a:pPr>
            <a:r>
              <a:rPr lang="en-US" altLang="en-US" sz="1900" dirty="0">
                <a:latin typeface="Times New Roman" panose="02020603050405020304" pitchFamily="18" charset="0"/>
                <a:cs typeface="Times New Roman" panose="02020603050405020304" pitchFamily="18" charset="0"/>
              </a:rPr>
              <a:t>                </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ensuring that measured pollutants reflect air quality.</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sz="19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 </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Cost-Effective and Low-Maintenance available year-round</a:t>
            </a:r>
            <a:b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Compared to instrumental methods, biological monitoring is affordable and requires minimal 	equipment    </a:t>
            </a:r>
          </a:p>
          <a:p>
            <a:pPr marL="0" marR="0" lvl="0" indent="0" defTabSz="914400" rtl="0" eaLnBrk="0" fontAlgn="base" latinLnBrk="0" hangingPunct="0">
              <a:lnSpc>
                <a:spcPct val="100000"/>
              </a:lnSpc>
              <a:spcBef>
                <a:spcPct val="0"/>
              </a:spcBef>
              <a:spcAft>
                <a:spcPct val="0"/>
              </a:spcAft>
              <a:buClrTx/>
              <a:buSzTx/>
              <a:buNone/>
              <a:tabLst/>
            </a:pPr>
            <a:r>
              <a:rPr lang="en-US" altLang="en-US" sz="1900" dirty="0">
                <a:latin typeface="Times New Roman" panose="02020603050405020304" pitchFamily="18" charset="0"/>
                <a:cs typeface="Times New Roman" panose="02020603050405020304" pitchFamily="18" charset="0"/>
              </a:rPr>
              <a:t>                </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maintenance.</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sz="19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Sampling and Identification</a:t>
            </a:r>
            <a:b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Species can be collected and identified relatively easily, even in field conditions.</a:t>
            </a:r>
          </a:p>
          <a:p>
            <a:pPr marL="0" marR="0" lvl="0" indent="0" defTabSz="914400" rtl="0" eaLnBrk="0" fontAlgn="base" latinLnBrk="0" hangingPunct="0">
              <a:lnSpc>
                <a:spcPct val="100000"/>
              </a:lnSpc>
              <a:spcBef>
                <a:spcPct val="0"/>
              </a:spcBef>
              <a:spcAft>
                <a:spcPct val="0"/>
              </a:spcAft>
              <a:buClrTx/>
              <a:buSzTx/>
              <a:buNone/>
              <a:tabLst/>
            </a:pPr>
            <a:endParaRPr lang="en-US" altLang="en-US" sz="1900" dirty="0">
              <a:solidFill>
                <a:schemeClr val="tx1"/>
              </a:solidFill>
              <a:latin typeface="Times New Roman" panose="02020603050405020304" pitchFamily="18" charset="0"/>
              <a:cs typeface="Times New Roman" panose="02020603050405020304" pitchFamily="18" charset="0"/>
            </a:endParaRPr>
          </a:p>
          <a:p>
            <a:pPr marL="0" indent="0" defTabSz="914400" eaLnBrk="0" fontAlgn="base" hangingPunct="0">
              <a:spcBef>
                <a:spcPct val="0"/>
              </a:spcBef>
              <a:spcAft>
                <a:spcPct val="0"/>
              </a:spcAft>
              <a:buClrTx/>
              <a:buSzTx/>
              <a:buNone/>
            </a:pP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11. </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Demonstrate</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correlation with pollution levels</a:t>
            </a:r>
          </a:p>
          <a:p>
            <a:pPr marL="0" indent="0" defTabSz="914400" eaLnBrk="0" fontAlgn="base" hangingPunct="0">
              <a:spcBef>
                <a:spcPct val="0"/>
              </a:spcBef>
              <a:spcAft>
                <a:spcPct val="0"/>
              </a:spcAft>
              <a:buClrTx/>
              <a:buSzTx/>
              <a:buNone/>
            </a:pPr>
            <a:endParaRPr lang="en-US" altLang="en-US" sz="1900" b="1" dirty="0">
              <a:solidFill>
                <a:schemeClr val="tx1"/>
              </a:solidFill>
              <a:latin typeface="Times New Roman" panose="02020603050405020304" pitchFamily="18" charset="0"/>
              <a:cs typeface="Times New Roman" panose="02020603050405020304" pitchFamily="18" charset="0"/>
            </a:endParaRPr>
          </a:p>
          <a:p>
            <a:pPr marL="0" indent="0" defTabSz="914400" eaLnBrk="0" fontAlgn="base" hangingPunct="0">
              <a:spcBef>
                <a:spcPct val="0"/>
              </a:spcBef>
              <a:spcAft>
                <a:spcPct val="0"/>
              </a:spcAft>
              <a:buClrTx/>
              <a:buSzTx/>
              <a:buNone/>
            </a:pPr>
            <a:r>
              <a:rPr kumimoji="0" lang="en-US" altLang="en-US" sz="19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12.</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Show high concentration factors</a:t>
            </a:r>
            <a:endParaRPr kumimoji="0" lang="en-US" altLang="en-US" sz="19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9258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1A97442-E7CB-E0A9-BB86-778CDEE9FF50}"/>
              </a:ext>
            </a:extLst>
          </p:cNvPr>
          <p:cNvGraphicFramePr>
            <a:graphicFrameLocks noGrp="1"/>
          </p:cNvGraphicFramePr>
          <p:nvPr>
            <p:ph idx="1"/>
            <p:extLst>
              <p:ext uri="{D42A27DB-BD31-4B8C-83A1-F6EECF244321}">
                <p14:modId xmlns:p14="http://schemas.microsoft.com/office/powerpoint/2010/main" val="701991730"/>
              </p:ext>
            </p:extLst>
          </p:nvPr>
        </p:nvGraphicFramePr>
        <p:xfrm>
          <a:off x="236220" y="1483485"/>
          <a:ext cx="11856720" cy="4974660"/>
        </p:xfrm>
        <a:graphic>
          <a:graphicData uri="http://schemas.openxmlformats.org/drawingml/2006/table">
            <a:tbl>
              <a:tblPr/>
              <a:tblGrid>
                <a:gridCol w="3182711">
                  <a:extLst>
                    <a:ext uri="{9D8B030D-6E8A-4147-A177-3AD203B41FA5}">
                      <a16:colId xmlns:a16="http://schemas.microsoft.com/office/drawing/2014/main" val="2662362040"/>
                    </a:ext>
                  </a:extLst>
                </a:gridCol>
                <a:gridCol w="4168437">
                  <a:extLst>
                    <a:ext uri="{9D8B030D-6E8A-4147-A177-3AD203B41FA5}">
                      <a16:colId xmlns:a16="http://schemas.microsoft.com/office/drawing/2014/main" val="2804611327"/>
                    </a:ext>
                  </a:extLst>
                </a:gridCol>
                <a:gridCol w="4505572">
                  <a:extLst>
                    <a:ext uri="{9D8B030D-6E8A-4147-A177-3AD203B41FA5}">
                      <a16:colId xmlns:a16="http://schemas.microsoft.com/office/drawing/2014/main" val="387996086"/>
                    </a:ext>
                  </a:extLst>
                </a:gridCol>
              </a:tblGrid>
              <a:tr h="989877">
                <a:tc>
                  <a:txBody>
                    <a:bodyPr/>
                    <a:lstStyle/>
                    <a:p>
                      <a:pPr algn="l">
                        <a:buNone/>
                      </a:pPr>
                      <a:r>
                        <a:rPr lang="en-US" sz="2400" b="1" cap="all" dirty="0">
                          <a:solidFill>
                            <a:schemeClr val="tx1"/>
                          </a:solidFill>
                          <a:effectLst/>
                          <a:latin typeface="Times New Roman" panose="02020603050405020304" pitchFamily="18" charset="0"/>
                          <a:cs typeface="Times New Roman" panose="02020603050405020304" pitchFamily="18" charset="0"/>
                        </a:rPr>
                        <a:t>Characteristic</a:t>
                      </a:r>
                    </a:p>
                  </a:txBody>
                  <a:tcPr marL="188152" marR="188152" marT="131706" marB="131706" anchor="ctr">
                    <a:lnL>
                      <a:noFill/>
                    </a:lnL>
                    <a:lnR>
                      <a:noFill/>
                    </a:lnR>
                    <a:lnT>
                      <a:noFill/>
                    </a:lnT>
                    <a:lnB w="9525" cap="flat" cmpd="sng" algn="ctr">
                      <a:solidFill>
                        <a:srgbClr val="F1F5F9"/>
                      </a:solidFill>
                      <a:prstDash val="solid"/>
                      <a:round/>
                      <a:headEnd type="none" w="med" len="med"/>
                      <a:tailEnd type="none" w="med" len="med"/>
                    </a:lnB>
                    <a:solidFill>
                      <a:srgbClr val="F8FAFC"/>
                    </a:solidFill>
                  </a:tcPr>
                </a:tc>
                <a:tc>
                  <a:txBody>
                    <a:bodyPr/>
                    <a:lstStyle/>
                    <a:p>
                      <a:pPr algn="l">
                        <a:buNone/>
                      </a:pPr>
                      <a:r>
                        <a:rPr lang="en-US" sz="2400" b="1" cap="all" dirty="0">
                          <a:solidFill>
                            <a:schemeClr val="tx1"/>
                          </a:solidFill>
                          <a:effectLst/>
                          <a:latin typeface="Times New Roman" panose="02020603050405020304" pitchFamily="18" charset="0"/>
                          <a:cs typeface="Times New Roman" panose="02020603050405020304" pitchFamily="18" charset="0"/>
                        </a:rPr>
                        <a:t>Physical Automatic Stations</a:t>
                      </a:r>
                    </a:p>
                  </a:txBody>
                  <a:tcPr marL="188152" marR="188152" marT="131706" marB="131706" anchor="ctr">
                    <a:lnL>
                      <a:noFill/>
                    </a:lnL>
                    <a:lnR>
                      <a:noFill/>
                    </a:lnR>
                    <a:lnT>
                      <a:noFill/>
                    </a:lnT>
                    <a:lnB w="9525" cap="flat" cmpd="sng" algn="ctr">
                      <a:solidFill>
                        <a:srgbClr val="F1F5F9"/>
                      </a:solidFill>
                      <a:prstDash val="solid"/>
                      <a:round/>
                      <a:headEnd type="none" w="med" len="med"/>
                      <a:tailEnd type="none" w="med" len="med"/>
                    </a:lnB>
                    <a:solidFill>
                      <a:srgbClr val="F8FAFC"/>
                    </a:solidFill>
                  </a:tcPr>
                </a:tc>
                <a:tc>
                  <a:txBody>
                    <a:bodyPr/>
                    <a:lstStyle/>
                    <a:p>
                      <a:pPr algn="l">
                        <a:buNone/>
                      </a:pPr>
                      <a:r>
                        <a:rPr lang="en-US" sz="2400" b="1" cap="all">
                          <a:solidFill>
                            <a:schemeClr val="tx1"/>
                          </a:solidFill>
                          <a:effectLst/>
                          <a:latin typeface="Times New Roman" panose="02020603050405020304" pitchFamily="18" charset="0"/>
                          <a:cs typeface="Times New Roman" panose="02020603050405020304" pitchFamily="18" charset="0"/>
                        </a:rPr>
                        <a:t>Biological Monitoring</a:t>
                      </a:r>
                    </a:p>
                  </a:txBody>
                  <a:tcPr marL="188152" marR="188152" marT="131706" marB="131706" anchor="ctr">
                    <a:lnL>
                      <a:noFill/>
                    </a:lnL>
                    <a:lnR>
                      <a:noFill/>
                    </a:lnR>
                    <a:lnT>
                      <a:noFill/>
                    </a:lnT>
                    <a:lnB w="9525" cap="flat" cmpd="sng" algn="ctr">
                      <a:solidFill>
                        <a:srgbClr val="F1F5F9"/>
                      </a:solidFill>
                      <a:prstDash val="solid"/>
                      <a:round/>
                      <a:headEnd type="none" w="med" len="med"/>
                      <a:tailEnd type="none" w="med" len="med"/>
                    </a:lnB>
                    <a:solidFill>
                      <a:srgbClr val="F8FAFC"/>
                    </a:solidFill>
                  </a:tcPr>
                </a:tc>
                <a:extLst>
                  <a:ext uri="{0D108BD9-81ED-4DB2-BD59-A6C34878D82A}">
                    <a16:rowId xmlns:a16="http://schemas.microsoft.com/office/drawing/2014/main" val="480222302"/>
                  </a:ext>
                </a:extLst>
              </a:tr>
              <a:tr h="989877">
                <a:tc>
                  <a:txBody>
                    <a:bodyPr/>
                    <a:lstStyle/>
                    <a:p>
                      <a:pPr algn="l">
                        <a:buNone/>
                      </a:pPr>
                      <a:r>
                        <a:rPr lang="en-US" sz="2400" b="1" dirty="0">
                          <a:solidFill>
                            <a:schemeClr val="tx1"/>
                          </a:solidFill>
                          <a:effectLst/>
                          <a:latin typeface="Times New Roman" panose="02020603050405020304" pitchFamily="18" charset="0"/>
                          <a:cs typeface="Times New Roman" panose="02020603050405020304" pitchFamily="18" charset="0"/>
                        </a:rPr>
                        <a:t>Economic Cost</a:t>
                      </a:r>
                      <a:endParaRPr lang="en-US" sz="2400" dirty="0">
                        <a:solidFill>
                          <a:schemeClr val="tx1"/>
                        </a:solidFill>
                        <a:effectLst/>
                        <a:latin typeface="Times New Roman" panose="02020603050405020304" pitchFamily="18" charset="0"/>
                        <a:cs typeface="Times New Roman" panose="02020603050405020304" pitchFamily="18" charset="0"/>
                      </a:endParaRPr>
                    </a:p>
                  </a:txBody>
                  <a:tcPr marL="188152" marR="188152" marT="131706" marB="131706" anchor="ctr">
                    <a:lnL>
                      <a:noFill/>
                    </a:lnL>
                    <a:lnR>
                      <a:noFill/>
                    </a:lnR>
                    <a:lnT w="9525" cap="flat" cmpd="sng" algn="ctr">
                      <a:solidFill>
                        <a:srgbClr val="F1F5F9"/>
                      </a:solidFill>
                      <a:prstDash val="solid"/>
                      <a:round/>
                      <a:headEnd type="none" w="med" len="med"/>
                      <a:tailEnd type="none" w="med" len="med"/>
                    </a:lnT>
                    <a:lnB w="9525" cap="flat" cmpd="sng" algn="ctr">
                      <a:solidFill>
                        <a:srgbClr val="F1F5F9"/>
                      </a:solidFill>
                      <a:prstDash val="solid"/>
                      <a:round/>
                      <a:headEnd type="none" w="med" len="med"/>
                      <a:tailEnd type="none" w="med" len="med"/>
                    </a:lnB>
                    <a:noFill/>
                  </a:tcPr>
                </a:tc>
                <a:tc>
                  <a:txBody>
                    <a:bodyPr/>
                    <a:lstStyle/>
                    <a:p>
                      <a:pPr algn="l">
                        <a:buNone/>
                      </a:pPr>
                      <a:r>
                        <a:rPr lang="en-US" sz="2400" dirty="0">
                          <a:solidFill>
                            <a:schemeClr val="tx1"/>
                          </a:solidFill>
                          <a:effectLst/>
                          <a:latin typeface="Times New Roman" panose="02020603050405020304" pitchFamily="18" charset="0"/>
                          <a:cs typeface="Times New Roman" panose="02020603050405020304" pitchFamily="18" charset="0"/>
                        </a:rPr>
                        <a:t>Very high equipment, calibration, and power costs.</a:t>
                      </a:r>
                    </a:p>
                  </a:txBody>
                  <a:tcPr marL="188152" marR="188152" marT="131706" marB="131706" anchor="ctr">
                    <a:lnL>
                      <a:noFill/>
                    </a:lnL>
                    <a:lnR>
                      <a:noFill/>
                    </a:lnR>
                    <a:lnT w="9525" cap="flat" cmpd="sng" algn="ctr">
                      <a:solidFill>
                        <a:srgbClr val="F1F5F9"/>
                      </a:solidFill>
                      <a:prstDash val="solid"/>
                      <a:round/>
                      <a:headEnd type="none" w="med" len="med"/>
                      <a:tailEnd type="none" w="med" len="med"/>
                    </a:lnT>
                    <a:lnB w="9525" cap="flat" cmpd="sng" algn="ctr">
                      <a:solidFill>
                        <a:srgbClr val="F1F5F9"/>
                      </a:solidFill>
                      <a:prstDash val="solid"/>
                      <a:round/>
                      <a:headEnd type="none" w="med" len="med"/>
                      <a:tailEnd type="none" w="med" len="med"/>
                    </a:lnB>
                    <a:noFill/>
                  </a:tcPr>
                </a:tc>
                <a:tc>
                  <a:txBody>
                    <a:bodyPr/>
                    <a:lstStyle/>
                    <a:p>
                      <a:pPr algn="l">
                        <a:buNone/>
                      </a:pPr>
                      <a:r>
                        <a:rPr lang="en-US" sz="2400">
                          <a:solidFill>
                            <a:schemeClr val="tx1"/>
                          </a:solidFill>
                          <a:effectLst/>
                          <a:latin typeface="Times New Roman" panose="02020603050405020304" pitchFamily="18" charset="0"/>
                          <a:cs typeface="Times New Roman" panose="02020603050405020304" pitchFamily="18" charset="0"/>
                        </a:rPr>
                        <a:t>Extremely low cost; requires no electrical grid.</a:t>
                      </a:r>
                    </a:p>
                  </a:txBody>
                  <a:tcPr marL="188152" marR="188152" marT="131706" marB="131706" anchor="ctr">
                    <a:lnL>
                      <a:noFill/>
                    </a:lnL>
                    <a:lnR>
                      <a:noFill/>
                    </a:lnR>
                    <a:lnT w="9525" cap="flat" cmpd="sng" algn="ctr">
                      <a:solidFill>
                        <a:srgbClr val="F1F5F9"/>
                      </a:solidFill>
                      <a:prstDash val="solid"/>
                      <a:round/>
                      <a:headEnd type="none" w="med" len="med"/>
                      <a:tailEnd type="none" w="med" len="med"/>
                    </a:lnT>
                    <a:lnB w="9525" cap="flat" cmpd="sng" algn="ctr">
                      <a:solidFill>
                        <a:srgbClr val="F1F5F9"/>
                      </a:solidFill>
                      <a:prstDash val="solid"/>
                      <a:round/>
                      <a:headEnd type="none" w="med" len="med"/>
                      <a:tailEnd type="none" w="med" len="med"/>
                    </a:lnB>
                    <a:noFill/>
                  </a:tcPr>
                </a:tc>
                <a:extLst>
                  <a:ext uri="{0D108BD9-81ED-4DB2-BD59-A6C34878D82A}">
                    <a16:rowId xmlns:a16="http://schemas.microsoft.com/office/drawing/2014/main" val="3757719989"/>
                  </a:ext>
                </a:extLst>
              </a:tr>
              <a:tr h="989877">
                <a:tc>
                  <a:txBody>
                    <a:bodyPr/>
                    <a:lstStyle/>
                    <a:p>
                      <a:pPr algn="l">
                        <a:buNone/>
                      </a:pPr>
                      <a:r>
                        <a:rPr lang="en-US" sz="2400" b="1" dirty="0">
                          <a:solidFill>
                            <a:schemeClr val="tx1"/>
                          </a:solidFill>
                          <a:effectLst/>
                          <a:latin typeface="Times New Roman" panose="02020603050405020304" pitchFamily="18" charset="0"/>
                          <a:cs typeface="Times New Roman" panose="02020603050405020304" pitchFamily="18" charset="0"/>
                        </a:rPr>
                        <a:t>Spatial Grid Density</a:t>
                      </a:r>
                      <a:endParaRPr lang="en-US" sz="2400" dirty="0">
                        <a:solidFill>
                          <a:schemeClr val="tx1"/>
                        </a:solidFill>
                        <a:effectLst/>
                        <a:latin typeface="Times New Roman" panose="02020603050405020304" pitchFamily="18" charset="0"/>
                        <a:cs typeface="Times New Roman" panose="02020603050405020304" pitchFamily="18" charset="0"/>
                      </a:endParaRPr>
                    </a:p>
                  </a:txBody>
                  <a:tcPr marL="188152" marR="188152" marT="131706" marB="131706" anchor="ctr">
                    <a:lnL>
                      <a:noFill/>
                    </a:lnL>
                    <a:lnR>
                      <a:noFill/>
                    </a:lnR>
                    <a:lnT w="9525" cap="flat" cmpd="sng" algn="ctr">
                      <a:solidFill>
                        <a:srgbClr val="F1F5F9"/>
                      </a:solidFill>
                      <a:prstDash val="solid"/>
                      <a:round/>
                      <a:headEnd type="none" w="med" len="med"/>
                      <a:tailEnd type="none" w="med" len="med"/>
                    </a:lnT>
                    <a:lnB w="9525" cap="flat" cmpd="sng" algn="ctr">
                      <a:solidFill>
                        <a:srgbClr val="F1F5F9"/>
                      </a:solidFill>
                      <a:prstDash val="solid"/>
                      <a:round/>
                      <a:headEnd type="none" w="med" len="med"/>
                      <a:tailEnd type="none" w="med" len="med"/>
                    </a:lnB>
                    <a:noFill/>
                  </a:tcPr>
                </a:tc>
                <a:tc>
                  <a:txBody>
                    <a:bodyPr/>
                    <a:lstStyle/>
                    <a:p>
                      <a:pPr algn="l">
                        <a:buNone/>
                      </a:pPr>
                      <a:r>
                        <a:rPr lang="en-US" sz="2400" dirty="0">
                          <a:solidFill>
                            <a:schemeClr val="tx1"/>
                          </a:solidFill>
                          <a:effectLst/>
                          <a:latin typeface="Times New Roman" panose="02020603050405020304" pitchFamily="18" charset="0"/>
                          <a:cs typeface="Times New Roman" panose="02020603050405020304" pitchFamily="18" charset="0"/>
                        </a:rPr>
                        <a:t>Sparse. Fixed to highly specific urban centers.</a:t>
                      </a:r>
                    </a:p>
                  </a:txBody>
                  <a:tcPr marL="188152" marR="188152" marT="131706" marB="131706" anchor="ctr">
                    <a:lnL>
                      <a:noFill/>
                    </a:lnL>
                    <a:lnR>
                      <a:noFill/>
                    </a:lnR>
                    <a:lnT w="9525" cap="flat" cmpd="sng" algn="ctr">
                      <a:solidFill>
                        <a:srgbClr val="F1F5F9"/>
                      </a:solidFill>
                      <a:prstDash val="solid"/>
                      <a:round/>
                      <a:headEnd type="none" w="med" len="med"/>
                      <a:tailEnd type="none" w="med" len="med"/>
                    </a:lnT>
                    <a:lnB w="9525" cap="flat" cmpd="sng" algn="ctr">
                      <a:solidFill>
                        <a:srgbClr val="F1F5F9"/>
                      </a:solidFill>
                      <a:prstDash val="solid"/>
                      <a:round/>
                      <a:headEnd type="none" w="med" len="med"/>
                      <a:tailEnd type="none" w="med" len="med"/>
                    </a:lnB>
                    <a:noFill/>
                  </a:tcPr>
                </a:tc>
                <a:tc>
                  <a:txBody>
                    <a:bodyPr/>
                    <a:lstStyle/>
                    <a:p>
                      <a:pPr algn="l">
                        <a:buNone/>
                      </a:pPr>
                      <a:r>
                        <a:rPr lang="en-US" sz="2400">
                          <a:solidFill>
                            <a:schemeClr val="tx1"/>
                          </a:solidFill>
                          <a:effectLst/>
                          <a:latin typeface="Times New Roman" panose="02020603050405020304" pitchFamily="18" charset="0"/>
                          <a:cs typeface="Times New Roman" panose="02020603050405020304" pitchFamily="18" charset="0"/>
                        </a:rPr>
                        <a:t>Virtually infinite. Can deploy hundreds of points.</a:t>
                      </a:r>
                    </a:p>
                  </a:txBody>
                  <a:tcPr marL="188152" marR="188152" marT="131706" marB="131706" anchor="ctr">
                    <a:lnL>
                      <a:noFill/>
                    </a:lnL>
                    <a:lnR>
                      <a:noFill/>
                    </a:lnR>
                    <a:lnT w="9525" cap="flat" cmpd="sng" algn="ctr">
                      <a:solidFill>
                        <a:srgbClr val="F1F5F9"/>
                      </a:solidFill>
                      <a:prstDash val="solid"/>
                      <a:round/>
                      <a:headEnd type="none" w="med" len="med"/>
                      <a:tailEnd type="none" w="med" len="med"/>
                    </a:lnT>
                    <a:lnB w="9525" cap="flat" cmpd="sng" algn="ctr">
                      <a:solidFill>
                        <a:srgbClr val="F1F5F9"/>
                      </a:solidFill>
                      <a:prstDash val="solid"/>
                      <a:round/>
                      <a:headEnd type="none" w="med" len="med"/>
                      <a:tailEnd type="none" w="med" len="med"/>
                    </a:lnB>
                    <a:noFill/>
                  </a:tcPr>
                </a:tc>
                <a:extLst>
                  <a:ext uri="{0D108BD9-81ED-4DB2-BD59-A6C34878D82A}">
                    <a16:rowId xmlns:a16="http://schemas.microsoft.com/office/drawing/2014/main" val="3044726072"/>
                  </a:ext>
                </a:extLst>
              </a:tr>
              <a:tr h="989877">
                <a:tc>
                  <a:txBody>
                    <a:bodyPr/>
                    <a:lstStyle/>
                    <a:p>
                      <a:pPr algn="l">
                        <a:buNone/>
                      </a:pPr>
                      <a:r>
                        <a:rPr lang="en-US" sz="2400" b="1" dirty="0">
                          <a:solidFill>
                            <a:schemeClr val="tx1"/>
                          </a:solidFill>
                          <a:effectLst/>
                          <a:latin typeface="Times New Roman" panose="02020603050405020304" pitchFamily="18" charset="0"/>
                          <a:cs typeface="Times New Roman" panose="02020603050405020304" pitchFamily="18" charset="0"/>
                        </a:rPr>
                        <a:t>Data Profiles</a:t>
                      </a:r>
                      <a:endParaRPr lang="en-US" sz="2400" dirty="0">
                        <a:solidFill>
                          <a:schemeClr val="tx1"/>
                        </a:solidFill>
                        <a:effectLst/>
                        <a:latin typeface="Times New Roman" panose="02020603050405020304" pitchFamily="18" charset="0"/>
                        <a:cs typeface="Times New Roman" panose="02020603050405020304" pitchFamily="18" charset="0"/>
                      </a:endParaRPr>
                    </a:p>
                  </a:txBody>
                  <a:tcPr marL="188152" marR="188152" marT="131706" marB="131706" anchor="ctr">
                    <a:lnL>
                      <a:noFill/>
                    </a:lnL>
                    <a:lnR>
                      <a:noFill/>
                    </a:lnR>
                    <a:lnT w="9525" cap="flat" cmpd="sng" algn="ctr">
                      <a:solidFill>
                        <a:srgbClr val="F1F5F9"/>
                      </a:solidFill>
                      <a:prstDash val="solid"/>
                      <a:round/>
                      <a:headEnd type="none" w="med" len="med"/>
                      <a:tailEnd type="none" w="med" len="med"/>
                    </a:lnT>
                    <a:lnB w="9525" cap="flat" cmpd="sng" algn="ctr">
                      <a:solidFill>
                        <a:srgbClr val="F1F5F9"/>
                      </a:solidFill>
                      <a:prstDash val="solid"/>
                      <a:round/>
                      <a:headEnd type="none" w="med" len="med"/>
                      <a:tailEnd type="none" w="med" len="med"/>
                    </a:lnB>
                    <a:noFill/>
                  </a:tcPr>
                </a:tc>
                <a:tc>
                  <a:txBody>
                    <a:bodyPr/>
                    <a:lstStyle/>
                    <a:p>
                      <a:pPr algn="l">
                        <a:buNone/>
                      </a:pPr>
                      <a:r>
                        <a:rPr lang="en-US" sz="2400">
                          <a:solidFill>
                            <a:schemeClr val="tx1"/>
                          </a:solidFill>
                          <a:effectLst/>
                          <a:latin typeface="Times New Roman" panose="02020603050405020304" pitchFamily="18" charset="0"/>
                          <a:cs typeface="Times New Roman" panose="02020603050405020304" pitchFamily="18" charset="0"/>
                        </a:rPr>
                        <a:t>Immediate, transient concentrations of gases.</a:t>
                      </a:r>
                    </a:p>
                  </a:txBody>
                  <a:tcPr marL="188152" marR="188152" marT="131706" marB="131706" anchor="ctr">
                    <a:lnL>
                      <a:noFill/>
                    </a:lnL>
                    <a:lnR>
                      <a:noFill/>
                    </a:lnR>
                    <a:lnT w="9525" cap="flat" cmpd="sng" algn="ctr">
                      <a:solidFill>
                        <a:srgbClr val="F1F5F9"/>
                      </a:solidFill>
                      <a:prstDash val="solid"/>
                      <a:round/>
                      <a:headEnd type="none" w="med" len="med"/>
                      <a:tailEnd type="none" w="med" len="med"/>
                    </a:lnT>
                    <a:lnB w="9525" cap="flat" cmpd="sng" algn="ctr">
                      <a:solidFill>
                        <a:srgbClr val="F1F5F9"/>
                      </a:solidFill>
                      <a:prstDash val="solid"/>
                      <a:round/>
                      <a:headEnd type="none" w="med" len="med"/>
                      <a:tailEnd type="none" w="med" len="med"/>
                    </a:lnB>
                    <a:noFill/>
                  </a:tcPr>
                </a:tc>
                <a:tc>
                  <a:txBody>
                    <a:bodyPr/>
                    <a:lstStyle/>
                    <a:p>
                      <a:pPr algn="l">
                        <a:buNone/>
                      </a:pPr>
                      <a:r>
                        <a:rPr lang="en-US" sz="2400">
                          <a:solidFill>
                            <a:schemeClr val="tx1"/>
                          </a:solidFill>
                          <a:effectLst/>
                          <a:latin typeface="Times New Roman" panose="02020603050405020304" pitchFamily="18" charset="0"/>
                          <a:cs typeface="Times New Roman" panose="02020603050405020304" pitchFamily="18" charset="0"/>
                        </a:rPr>
                        <a:t>Long-term cumulative history of heavy metals.</a:t>
                      </a:r>
                    </a:p>
                  </a:txBody>
                  <a:tcPr marL="188152" marR="188152" marT="131706" marB="131706" anchor="ctr">
                    <a:lnL>
                      <a:noFill/>
                    </a:lnL>
                    <a:lnR>
                      <a:noFill/>
                    </a:lnR>
                    <a:lnT w="9525" cap="flat" cmpd="sng" algn="ctr">
                      <a:solidFill>
                        <a:srgbClr val="F1F5F9"/>
                      </a:solidFill>
                      <a:prstDash val="solid"/>
                      <a:round/>
                      <a:headEnd type="none" w="med" len="med"/>
                      <a:tailEnd type="none" w="med" len="med"/>
                    </a:lnT>
                    <a:lnB w="9525" cap="flat" cmpd="sng" algn="ctr">
                      <a:solidFill>
                        <a:srgbClr val="F1F5F9"/>
                      </a:solidFill>
                      <a:prstDash val="solid"/>
                      <a:round/>
                      <a:headEnd type="none" w="med" len="med"/>
                      <a:tailEnd type="none" w="med" len="med"/>
                    </a:lnB>
                    <a:noFill/>
                  </a:tcPr>
                </a:tc>
                <a:extLst>
                  <a:ext uri="{0D108BD9-81ED-4DB2-BD59-A6C34878D82A}">
                    <a16:rowId xmlns:a16="http://schemas.microsoft.com/office/drawing/2014/main" val="348088726"/>
                  </a:ext>
                </a:extLst>
              </a:tr>
              <a:tr h="989877">
                <a:tc>
                  <a:txBody>
                    <a:bodyPr/>
                    <a:lstStyle/>
                    <a:p>
                      <a:pPr algn="l">
                        <a:buNone/>
                      </a:pPr>
                      <a:r>
                        <a:rPr lang="en-US" sz="2400" b="1">
                          <a:solidFill>
                            <a:schemeClr val="tx1"/>
                          </a:solidFill>
                          <a:effectLst/>
                          <a:latin typeface="Times New Roman" panose="02020603050405020304" pitchFamily="18" charset="0"/>
                          <a:cs typeface="Times New Roman" panose="02020603050405020304" pitchFamily="18" charset="0"/>
                        </a:rPr>
                        <a:t>Biological Relevance</a:t>
                      </a:r>
                      <a:endParaRPr lang="en-US" sz="2400">
                        <a:solidFill>
                          <a:schemeClr val="tx1"/>
                        </a:solidFill>
                        <a:effectLst/>
                        <a:latin typeface="Times New Roman" panose="02020603050405020304" pitchFamily="18" charset="0"/>
                        <a:cs typeface="Times New Roman" panose="02020603050405020304" pitchFamily="18" charset="0"/>
                      </a:endParaRPr>
                    </a:p>
                  </a:txBody>
                  <a:tcPr marL="188152" marR="188152" marT="131706" marB="131706" anchor="ctr">
                    <a:lnL>
                      <a:noFill/>
                    </a:lnL>
                    <a:lnR>
                      <a:noFill/>
                    </a:lnR>
                    <a:lnT w="9525" cap="flat" cmpd="sng" algn="ctr">
                      <a:solidFill>
                        <a:srgbClr val="F1F5F9"/>
                      </a:solidFill>
                      <a:prstDash val="solid"/>
                      <a:round/>
                      <a:headEnd type="none" w="med" len="med"/>
                      <a:tailEnd type="none" w="med" len="med"/>
                    </a:lnT>
                    <a:lnB>
                      <a:noFill/>
                    </a:lnB>
                    <a:noFill/>
                  </a:tcPr>
                </a:tc>
                <a:tc>
                  <a:txBody>
                    <a:bodyPr/>
                    <a:lstStyle/>
                    <a:p>
                      <a:pPr algn="l">
                        <a:buNone/>
                      </a:pPr>
                      <a:r>
                        <a:rPr lang="en-US" sz="2400">
                          <a:solidFill>
                            <a:schemeClr val="tx1"/>
                          </a:solidFill>
                          <a:effectLst/>
                          <a:latin typeface="Times New Roman" panose="02020603050405020304" pitchFamily="18" charset="0"/>
                          <a:cs typeface="Times New Roman" panose="02020603050405020304" pitchFamily="18" charset="0"/>
                        </a:rPr>
                        <a:t>Measures concentration, not tissue impact.</a:t>
                      </a:r>
                    </a:p>
                  </a:txBody>
                  <a:tcPr marL="188152" marR="188152" marT="131706" marB="131706" anchor="ctr">
                    <a:lnL>
                      <a:noFill/>
                    </a:lnL>
                    <a:lnR>
                      <a:noFill/>
                    </a:lnR>
                    <a:lnT w="9525" cap="flat" cmpd="sng" algn="ctr">
                      <a:solidFill>
                        <a:srgbClr val="F1F5F9"/>
                      </a:solidFill>
                      <a:prstDash val="solid"/>
                      <a:round/>
                      <a:headEnd type="none" w="med" len="med"/>
                      <a:tailEnd type="none" w="med" len="med"/>
                    </a:lnT>
                    <a:lnB>
                      <a:noFill/>
                    </a:lnB>
                    <a:noFill/>
                  </a:tcPr>
                </a:tc>
                <a:tc>
                  <a:txBody>
                    <a:bodyPr/>
                    <a:lstStyle/>
                    <a:p>
                      <a:pPr algn="l">
                        <a:buNone/>
                      </a:pPr>
                      <a:r>
                        <a:rPr lang="en-US" sz="2400" dirty="0">
                          <a:solidFill>
                            <a:schemeClr val="tx1"/>
                          </a:solidFill>
                          <a:effectLst/>
                          <a:latin typeface="Times New Roman" panose="02020603050405020304" pitchFamily="18" charset="0"/>
                          <a:cs typeface="Times New Roman" panose="02020603050405020304" pitchFamily="18" charset="0"/>
                        </a:rPr>
                        <a:t>Directly reflects toxicological stress on living cells.</a:t>
                      </a:r>
                    </a:p>
                  </a:txBody>
                  <a:tcPr marL="188152" marR="188152" marT="131706" marB="131706" anchor="ctr">
                    <a:lnL>
                      <a:noFill/>
                    </a:lnL>
                    <a:lnR>
                      <a:noFill/>
                    </a:lnR>
                    <a:lnT w="9525" cap="flat" cmpd="sng" algn="ctr">
                      <a:solidFill>
                        <a:srgbClr val="F1F5F9"/>
                      </a:solidFill>
                      <a:prstDash val="solid"/>
                      <a:round/>
                      <a:headEnd type="none" w="med" len="med"/>
                      <a:tailEnd type="none" w="med" len="med"/>
                    </a:lnT>
                    <a:lnB>
                      <a:noFill/>
                    </a:lnB>
                    <a:noFill/>
                  </a:tcPr>
                </a:tc>
                <a:extLst>
                  <a:ext uri="{0D108BD9-81ED-4DB2-BD59-A6C34878D82A}">
                    <a16:rowId xmlns:a16="http://schemas.microsoft.com/office/drawing/2014/main" val="288748861"/>
                  </a:ext>
                </a:extLst>
              </a:tr>
            </a:tbl>
          </a:graphicData>
        </a:graphic>
      </p:graphicFrame>
      <p:sp>
        <p:nvSpPr>
          <p:cNvPr id="5" name="TextBox 4">
            <a:extLst>
              <a:ext uri="{FF2B5EF4-FFF2-40B4-BE49-F238E27FC236}">
                <a16:creationId xmlns:a16="http://schemas.microsoft.com/office/drawing/2014/main" id="{B07D8305-C12F-47B0-945D-3F9882B024F4}"/>
              </a:ext>
            </a:extLst>
          </p:cNvPr>
          <p:cNvSpPr txBox="1"/>
          <p:nvPr/>
        </p:nvSpPr>
        <p:spPr>
          <a:xfrm>
            <a:off x="236220" y="899159"/>
            <a:ext cx="10937802"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Table 1. Comparison of physical automatic stations and biological monitoring methods</a:t>
            </a:r>
          </a:p>
        </p:txBody>
      </p:sp>
    </p:spTree>
    <p:extLst>
      <p:ext uri="{BB962C8B-B14F-4D97-AF65-F5344CB8AC3E}">
        <p14:creationId xmlns:p14="http://schemas.microsoft.com/office/powerpoint/2010/main" val="1340645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9C7AE4-0A8B-CAB1-C4F9-AF6EEDAE8DEA}"/>
              </a:ext>
            </a:extLst>
          </p:cNvPr>
          <p:cNvSpPr txBox="1"/>
          <p:nvPr/>
        </p:nvSpPr>
        <p:spPr>
          <a:xfrm>
            <a:off x="1323264" y="6396335"/>
            <a:ext cx="9973385" cy="95410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sz="2000" dirty="0">
                <a:latin typeface="Times New Roman" panose="02020603050405020304" pitchFamily="18" charset="0"/>
                <a:cs typeface="Times New Roman" panose="02020603050405020304" pitchFamily="18" charset="0"/>
              </a:rPr>
              <a:t>Figure 2. Biomonitoring methods of pollutants using lichens and mosses (</a:t>
            </a:r>
            <a:r>
              <a:rPr lang="en-US" sz="2000" dirty="0" err="1">
                <a:latin typeface="Times New Roman" panose="02020603050405020304" pitchFamily="18" charset="0"/>
                <a:cs typeface="Times New Roman" panose="02020603050405020304" pitchFamily="18" charset="0"/>
              </a:rPr>
              <a:t>Vitarana</a:t>
            </a:r>
            <a:r>
              <a:rPr lang="en-US" sz="2000" dirty="0">
                <a:latin typeface="Times New Roman" panose="02020603050405020304" pitchFamily="18" charset="0"/>
                <a:cs typeface="Times New Roman" panose="02020603050405020304" pitchFamily="18" charset="0"/>
              </a:rPr>
              <a:t>, 2013</a:t>
            </a:r>
            <a:r>
              <a:rPr lang="en-US" dirty="0">
                <a:latin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3" name="Diagram 12">
            <a:extLst>
              <a:ext uri="{FF2B5EF4-FFF2-40B4-BE49-F238E27FC236}">
                <a16:creationId xmlns:a16="http://schemas.microsoft.com/office/drawing/2014/main" id="{C48EDCF3-37A4-E084-D7B2-43F389E3E82C}"/>
              </a:ext>
            </a:extLst>
          </p:cNvPr>
          <p:cNvGraphicFramePr/>
          <p:nvPr>
            <p:extLst>
              <p:ext uri="{D42A27DB-BD31-4B8C-83A1-F6EECF244321}">
                <p14:modId xmlns:p14="http://schemas.microsoft.com/office/powerpoint/2010/main" val="217731588"/>
              </p:ext>
            </p:extLst>
          </p:nvPr>
        </p:nvGraphicFramePr>
        <p:xfrm>
          <a:off x="209550" y="361949"/>
          <a:ext cx="11506200" cy="60343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83106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7A003-5665-EF76-4789-459A837D0766}"/>
              </a:ext>
            </a:extLst>
          </p:cNvPr>
          <p:cNvSpPr>
            <a:spLocks noGrp="1"/>
          </p:cNvSpPr>
          <p:nvPr>
            <p:ph type="title"/>
          </p:nvPr>
        </p:nvSpPr>
        <p:spPr/>
        <p:txBody>
          <a:bodyPr/>
          <a:lstStyle/>
          <a:p>
            <a:r>
              <a:rPr lang="en-US" sz="4000" b="1" i="1" dirty="0">
                <a:latin typeface="Times New Roman" panose="02020603050405020304" pitchFamily="18" charset="0"/>
                <a:cs typeface="Times New Roman" panose="02020603050405020304" pitchFamily="18" charset="0"/>
              </a:rPr>
              <a:t>Current Challenges in BiH</a:t>
            </a:r>
            <a:br>
              <a:rPr lang="en-US" b="1" dirty="0"/>
            </a:br>
            <a:endParaRPr lang="bs-Latn-BA" dirty="0"/>
          </a:p>
        </p:txBody>
      </p:sp>
      <p:sp>
        <p:nvSpPr>
          <p:cNvPr id="3" name="Content Placeholder 2">
            <a:extLst>
              <a:ext uri="{FF2B5EF4-FFF2-40B4-BE49-F238E27FC236}">
                <a16:creationId xmlns:a16="http://schemas.microsoft.com/office/drawing/2014/main" id="{B99BF0B5-9AE1-5B21-44F9-B3A701758B9F}"/>
              </a:ext>
            </a:extLst>
          </p:cNvPr>
          <p:cNvSpPr>
            <a:spLocks noGrp="1"/>
          </p:cNvSpPr>
          <p:nvPr>
            <p:ph idx="1"/>
          </p:nvPr>
        </p:nvSpPr>
        <p:spPr/>
        <p:txBody>
          <a:bodyPr>
            <a:normAutofit lnSpcReduction="10000"/>
          </a:bodyPr>
          <a:lstStyle/>
          <a:p>
            <a:r>
              <a:rPr lang="en-US" sz="2600" b="1" dirty="0">
                <a:latin typeface="Times New Roman" panose="02020603050405020304" pitchFamily="18" charset="0"/>
                <a:cs typeface="Times New Roman" panose="02020603050405020304" pitchFamily="18" charset="0"/>
              </a:rPr>
              <a:t>Lack of Continuity</a:t>
            </a:r>
            <a:endParaRPr lang="en-US" sz="2600" dirty="0">
              <a:latin typeface="Times New Roman" panose="02020603050405020304" pitchFamily="18" charset="0"/>
              <a:cs typeface="Times New Roman" panose="02020603050405020304" pitchFamily="18" charset="0"/>
            </a:endParaRPr>
          </a:p>
          <a:p>
            <a:pPr marL="457200" lvl="1" indent="0">
              <a:buNone/>
            </a:pPr>
            <a:r>
              <a:rPr lang="bs-Latn-BA"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Instrumental monitoring is often</a:t>
            </a:r>
            <a:r>
              <a:rPr lang="bs-Latn-BA" sz="2600" dirty="0">
                <a:latin typeface="Times New Roman" panose="02020603050405020304" pitchFamily="18" charset="0"/>
                <a:cs typeface="Times New Roman" panose="02020603050405020304" pitchFamily="18" charset="0"/>
              </a:rPr>
              <a:t> not possible because</a:t>
            </a:r>
            <a:r>
              <a:rPr lang="en-US" sz="2600" dirty="0">
                <a:latin typeface="Times New Roman" panose="02020603050405020304" pitchFamily="18" charset="0"/>
                <a:cs typeface="Times New Roman" panose="02020603050405020304" pitchFamily="18" charset="0"/>
              </a:rPr>
              <a:t> technical failures or insufficient funding for station maintenance.</a:t>
            </a:r>
          </a:p>
          <a:p>
            <a:r>
              <a:rPr lang="en-US" sz="2600" b="1" dirty="0">
                <a:latin typeface="Times New Roman" panose="02020603050405020304" pitchFamily="18" charset="0"/>
                <a:cs typeface="Times New Roman" panose="02020603050405020304" pitchFamily="18" charset="0"/>
              </a:rPr>
              <a:t>Complex Sources of Pollution</a:t>
            </a:r>
            <a:endParaRPr lang="en-US" sz="2600" dirty="0">
              <a:latin typeface="Times New Roman" panose="02020603050405020304" pitchFamily="18" charset="0"/>
              <a:cs typeface="Times New Roman" panose="02020603050405020304" pitchFamily="18" charset="0"/>
            </a:endParaRPr>
          </a:p>
          <a:p>
            <a:pPr marL="457200" lvl="1" indent="0">
              <a:buNone/>
            </a:pPr>
            <a:r>
              <a:rPr lang="bs-Latn-BA"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It is difficult to precisely differentiate the impact of industry, traffic, and massive private residential heating on solid fuels during winter.</a:t>
            </a:r>
          </a:p>
          <a:p>
            <a:r>
              <a:rPr lang="en-US" sz="2600" b="1" dirty="0">
                <a:latin typeface="Times New Roman" panose="02020603050405020304" pitchFamily="18" charset="0"/>
                <a:cs typeface="Times New Roman" panose="02020603050405020304" pitchFamily="18" charset="0"/>
              </a:rPr>
              <a:t>Lack of Integration</a:t>
            </a:r>
            <a:endParaRPr lang="en-US" sz="2600" dirty="0">
              <a:latin typeface="Times New Roman" panose="02020603050405020304" pitchFamily="18" charset="0"/>
              <a:cs typeface="Times New Roman" panose="02020603050405020304" pitchFamily="18" charset="0"/>
            </a:endParaRPr>
          </a:p>
          <a:p>
            <a:pPr marL="457200" lvl="1" indent="0">
              <a:buNone/>
            </a:pPr>
            <a:r>
              <a:rPr lang="bs-Latn-BA"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Biomonitoring in BiH is mainly conducted through isolated academic and scientific research </a:t>
            </a:r>
          </a:p>
          <a:p>
            <a:pPr marL="457200" lvl="1" indent="0">
              <a:buNone/>
            </a:pPr>
            <a:r>
              <a:rPr lang="bs-Latn-BA"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It is still not officially integrated into state environmental legal frameworks and public health networks</a:t>
            </a:r>
          </a:p>
          <a:p>
            <a:pPr marL="0" indent="0">
              <a:buNone/>
            </a:pPr>
            <a:endParaRPr lang="bs-Latn-BA" dirty="0"/>
          </a:p>
        </p:txBody>
      </p:sp>
    </p:spTree>
    <p:extLst>
      <p:ext uri="{BB962C8B-B14F-4D97-AF65-F5344CB8AC3E}">
        <p14:creationId xmlns:p14="http://schemas.microsoft.com/office/powerpoint/2010/main" val="2696475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E52B0-0DA8-25F8-14DA-286364918514}"/>
              </a:ext>
            </a:extLst>
          </p:cNvPr>
          <p:cNvSpPr>
            <a:spLocks noGrp="1"/>
          </p:cNvSpPr>
          <p:nvPr>
            <p:ph type="title"/>
          </p:nvPr>
        </p:nvSpPr>
        <p:spPr>
          <a:xfrm>
            <a:off x="117776" y="145576"/>
            <a:ext cx="8596668" cy="646331"/>
          </a:xfrm>
        </p:spPr>
        <p:txBody>
          <a:bodyPr>
            <a:normAutofit fontScale="90000"/>
          </a:bodyPr>
          <a:lstStyle/>
          <a:p>
            <a:r>
              <a:rPr lang="en-US" i="1" dirty="0" err="1">
                <a:latin typeface="Times New Roman" panose="02020603050405020304" pitchFamily="18" charset="0"/>
                <a:cs typeface="Times New Roman" panose="02020603050405020304" pitchFamily="18" charset="0"/>
              </a:rPr>
              <a:t>Hypogymnia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physodes</a:t>
            </a:r>
            <a:endParaRPr lang="en-US"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7F714F3A-C414-AB6D-20D6-12071DC665CF}"/>
              </a:ext>
            </a:extLst>
          </p:cNvPr>
          <p:cNvPicPr>
            <a:picLocks noGrp="1" noChangeAspect="1"/>
          </p:cNvPicPr>
          <p:nvPr>
            <p:ph idx="1"/>
          </p:nvPr>
        </p:nvPicPr>
        <p:blipFill>
          <a:blip r:embed="rId2"/>
          <a:stretch>
            <a:fillRect/>
          </a:stretch>
        </p:blipFill>
        <p:spPr>
          <a:xfrm>
            <a:off x="8714444" y="2553386"/>
            <a:ext cx="3314700" cy="3438525"/>
          </a:xfrm>
        </p:spPr>
      </p:pic>
      <p:sp>
        <p:nvSpPr>
          <p:cNvPr id="7" name="TextBox 6">
            <a:extLst>
              <a:ext uri="{FF2B5EF4-FFF2-40B4-BE49-F238E27FC236}">
                <a16:creationId xmlns:a16="http://schemas.microsoft.com/office/drawing/2014/main" id="{999D03B3-8C11-883C-4D16-E1F2623BABE0}"/>
              </a:ext>
            </a:extLst>
          </p:cNvPr>
          <p:cNvSpPr txBox="1"/>
          <p:nvPr/>
        </p:nvSpPr>
        <p:spPr>
          <a:xfrm>
            <a:off x="117776" y="789945"/>
            <a:ext cx="7947812" cy="5732338"/>
          </a:xfrm>
          <a:prstGeom prst="rect">
            <a:avLst/>
          </a:prstGeom>
          <a:noFill/>
        </p:spPr>
        <p:txBody>
          <a:bodyPr wrap="square">
            <a:spAutoFit/>
          </a:bodyPr>
          <a:lstStyle/>
          <a:p>
            <a:pPr marL="342900" indent="-342900">
              <a:buFontTx/>
              <a:buChar char="-"/>
            </a:pPr>
            <a:r>
              <a:rPr lang="en-US" sz="2000" b="0" i="0" dirty="0">
                <a:effectLst/>
                <a:latin typeface="Times New Roman" panose="02020603050405020304" pitchFamily="18" charset="0"/>
                <a:cs typeface="Times New Roman" panose="02020603050405020304" pitchFamily="18" charset="0"/>
              </a:rPr>
              <a:t>Lichens are symbiotic associations </a:t>
            </a:r>
            <a:r>
              <a:rPr lang="en-US" sz="2000" dirty="0">
                <a:latin typeface="Times New Roman" panose="02020603050405020304" pitchFamily="18" charset="0"/>
                <a:cs typeface="Times New Roman" panose="02020603050405020304" pitchFamily="18" charset="0"/>
              </a:rPr>
              <a:t>of </a:t>
            </a:r>
            <a:r>
              <a:rPr lang="en-US" sz="2000" b="0" i="0" dirty="0">
                <a:effectLst/>
                <a:latin typeface="Times New Roman" panose="02020603050405020304" pitchFamily="18" charset="0"/>
                <a:cs typeface="Times New Roman" panose="02020603050405020304" pitchFamily="18" charset="0"/>
              </a:rPr>
              <a:t>fungi and algae</a:t>
            </a:r>
            <a:r>
              <a:rPr lang="en-US" sz="2000" dirty="0">
                <a:latin typeface="Times New Roman" panose="02020603050405020304" pitchFamily="18" charset="0"/>
                <a:cs typeface="Times New Roman" panose="02020603050405020304" pitchFamily="18" charset="0"/>
              </a:rPr>
              <a:t> or </a:t>
            </a:r>
            <a:r>
              <a:rPr lang="en-US" sz="2000" b="0" i="0" dirty="0">
                <a:effectLst/>
                <a:latin typeface="Times New Roman" panose="02020603050405020304" pitchFamily="18" charset="0"/>
                <a:cs typeface="Times New Roman" panose="02020603050405020304" pitchFamily="18" charset="0"/>
              </a:rPr>
              <a:t>cyanobacteria</a:t>
            </a:r>
          </a:p>
          <a:p>
            <a:endParaRPr lang="en-US" sz="1050" b="0" i="0" dirty="0">
              <a:effectLst/>
              <a:latin typeface="Times New Roman" panose="02020603050405020304" pitchFamily="18" charset="0"/>
              <a:cs typeface="Times New Roman" panose="02020603050405020304" pitchFamily="18" charset="0"/>
            </a:endParaRPr>
          </a:p>
          <a:p>
            <a:pPr marL="342900" indent="-342900">
              <a:buFontTx/>
              <a:buChar char="-"/>
            </a:pPr>
            <a:r>
              <a:rPr lang="en-US" sz="2000" b="0" i="0" dirty="0">
                <a:effectLst/>
                <a:latin typeface="Times New Roman" panose="02020603050405020304" pitchFamily="18" charset="0"/>
                <a:cs typeface="Times New Roman" panose="02020603050405020304" pitchFamily="18" charset="0"/>
              </a:rPr>
              <a:t>Fungi make up the largest part of lichen biomass.</a:t>
            </a:r>
          </a:p>
          <a:p>
            <a:endParaRPr lang="en-US" sz="1000" b="0" i="0" dirty="0">
              <a:effectLst/>
              <a:latin typeface="Times New Roman" panose="02020603050405020304" pitchFamily="18" charset="0"/>
              <a:cs typeface="Times New Roman" panose="02020603050405020304" pitchFamily="18" charset="0"/>
            </a:endParaRPr>
          </a:p>
          <a:p>
            <a:pPr marL="342900" indent="-342900">
              <a:buFontTx/>
              <a:buChar char="-"/>
            </a:pPr>
            <a:r>
              <a:rPr lang="en-US" sz="2000" b="0" i="0" dirty="0">
                <a:effectLst/>
                <a:latin typeface="Times New Roman" panose="02020603050405020304" pitchFamily="18" charset="0"/>
                <a:cs typeface="Times New Roman" panose="02020603050405020304" pitchFamily="18" charset="0"/>
              </a:rPr>
              <a:t>Algae, thanks to their symbiosis with fungi, get mineral substances from them, as well as the possibility of inhabiting habitats whose conditions are unfavorable for the life of the algae itself.</a:t>
            </a:r>
          </a:p>
          <a:p>
            <a:endParaRPr lang="en-US" sz="1000" b="0" i="0" dirty="0">
              <a:effectLst/>
              <a:latin typeface="Times New Roman" panose="02020603050405020304" pitchFamily="18" charset="0"/>
              <a:cs typeface="Times New Roman" panose="02020603050405020304" pitchFamily="18" charset="0"/>
            </a:endParaRPr>
          </a:p>
          <a:p>
            <a:pPr marL="342900" indent="-342900">
              <a:buFontTx/>
              <a:buChar char="-"/>
            </a:pPr>
            <a:r>
              <a:rPr lang="en-US" sz="2000" b="0" i="1" dirty="0" err="1">
                <a:effectLst/>
                <a:latin typeface="Times New Roman" panose="02020603050405020304" pitchFamily="18" charset="0"/>
                <a:cs typeface="Times New Roman" panose="02020603050405020304" pitchFamily="18" charset="0"/>
              </a:rPr>
              <a:t>Hypogymnia</a:t>
            </a:r>
            <a:r>
              <a:rPr lang="en-US" sz="2000" b="0" i="1" dirty="0">
                <a:effectLst/>
                <a:latin typeface="Times New Roman" panose="02020603050405020304" pitchFamily="18" charset="0"/>
                <a:cs typeface="Times New Roman" panose="02020603050405020304" pitchFamily="18" charset="0"/>
              </a:rPr>
              <a:t> </a:t>
            </a:r>
            <a:r>
              <a:rPr lang="en-US" sz="2000" b="0" i="1" dirty="0" err="1">
                <a:effectLst/>
                <a:latin typeface="Times New Roman" panose="02020603050405020304" pitchFamily="18" charset="0"/>
                <a:cs typeface="Times New Roman" panose="02020603050405020304" pitchFamily="18" charset="0"/>
              </a:rPr>
              <a:t>physodes</a:t>
            </a:r>
            <a:r>
              <a:rPr lang="en-US" sz="2000" b="0" i="1" dirty="0">
                <a:effectLst/>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is a common species, widespread in Europe but also in North America, East Africa and the Himalayas.</a:t>
            </a:r>
          </a:p>
          <a:p>
            <a:pPr marL="342900" indent="-342900">
              <a:buFontTx/>
              <a:buChar char="-"/>
            </a:pPr>
            <a:endParaRPr lang="en-US" sz="1100" b="0" i="0" dirty="0">
              <a:effectLst/>
              <a:latin typeface="Times New Roman" panose="02020603050405020304" pitchFamily="18" charset="0"/>
              <a:cs typeface="Times New Roman" panose="02020603050405020304" pitchFamily="18" charset="0"/>
            </a:endParaRPr>
          </a:p>
          <a:p>
            <a:pPr marL="342900" indent="-342900">
              <a:buFontTx/>
              <a:buChar char="-"/>
            </a:pPr>
            <a:r>
              <a:rPr lang="en-US" sz="2000" b="0" i="0" dirty="0">
                <a:effectLst/>
                <a:latin typeface="Times New Roman" panose="02020603050405020304" pitchFamily="18" charset="0"/>
                <a:cs typeface="Times New Roman" panose="02020603050405020304" pitchFamily="18" charset="0"/>
              </a:rPr>
              <a:t>The upper surface of its thallus is smooth, grey or grey–green with brownish lobe ends</a:t>
            </a:r>
            <a:r>
              <a:rPr lang="en-US" sz="2000" dirty="0">
                <a:latin typeface="Times New Roman" panose="02020603050405020304" pitchFamily="18" charset="0"/>
                <a:cs typeface="Times New Roman" panose="02020603050405020304" pitchFamily="18" charset="0"/>
              </a:rPr>
              <a:t>.</a:t>
            </a:r>
          </a:p>
          <a:p>
            <a:endParaRPr lang="en-US" sz="700" dirty="0">
              <a:latin typeface="Times New Roman" panose="02020603050405020304" pitchFamily="18" charset="0"/>
              <a:cs typeface="Times New Roman" panose="02020603050405020304" pitchFamily="18" charset="0"/>
            </a:endParaRPr>
          </a:p>
          <a:p>
            <a:pPr marL="342900" indent="-342900">
              <a:buFontTx/>
              <a:buChar char="-"/>
            </a:pP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H.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physodes</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is sampled mainly on the bark of coniferous and </a:t>
            </a:r>
            <a:r>
              <a:rPr lang="en-US" sz="2000" strike="noStrike" dirty="0">
                <a:effectLst/>
                <a:latin typeface="Times New Roman" panose="02020603050405020304" pitchFamily="18" charset="0"/>
                <a:ea typeface="Calibri" panose="020F0502020204030204" pitchFamily="34" charset="0"/>
                <a:cs typeface="Times New Roman" panose="02020603050405020304" pitchFamily="18" charset="0"/>
              </a:rPr>
              <a:t>deciduous trees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This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acidophytic</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species prefers substrates with a lower pH, e.g. </a:t>
            </a:r>
            <a:r>
              <a:rPr lang="en-US" sz="2000" strike="noStrike" dirty="0">
                <a:effectLst/>
                <a:latin typeface="Times New Roman" panose="02020603050405020304" pitchFamily="18" charset="0"/>
                <a:ea typeface="Calibri" panose="020F0502020204030204" pitchFamily="34" charset="0"/>
                <a:cs typeface="Times New Roman" panose="02020603050405020304" pitchFamily="18" charset="0"/>
              </a:rPr>
              <a:t>pine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birch, spruce, beech, </a:t>
            </a:r>
            <a:r>
              <a:rPr lang="en-US" sz="2000" strike="noStrike" dirty="0">
                <a:effectLst/>
                <a:latin typeface="Times New Roman" panose="02020603050405020304" pitchFamily="18" charset="0"/>
                <a:ea typeface="Calibri" panose="020F0502020204030204" pitchFamily="34" charset="0"/>
                <a:cs typeface="Times New Roman" panose="02020603050405020304" pitchFamily="18" charset="0"/>
              </a:rPr>
              <a:t>oak</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2000" strike="noStrike" dirty="0">
                <a:effectLst/>
                <a:latin typeface="Times New Roman" panose="02020603050405020304" pitchFamily="18" charset="0"/>
                <a:ea typeface="Calibri" panose="020F0502020204030204" pitchFamily="34" charset="0"/>
                <a:cs typeface="Times New Roman" panose="02020603050405020304" pitchFamily="18" charset="0"/>
              </a:rPr>
              <a:t>alder</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p>
          <a:p>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buFontTx/>
              <a:buChar char="-"/>
            </a:pPr>
            <a:r>
              <a:rPr lang="en-US" sz="2000" b="0" i="0" dirty="0">
                <a:solidFill>
                  <a:srgbClr val="000000"/>
                </a:solidFill>
                <a:effectLst/>
                <a:latin typeface="Times New Roman" panose="02020603050405020304" pitchFamily="18" charset="0"/>
                <a:cs typeface="Times New Roman" panose="02020603050405020304" pitchFamily="18" charset="0"/>
              </a:rPr>
              <a:t>The analysis of whole-lichen samples is practical, sensitive and is relatively cost effective.</a:t>
            </a:r>
            <a:endParaRPr lang="en-US" sz="2000" b="0" i="0" dirty="0">
              <a:solidFill>
                <a:srgbClr val="1F1F1F"/>
              </a:solidFill>
              <a:effectLst/>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6146" name="Picture 2" descr="Lichen - Hypogymnia physodes">
            <a:extLst>
              <a:ext uri="{FF2B5EF4-FFF2-40B4-BE49-F238E27FC236}">
                <a16:creationId xmlns:a16="http://schemas.microsoft.com/office/drawing/2014/main" id="{A2DC64F6-3C4C-F392-9D7F-F2202D1DB4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3874" y="1"/>
            <a:ext cx="3198125" cy="23558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6767FDC-4E47-26DF-AB80-91AF593A38FC}"/>
              </a:ext>
            </a:extLst>
          </p:cNvPr>
          <p:cNvSpPr txBox="1"/>
          <p:nvPr/>
        </p:nvSpPr>
        <p:spPr>
          <a:xfrm>
            <a:off x="8065588" y="6347804"/>
            <a:ext cx="407034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3. </a:t>
            </a:r>
            <a:r>
              <a:rPr lang="en-US" i="1" dirty="0" err="1">
                <a:latin typeface="Times New Roman" panose="02020603050405020304" pitchFamily="18" charset="0"/>
                <a:cs typeface="Times New Roman" panose="02020603050405020304" pitchFamily="18" charset="0"/>
              </a:rPr>
              <a:t>Hypogymnia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physodes</a:t>
            </a:r>
            <a:r>
              <a:rPr lang="en-US" dirty="0">
                <a:latin typeface="Times New Roman" panose="02020603050405020304" pitchFamily="18" charset="0"/>
                <a:cs typeface="Times New Roman" panose="02020603050405020304" pitchFamily="18" charset="0"/>
              </a:rPr>
              <a:t>(L.) </a:t>
            </a:r>
            <a:r>
              <a:rPr lang="en-US" dirty="0" err="1">
                <a:latin typeface="Times New Roman" panose="02020603050405020304" pitchFamily="18" charset="0"/>
                <a:cs typeface="Times New Roman" panose="02020603050405020304" pitchFamily="18" charset="0"/>
              </a:rPr>
              <a:t>Nyl</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74734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7DA5B-C42A-2751-B945-262FD3AE483B}"/>
              </a:ext>
            </a:extLst>
          </p:cNvPr>
          <p:cNvSpPr>
            <a:spLocks noGrp="1"/>
          </p:cNvSpPr>
          <p:nvPr>
            <p:ph type="title"/>
          </p:nvPr>
        </p:nvSpPr>
        <p:spPr>
          <a:xfrm>
            <a:off x="131424" y="116053"/>
            <a:ext cx="8596668" cy="700585"/>
          </a:xfrm>
        </p:spPr>
        <p:txBody>
          <a:bodyPr/>
          <a:lstStyle/>
          <a:p>
            <a:r>
              <a:rPr lang="en-US" i="1" dirty="0">
                <a:latin typeface="Times New Roman" panose="02020603050405020304" pitchFamily="18" charset="0"/>
                <a:cs typeface="Times New Roman" panose="02020603050405020304" pitchFamily="18" charset="0"/>
              </a:rPr>
              <a:t>Hypnum </a:t>
            </a:r>
            <a:r>
              <a:rPr lang="en-US" i="1" dirty="0" err="1">
                <a:latin typeface="Times New Roman" panose="02020603050405020304" pitchFamily="18" charset="0"/>
                <a:cs typeface="Times New Roman" panose="02020603050405020304" pitchFamily="18" charset="0"/>
              </a:rPr>
              <a:t>cupressiforme</a:t>
            </a:r>
            <a:endParaRPr lang="en-US" i="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C16E09-80B4-393D-A420-625E05A525BE}"/>
              </a:ext>
            </a:extLst>
          </p:cNvPr>
          <p:cNvSpPr>
            <a:spLocks noGrp="1"/>
          </p:cNvSpPr>
          <p:nvPr>
            <p:ph idx="1"/>
          </p:nvPr>
        </p:nvSpPr>
        <p:spPr>
          <a:xfrm>
            <a:off x="0" y="971550"/>
            <a:ext cx="9031626" cy="6038850"/>
          </a:xfrm>
        </p:spPr>
        <p:txBody>
          <a:bodyPr>
            <a:noAutofit/>
          </a:bodyPr>
          <a:lstStyle/>
          <a:p>
            <a:r>
              <a:rPr lang="en-US" sz="2000" b="0" i="0" dirty="0">
                <a:solidFill>
                  <a:srgbClr val="1F1F1F"/>
                </a:solidFill>
                <a:effectLst/>
                <a:latin typeface="Times New Roman" panose="02020603050405020304" pitchFamily="18" charset="0"/>
                <a:cs typeface="Times New Roman" panose="02020603050405020304" pitchFamily="18" charset="0"/>
              </a:rPr>
              <a:t>Since the late 1960's mosses have been used as bioindicators for metal deposition.</a:t>
            </a:r>
          </a:p>
          <a:p>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The lack of any root system and water-conducting tissue,</a:t>
            </a:r>
          </a:p>
          <a:p>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kern="100" dirty="0">
                <a:latin typeface="Times New Roman" panose="02020603050405020304" pitchFamily="18" charset="0"/>
                <a:ea typeface="Calibri" panose="020F0502020204030204" pitchFamily="34" charset="0"/>
                <a:cs typeface="Times New Roman" panose="02020603050405020304" pitchFamily="18" charset="0"/>
              </a:rPr>
              <a:t>T</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he inability to react to pollution by dropping leaf, </a:t>
            </a:r>
          </a:p>
          <a:p>
            <a:r>
              <a:rPr lang="en-US" sz="2000" kern="100" dirty="0">
                <a:latin typeface="Times New Roman" panose="02020603050405020304" pitchFamily="18" charset="0"/>
                <a:ea typeface="Calibri" panose="020F0502020204030204" pitchFamily="34" charset="0"/>
                <a:cs typeface="Times New Roman" panose="02020603050405020304" pitchFamily="18" charset="0"/>
              </a:rPr>
              <a:t>W</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idespread occurrence qualify mosses to accumulate airborne metals and to reflect their spatial and temporal variation.</a:t>
            </a:r>
          </a:p>
          <a:p>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Epiphytic mosses have ability to resist periods of drought and to revive immediately during misty,  rainy periods, they survive even at extremely dry sites.</a:t>
            </a:r>
          </a:p>
          <a:p>
            <a:r>
              <a:rPr lang="en-US" sz="2000" dirty="0">
                <a:latin typeface="Times New Roman" panose="02020603050405020304" pitchFamily="18" charset="0"/>
                <a:cs typeface="Times New Roman" panose="02020603050405020304" pitchFamily="18" charset="0"/>
              </a:rPr>
              <a:t>Mosses take up nutrients and pollutants from the atmosphere and precipitation through their leaves</a:t>
            </a:r>
          </a:p>
          <a:p>
            <a:r>
              <a:rPr lang="en-US" sz="2000" kern="100" dirty="0">
                <a:latin typeface="Times New Roman" panose="02020603050405020304" pitchFamily="18" charset="0"/>
                <a:ea typeface="Calibri" panose="020F0502020204030204" pitchFamily="34" charset="0"/>
                <a:cs typeface="Times New Roman" panose="02020603050405020304" pitchFamily="18" charset="0"/>
              </a:rPr>
              <a:t>T</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hey have a poorly developed cuticle that makes their cell walls easily accessible to metal ions, they also have a high surface area to mass ratio, and they also have pronounced ion exchange properties.</a:t>
            </a:r>
          </a:p>
          <a:p>
            <a:r>
              <a:rPr lang="en-US" sz="2000" i="1" kern="100" dirty="0">
                <a:effectLst/>
                <a:latin typeface="Times New Roman" panose="02020603050405020304" pitchFamily="18" charset="0"/>
                <a:ea typeface="Calibri" panose="020F0502020204030204" pitchFamily="34" charset="0"/>
                <a:cs typeface="Times New Roman" panose="02020603050405020304" pitchFamily="18" charset="0"/>
              </a:rPr>
              <a:t>Hypnum </a:t>
            </a:r>
            <a:r>
              <a:rPr lang="en-US" sz="2000" i="1" kern="100" dirty="0" err="1">
                <a:effectLst/>
                <a:latin typeface="Times New Roman" panose="02020603050405020304" pitchFamily="18" charset="0"/>
                <a:ea typeface="Calibri" panose="020F0502020204030204" pitchFamily="34" charset="0"/>
                <a:cs typeface="Times New Roman" panose="02020603050405020304" pitchFamily="18" charset="0"/>
              </a:rPr>
              <a:t>cupressiforme</a:t>
            </a:r>
            <a:r>
              <a:rPr lang="en-US" sz="20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is one of the </a:t>
            </a:r>
            <a:r>
              <a:rPr lang="en-US" sz="2000" kern="100" dirty="0" err="1">
                <a:effectLst/>
                <a:latin typeface="Times New Roman" panose="02020603050405020304" pitchFamily="18" charset="0"/>
                <a:ea typeface="Calibri" panose="020F0502020204030204" pitchFamily="34" charset="0"/>
                <a:cs typeface="Times New Roman" panose="02020603050405020304" pitchFamily="18" charset="0"/>
              </a:rPr>
              <a:t>mosse</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growing on tree trunks</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r>
              <a:rPr lang="en-US" sz="2000" i="1" kern="100" dirty="0">
                <a:effectLst/>
                <a:latin typeface="Times New Roman" panose="02020603050405020304" pitchFamily="18" charset="0"/>
                <a:ea typeface="Calibri" panose="020F0502020204030204" pitchFamily="34" charset="0"/>
                <a:cs typeface="Times New Roman" panose="02020603050405020304" pitchFamily="18" charset="0"/>
              </a:rPr>
              <a:t>Hypnum </a:t>
            </a:r>
            <a:r>
              <a:rPr lang="en-US" sz="2000" i="1" kern="100" dirty="0" err="1">
                <a:effectLst/>
                <a:latin typeface="Times New Roman" panose="02020603050405020304" pitchFamily="18" charset="0"/>
                <a:ea typeface="Calibri" panose="020F0502020204030204" pitchFamily="34" charset="0"/>
                <a:cs typeface="Times New Roman" panose="02020603050405020304" pitchFamily="18" charset="0"/>
              </a:rPr>
              <a:t>cupressiforme</a:t>
            </a:r>
            <a:r>
              <a:rPr lang="en-US" sz="20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spreads all over Bosnia and Herzegovina and is easy to identify.</a:t>
            </a:r>
          </a:p>
        </p:txBody>
      </p:sp>
      <p:pic>
        <p:nvPicPr>
          <p:cNvPr id="6" name="Picture 5">
            <a:extLst>
              <a:ext uri="{FF2B5EF4-FFF2-40B4-BE49-F238E27FC236}">
                <a16:creationId xmlns:a16="http://schemas.microsoft.com/office/drawing/2014/main" id="{9DF74AE5-A79C-9319-1C85-D9A04EDE225E}"/>
              </a:ext>
            </a:extLst>
          </p:cNvPr>
          <p:cNvPicPr>
            <a:picLocks noChangeAspect="1"/>
          </p:cNvPicPr>
          <p:nvPr/>
        </p:nvPicPr>
        <p:blipFill>
          <a:blip r:embed="rId2"/>
          <a:stretch>
            <a:fillRect/>
          </a:stretch>
        </p:blipFill>
        <p:spPr>
          <a:xfrm>
            <a:off x="9335068" y="2363129"/>
            <a:ext cx="2606723" cy="4016222"/>
          </a:xfrm>
          <a:prstGeom prst="rect">
            <a:avLst/>
          </a:prstGeom>
        </p:spPr>
      </p:pic>
      <p:pic>
        <p:nvPicPr>
          <p:cNvPr id="8" name="Picture 7">
            <a:extLst>
              <a:ext uri="{FF2B5EF4-FFF2-40B4-BE49-F238E27FC236}">
                <a16:creationId xmlns:a16="http://schemas.microsoft.com/office/drawing/2014/main" id="{ECADD8D0-4451-384A-AF03-689CA3442D9F}"/>
              </a:ext>
            </a:extLst>
          </p:cNvPr>
          <p:cNvPicPr>
            <a:picLocks noChangeAspect="1"/>
          </p:cNvPicPr>
          <p:nvPr/>
        </p:nvPicPr>
        <p:blipFill>
          <a:blip r:embed="rId3"/>
          <a:stretch>
            <a:fillRect/>
          </a:stretch>
        </p:blipFill>
        <p:spPr>
          <a:xfrm rot="5400000">
            <a:off x="9382944" y="-450402"/>
            <a:ext cx="2371725" cy="3238500"/>
          </a:xfrm>
          <a:prstGeom prst="rect">
            <a:avLst/>
          </a:prstGeom>
        </p:spPr>
      </p:pic>
      <p:sp>
        <p:nvSpPr>
          <p:cNvPr id="10" name="TextBox 9">
            <a:extLst>
              <a:ext uri="{FF2B5EF4-FFF2-40B4-BE49-F238E27FC236}">
                <a16:creationId xmlns:a16="http://schemas.microsoft.com/office/drawing/2014/main" id="{19503E97-6051-0899-B5C1-67D5E7E44E51}"/>
              </a:ext>
            </a:extLst>
          </p:cNvPr>
          <p:cNvSpPr txBox="1"/>
          <p:nvPr/>
        </p:nvSpPr>
        <p:spPr>
          <a:xfrm>
            <a:off x="8874457" y="6379351"/>
            <a:ext cx="613466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4. </a:t>
            </a:r>
            <a:r>
              <a:rPr lang="en-US" i="1" dirty="0">
                <a:latin typeface="Times New Roman" panose="02020603050405020304" pitchFamily="18" charset="0"/>
                <a:cs typeface="Times New Roman" panose="02020603050405020304" pitchFamily="18" charset="0"/>
              </a:rPr>
              <a:t>Hypnum </a:t>
            </a:r>
            <a:r>
              <a:rPr lang="en-US" i="1" dirty="0" err="1">
                <a:latin typeface="Times New Roman" panose="02020603050405020304" pitchFamily="18" charset="0"/>
                <a:cs typeface="Times New Roman" panose="02020603050405020304" pitchFamily="18" charset="0"/>
              </a:rPr>
              <a:t>cupressiforme</a:t>
            </a: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6690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BABE5DF-6EBB-DD4D-ECE3-DD073B45219A}"/>
              </a:ext>
            </a:extLst>
          </p:cNvPr>
          <p:cNvSpPr txBox="1"/>
          <p:nvPr/>
        </p:nvSpPr>
        <p:spPr>
          <a:xfrm>
            <a:off x="150125" y="123111"/>
            <a:ext cx="12041875" cy="523220"/>
          </a:xfrm>
          <a:prstGeom prst="rect">
            <a:avLst/>
          </a:prstGeom>
          <a:solidFill>
            <a:schemeClr val="bg1"/>
          </a:solidFill>
        </p:spPr>
        <p:txBody>
          <a:bodyPr wrap="square">
            <a:spAutoFit/>
          </a:bodyPr>
          <a:lstStyle/>
          <a:p>
            <a:r>
              <a:rPr lang="en-US" sz="2800" b="1" dirty="0">
                <a:solidFill>
                  <a:srgbClr val="60A500"/>
                </a:solidFill>
                <a:latin typeface="Times New Roman" panose="02020603050405020304" pitchFamily="18" charset="0"/>
                <a:cs typeface="Times New Roman" panose="02020603050405020304" pitchFamily="18" charset="0"/>
              </a:rPr>
              <a:t>How lichens and mosses can help us in monitoring the level of air pollution?</a:t>
            </a:r>
          </a:p>
        </p:txBody>
      </p:sp>
      <p:pic>
        <p:nvPicPr>
          <p:cNvPr id="8" name="Picture 7">
            <a:extLst>
              <a:ext uri="{FF2B5EF4-FFF2-40B4-BE49-F238E27FC236}">
                <a16:creationId xmlns:a16="http://schemas.microsoft.com/office/drawing/2014/main" id="{CBB6BDC0-07B0-5293-2D6E-E390862DF447}"/>
              </a:ext>
            </a:extLst>
          </p:cNvPr>
          <p:cNvPicPr>
            <a:picLocks noChangeAspect="1"/>
          </p:cNvPicPr>
          <p:nvPr/>
        </p:nvPicPr>
        <p:blipFill>
          <a:blip r:embed="rId2"/>
          <a:stretch>
            <a:fillRect/>
          </a:stretch>
        </p:blipFill>
        <p:spPr>
          <a:xfrm>
            <a:off x="4435530" y="659979"/>
            <a:ext cx="7715534" cy="5768330"/>
          </a:xfrm>
          <a:prstGeom prst="rect">
            <a:avLst/>
          </a:prstGeom>
        </p:spPr>
      </p:pic>
      <p:sp>
        <p:nvSpPr>
          <p:cNvPr id="3" name="TextBox 2">
            <a:extLst>
              <a:ext uri="{FF2B5EF4-FFF2-40B4-BE49-F238E27FC236}">
                <a16:creationId xmlns:a16="http://schemas.microsoft.com/office/drawing/2014/main" id="{94112009-AF94-B4DB-7A5D-C906C0B27EC9}"/>
              </a:ext>
            </a:extLst>
          </p:cNvPr>
          <p:cNvSpPr txBox="1"/>
          <p:nvPr/>
        </p:nvSpPr>
        <p:spPr>
          <a:xfrm>
            <a:off x="150125" y="864691"/>
            <a:ext cx="4285405" cy="5793894"/>
          </a:xfrm>
          <a:prstGeom prst="rect">
            <a:avLst/>
          </a:prstGeom>
          <a:noFill/>
        </p:spPr>
        <p:txBody>
          <a:bodyPr wrap="square">
            <a:spAutoFit/>
          </a:bodyPr>
          <a:lstStyle/>
          <a:p>
            <a:pPr marL="285750" indent="-285750">
              <a:buFontTx/>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Major sources of pollutant emissions: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endParaRPr lang="en-US" sz="7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Tx/>
              <a:buChar char="-"/>
            </a:pPr>
            <a:r>
              <a:rPr lang="en-US" dirty="0">
                <a:latin typeface="Times New Roman" panose="02020603050405020304" pitchFamily="18" charset="0"/>
                <a:ea typeface="Calibri" panose="020F0502020204030204" pitchFamily="34" charset="0"/>
                <a:cs typeface="Times New Roman" panose="02020603050405020304" pitchFamily="18" charset="0"/>
              </a:rPr>
              <a:t>In S</a:t>
            </a:r>
            <a:r>
              <a:rPr lang="en-US" dirty="0">
                <a:effectLst/>
                <a:latin typeface="Times New Roman" panose="02020603050405020304" pitchFamily="18" charset="0"/>
                <a:ea typeface="Calibri" panose="020F0502020204030204" pitchFamily="34" charset="0"/>
                <a:cs typeface="Times New Roman" panose="02020603050405020304" pitchFamily="18" charset="0"/>
              </a:rPr>
              <a:t>arajevo are residential heating, traffic and some point sources such as industrial plants.</a:t>
            </a:r>
          </a:p>
          <a:p>
            <a:pPr marL="285750" indent="-285750">
              <a:buFontTx/>
              <a:buChar char="-"/>
            </a:pP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Tx/>
              <a:buChar char="-"/>
            </a:pPr>
            <a:r>
              <a:rPr lang="en-US" dirty="0">
                <a:latin typeface="Times New Roman" panose="02020603050405020304" pitchFamily="18" charset="0"/>
                <a:cs typeface="Times New Roman" panose="02020603050405020304" pitchFamily="18" charset="0"/>
              </a:rPr>
              <a:t>Tuzla and </a:t>
            </a:r>
            <a:r>
              <a:rPr lang="en-US" dirty="0" err="1">
                <a:latin typeface="Times New Roman" panose="02020603050405020304" pitchFamily="18" charset="0"/>
                <a:cs typeface="Times New Roman" panose="02020603050405020304" pitchFamily="18" charset="0"/>
              </a:rPr>
              <a:t>Kakanj</a:t>
            </a:r>
            <a:r>
              <a:rPr lang="en-US" dirty="0">
                <a:latin typeface="Times New Roman" panose="02020603050405020304" pitchFamily="18" charset="0"/>
                <a:cs typeface="Times New Roman" panose="02020603050405020304" pitchFamily="18" charset="0"/>
              </a:rPr>
              <a:t>,  thermal power plan</a:t>
            </a:r>
          </a:p>
          <a:p>
            <a:pPr marL="285750" indent="-285750">
              <a:buFontTx/>
              <a:buChar char="-"/>
            </a:pPr>
            <a:endParaRPr lang="en-US" sz="1050" dirty="0">
              <a:latin typeface="Times New Roman" panose="02020603050405020304" pitchFamily="18" charset="0"/>
              <a:cs typeface="Times New Roman" panose="02020603050405020304" pitchFamily="18" charset="0"/>
            </a:endParaRPr>
          </a:p>
          <a:p>
            <a:pPr marL="285750" indent="-285750">
              <a:buFontTx/>
              <a:buChar char="-"/>
            </a:pPr>
            <a:r>
              <a:rPr lang="en-US" dirty="0">
                <a:latin typeface="Times New Roman" panose="02020603050405020304" pitchFamily="18" charset="0"/>
                <a:cs typeface="Times New Roman" panose="02020603050405020304" pitchFamily="18" charset="0"/>
              </a:rPr>
              <a:t>Zenica,  steel plant</a:t>
            </a:r>
          </a:p>
          <a:p>
            <a:pPr marL="285750" indent="-285750">
              <a:buFontTx/>
              <a:buChar char="-"/>
            </a:pPr>
            <a:endParaRPr lang="en-US" sz="1050" dirty="0">
              <a:latin typeface="Times New Roman" panose="02020603050405020304" pitchFamily="18" charset="0"/>
              <a:cs typeface="Times New Roman" panose="02020603050405020304" pitchFamily="18" charset="0"/>
            </a:endParaRPr>
          </a:p>
          <a:p>
            <a:pPr marL="285750" indent="-285750">
              <a:buFontTx/>
              <a:buChar char="-"/>
            </a:pPr>
            <a:r>
              <a:rPr lang="en-US" b="0" i="0" dirty="0">
                <a:effectLst/>
                <a:latin typeface="Times New Roman" panose="02020603050405020304" pitchFamily="18" charset="0"/>
                <a:cs typeface="Times New Roman" panose="02020603050405020304" pitchFamily="18" charset="0"/>
              </a:rPr>
              <a:t>Bosnia and Herzegovina produces electricity by burning lignite, a low-quality polluting type of coal found in abundance throughout the country, in outdated coal plants.</a:t>
            </a:r>
          </a:p>
          <a:p>
            <a:endParaRPr lang="en-US" sz="800" b="0" i="0" dirty="0">
              <a:effectLst/>
              <a:latin typeface="Times New Roman" panose="02020603050405020304" pitchFamily="18" charset="0"/>
              <a:cs typeface="Times New Roman" panose="02020603050405020304" pitchFamily="18" charset="0"/>
            </a:endParaRPr>
          </a:p>
          <a:p>
            <a:pPr marL="285750" indent="-285750">
              <a:buFontTx/>
              <a:buChar char="-"/>
            </a:pPr>
            <a:r>
              <a:rPr lang="en-US" b="0" i="0" dirty="0">
                <a:effectLst/>
                <a:latin typeface="Times New Roman" panose="02020603050405020304" pitchFamily="18" charset="0"/>
                <a:cs typeface="Times New Roman" panose="02020603050405020304" pitchFamily="18" charset="0"/>
              </a:rPr>
              <a:t> Poor building insulation and using coal, wood, and other plant materials for heating contributes to pollution. </a:t>
            </a:r>
          </a:p>
          <a:p>
            <a:pPr marL="285750" indent="-285750">
              <a:buFontTx/>
              <a:buChar char="-"/>
            </a:pPr>
            <a:endParaRPr lang="en-US" sz="1050" b="0" i="0" dirty="0">
              <a:effectLst/>
              <a:latin typeface="Times New Roman" panose="02020603050405020304" pitchFamily="18" charset="0"/>
              <a:cs typeface="Times New Roman" panose="02020603050405020304" pitchFamily="18" charset="0"/>
            </a:endParaRPr>
          </a:p>
          <a:p>
            <a:pPr marL="285750" indent="-285750" algn="just">
              <a:buFontTx/>
              <a:buChar char="-"/>
            </a:pPr>
            <a:r>
              <a:rPr lang="en-US" b="0" i="0" dirty="0">
                <a:effectLst/>
                <a:latin typeface="Times New Roman" panose="02020603050405020304" pitchFamily="18" charset="0"/>
                <a:cs typeface="Times New Roman" panose="02020603050405020304" pitchFamily="18" charset="0"/>
              </a:rPr>
              <a:t>burning of fossil fuels for transportation, heating fuel, waste burning, electricity generation, and other industrial activities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9401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6617866-1961-026C-8562-E16BA8BB89C3}"/>
              </a:ext>
            </a:extLst>
          </p:cNvPr>
          <p:cNvPicPr>
            <a:picLocks noGrp="1" noChangeAspect="1"/>
          </p:cNvPicPr>
          <p:nvPr>
            <p:ph idx="1"/>
          </p:nvPr>
        </p:nvPicPr>
        <p:blipFill>
          <a:blip r:embed="rId2"/>
          <a:stretch>
            <a:fillRect/>
          </a:stretch>
        </p:blipFill>
        <p:spPr>
          <a:xfrm>
            <a:off x="1473956" y="105849"/>
            <a:ext cx="8927344" cy="6147066"/>
          </a:xfrm>
          <a:prstGeom prst="rect">
            <a:avLst/>
          </a:prstGeom>
        </p:spPr>
      </p:pic>
      <p:sp>
        <p:nvSpPr>
          <p:cNvPr id="8" name="TextBox 7">
            <a:extLst>
              <a:ext uri="{FF2B5EF4-FFF2-40B4-BE49-F238E27FC236}">
                <a16:creationId xmlns:a16="http://schemas.microsoft.com/office/drawing/2014/main" id="{148619E6-00EA-12DD-56C1-5FCB38A90A0C}"/>
              </a:ext>
            </a:extLst>
          </p:cNvPr>
          <p:cNvSpPr txBox="1"/>
          <p:nvPr/>
        </p:nvSpPr>
        <p:spPr>
          <a:xfrm>
            <a:off x="423081" y="6252914"/>
            <a:ext cx="10399594"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5. Schematic representation of metal deposition and loss mechanisms on lichen </a:t>
            </a:r>
            <a:r>
              <a:rPr lang="en-US" i="1" dirty="0" err="1">
                <a:latin typeface="Times New Roman" panose="02020603050405020304" pitchFamily="18" charset="0"/>
                <a:cs typeface="Times New Roman" panose="02020603050405020304" pitchFamily="18" charset="0"/>
              </a:rPr>
              <a:t>Hypogymnia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physodes</a:t>
            </a: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3923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AB78C-4F30-4D2F-15F3-7318EE384E6B}"/>
              </a:ext>
            </a:extLst>
          </p:cNvPr>
          <p:cNvSpPr>
            <a:spLocks noGrp="1"/>
          </p:cNvSpPr>
          <p:nvPr>
            <p:ph type="title"/>
          </p:nvPr>
        </p:nvSpPr>
        <p:spPr>
          <a:xfrm>
            <a:off x="171450" y="365125"/>
            <a:ext cx="10515600" cy="1325563"/>
          </a:xfrm>
        </p:spPr>
        <p:txBody>
          <a:bodyPr>
            <a:normAutofit/>
          </a:bodyPr>
          <a:lstStyle/>
          <a:p>
            <a:r>
              <a:rPr lang="en-US" sz="4000" b="1" dirty="0">
                <a:solidFill>
                  <a:srgbClr val="60A500"/>
                </a:solidFill>
                <a:latin typeface="Times New Roman" panose="02020603050405020304" pitchFamily="18" charset="0"/>
                <a:cs typeface="Times New Roman" panose="02020603050405020304" pitchFamily="18" charset="0"/>
              </a:rPr>
              <a:t>Objectives of our </a:t>
            </a:r>
            <a:r>
              <a:rPr lang="en-US" sz="4000" b="1" dirty="0" err="1">
                <a:solidFill>
                  <a:srgbClr val="60A500"/>
                </a:solidFill>
                <a:latin typeface="Times New Roman" panose="02020603050405020304" pitchFamily="18" charset="0"/>
                <a:cs typeface="Times New Roman" panose="02020603050405020304" pitchFamily="18" charset="0"/>
              </a:rPr>
              <a:t>studys</a:t>
            </a:r>
            <a:r>
              <a:rPr lang="en-US" sz="4000" b="1" dirty="0">
                <a:solidFill>
                  <a:srgbClr val="60A500"/>
                </a:solidFill>
                <a:latin typeface="Times New Roman" panose="02020603050405020304" pitchFamily="18" charset="0"/>
                <a:cs typeface="Times New Roman" panose="02020603050405020304" pitchFamily="18" charset="0"/>
              </a:rPr>
              <a:t>:</a:t>
            </a:r>
            <a:endParaRPr lang="en-US" sz="4000" b="1" dirty="0">
              <a:solidFill>
                <a:srgbClr val="60A500"/>
              </a:solidFill>
            </a:endParaRPr>
          </a:p>
        </p:txBody>
      </p:sp>
      <p:sp>
        <p:nvSpPr>
          <p:cNvPr id="3" name="Content Placeholder 2">
            <a:extLst>
              <a:ext uri="{FF2B5EF4-FFF2-40B4-BE49-F238E27FC236}">
                <a16:creationId xmlns:a16="http://schemas.microsoft.com/office/drawing/2014/main" id="{413DB07F-C672-D632-CE9F-D63B59F5866F}"/>
              </a:ext>
            </a:extLst>
          </p:cNvPr>
          <p:cNvSpPr>
            <a:spLocks noGrp="1"/>
          </p:cNvSpPr>
          <p:nvPr>
            <p:ph idx="1"/>
          </p:nvPr>
        </p:nvSpPr>
        <p:spPr>
          <a:xfrm>
            <a:off x="266700" y="1524000"/>
            <a:ext cx="11753850" cy="4968875"/>
          </a:xfrm>
        </p:spPr>
        <p:txBody>
          <a:bodyPr>
            <a:normAutofit/>
          </a:bodyPr>
          <a:lstStyle/>
          <a:p>
            <a:r>
              <a:rPr lang="en-US" b="1" dirty="0">
                <a:latin typeface="Times New Roman" panose="02020603050405020304" pitchFamily="18" charset="0"/>
                <a:cs typeface="Times New Roman" panose="02020603050405020304" pitchFamily="18" charset="0"/>
              </a:rPr>
              <a:t>Air Quality Assessment in Bosnia and Herzegovina</a:t>
            </a:r>
          </a:p>
          <a:p>
            <a:pPr marL="0" indent="0">
              <a:buNone/>
            </a:pPr>
            <a:r>
              <a:rPr lang="en-US" dirty="0">
                <a:latin typeface="Times New Roman" panose="02020603050405020304" pitchFamily="18" charset="0"/>
                <a:cs typeface="Times New Roman" panose="02020603050405020304" pitchFamily="18" charset="0"/>
              </a:rPr>
              <a:t>Determining the content of heavy metals (Cd, Cr, Cu, Fe, Mn, Ni, Pb, and Zn) in epiphytic lichens and mosses across Bosnia and Herzegovina.</a:t>
            </a:r>
          </a:p>
          <a:p>
            <a:r>
              <a:rPr lang="en-US" b="1" dirty="0">
                <a:latin typeface="Times New Roman" panose="02020603050405020304" pitchFamily="18" charset="0"/>
                <a:cs typeface="Times New Roman" panose="02020603050405020304" pitchFamily="18" charset="0"/>
              </a:rPr>
              <a:t>Temporal Indoor and Outdoor Pollution Monitoring</a:t>
            </a:r>
            <a:endParaRPr lang="bs-Latn-BA"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Tracking metal accumulation in transplanted lichens/moss at 3, 6, 9, and 12-month intervals at the different locations in Sarajevo city</a:t>
            </a:r>
          </a:p>
          <a:p>
            <a:r>
              <a:rPr lang="en-US" b="1" dirty="0">
                <a:latin typeface="Times New Roman" panose="02020603050405020304" pitchFamily="18" charset="0"/>
                <a:cs typeface="Times New Roman" panose="02020603050405020304" pitchFamily="18" charset="0"/>
              </a:rPr>
              <a:t>Environmental Risk Evaluation</a:t>
            </a:r>
          </a:p>
          <a:p>
            <a:pPr marL="0" indent="0">
              <a:buNone/>
            </a:pPr>
            <a:r>
              <a:rPr lang="en-US" dirty="0">
                <a:latin typeface="Times New Roman" panose="02020603050405020304" pitchFamily="18" charset="0"/>
                <a:cs typeface="Times New Roman" panose="02020603050405020304" pitchFamily="18" charset="0"/>
              </a:rPr>
              <a:t>Assessing whether lichens act as secondary sources of pollutants by releasing </a:t>
            </a:r>
            <a:r>
              <a:rPr lang="bs-Latn-BA" dirty="0">
                <a:latin typeface="Times New Roman" panose="02020603050405020304" pitchFamily="18" charset="0"/>
                <a:cs typeface="Times New Roman" panose="02020603050405020304" pitchFamily="18" charset="0"/>
              </a:rPr>
              <a:t>accumulated</a:t>
            </a:r>
            <a:r>
              <a:rPr lang="en-US" dirty="0">
                <a:latin typeface="Times New Roman" panose="02020603050405020304" pitchFamily="18" charset="0"/>
                <a:cs typeface="Times New Roman" panose="02020603050405020304" pitchFamily="18" charset="0"/>
              </a:rPr>
              <a:t> metals back into the environment.</a:t>
            </a:r>
          </a:p>
        </p:txBody>
      </p:sp>
    </p:spTree>
    <p:extLst>
      <p:ext uri="{BB962C8B-B14F-4D97-AF65-F5344CB8AC3E}">
        <p14:creationId xmlns:p14="http://schemas.microsoft.com/office/powerpoint/2010/main" val="100310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AC4C6-8EA3-E362-44AA-8252CF9A8EBF}"/>
              </a:ext>
            </a:extLst>
          </p:cNvPr>
          <p:cNvSpPr>
            <a:spLocks noGrp="1"/>
          </p:cNvSpPr>
          <p:nvPr>
            <p:ph type="title"/>
          </p:nvPr>
        </p:nvSpPr>
        <p:spPr>
          <a:xfrm>
            <a:off x="342900" y="266700"/>
            <a:ext cx="10515600" cy="876300"/>
          </a:xfrm>
        </p:spPr>
        <p:txBody>
          <a:bodyPr>
            <a:normAutofit fontScale="90000"/>
          </a:bodyPr>
          <a:lstStyle/>
          <a:p>
            <a:r>
              <a:rPr lang="en-US" sz="4000" b="1" dirty="0">
                <a:solidFill>
                  <a:srgbClr val="60A500"/>
                </a:solidFill>
                <a:latin typeface="Times New Roman" panose="02020603050405020304" pitchFamily="18" charset="0"/>
                <a:cs typeface="Times New Roman" panose="02020603050405020304" pitchFamily="18" charset="0"/>
              </a:rPr>
              <a:t>How we use biomonitoring</a:t>
            </a:r>
            <a:br>
              <a:rPr lang="en-US" b="1" dirty="0"/>
            </a:br>
            <a:endParaRPr lang="en-US" dirty="0"/>
          </a:p>
        </p:txBody>
      </p:sp>
      <p:sp>
        <p:nvSpPr>
          <p:cNvPr id="3" name="Content Placeholder 2">
            <a:extLst>
              <a:ext uri="{FF2B5EF4-FFF2-40B4-BE49-F238E27FC236}">
                <a16:creationId xmlns:a16="http://schemas.microsoft.com/office/drawing/2014/main" id="{0F7BE932-C85A-C1B0-0797-C905FEACC9F9}"/>
              </a:ext>
            </a:extLst>
          </p:cNvPr>
          <p:cNvSpPr>
            <a:spLocks noGrp="1"/>
          </p:cNvSpPr>
          <p:nvPr>
            <p:ph idx="1"/>
          </p:nvPr>
        </p:nvSpPr>
        <p:spPr>
          <a:xfrm>
            <a:off x="438150" y="914400"/>
            <a:ext cx="11506200" cy="5772150"/>
          </a:xfrm>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Biological Indicators (Lichens &amp; Mosses)</a:t>
            </a:r>
            <a:endParaRPr lang="en-US" dirty="0">
              <a:latin typeface="Times New Roman" panose="02020603050405020304" pitchFamily="18" charset="0"/>
              <a:cs typeface="Times New Roman" panose="02020603050405020304" pitchFamily="18" charset="0"/>
            </a:endParaRPr>
          </a:p>
          <a:p>
            <a:pPr lvl="1"/>
            <a:r>
              <a:rPr lang="en-US" sz="2800" b="1" dirty="0">
                <a:latin typeface="Times New Roman" panose="02020603050405020304" pitchFamily="18" charset="0"/>
                <a:cs typeface="Times New Roman" panose="02020603050405020304" pitchFamily="18" charset="0"/>
              </a:rPr>
              <a:t>Passive Biomonitoring:</a:t>
            </a:r>
            <a:r>
              <a:rPr lang="en-US" sz="2800" dirty="0">
                <a:latin typeface="Times New Roman" panose="02020603050405020304" pitchFamily="18" charset="0"/>
                <a:cs typeface="Times New Roman" panose="02020603050405020304" pitchFamily="18" charset="0"/>
              </a:rPr>
              <a:t> Collecting native, naturally growing samples to assess long-term, regional air pollution.</a:t>
            </a:r>
          </a:p>
          <a:p>
            <a:pPr marL="457200" lvl="1" indent="0">
              <a:buNone/>
            </a:pPr>
            <a:endParaRPr lang="en-US" sz="1100" dirty="0">
              <a:latin typeface="Times New Roman" panose="02020603050405020304" pitchFamily="18" charset="0"/>
              <a:cs typeface="Times New Roman" panose="02020603050405020304" pitchFamily="18" charset="0"/>
            </a:endParaRPr>
          </a:p>
          <a:p>
            <a:pPr lvl="1"/>
            <a:r>
              <a:rPr lang="en-US" sz="2800" b="1" dirty="0">
                <a:latin typeface="Times New Roman" panose="02020603050405020304" pitchFamily="18" charset="0"/>
                <a:cs typeface="Times New Roman" panose="02020603050405020304" pitchFamily="18" charset="0"/>
              </a:rPr>
              <a:t>Active Biomonitoring:</a:t>
            </a:r>
            <a:r>
              <a:rPr lang="en-US" sz="2800" dirty="0">
                <a:latin typeface="Times New Roman" panose="02020603050405020304" pitchFamily="18" charset="0"/>
                <a:cs typeface="Times New Roman" panose="02020603050405020304" pitchFamily="18" charset="0"/>
              </a:rPr>
              <a:t> Using the transplant method (deploying samples to specific indoor/outdoor locations) to track pollution over controlled time intervals.</a:t>
            </a:r>
          </a:p>
          <a:p>
            <a:pPr marL="0" indent="0">
              <a:buNone/>
            </a:pPr>
            <a:r>
              <a:rPr lang="en-US" b="1" dirty="0">
                <a:latin typeface="Times New Roman" panose="02020603050405020304" pitchFamily="18" charset="0"/>
                <a:cs typeface="Times New Roman" panose="02020603050405020304" pitchFamily="18" charset="0"/>
              </a:rPr>
              <a:t>Metal Content Analysis</a:t>
            </a:r>
            <a:endParaRPr lang="en-US"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Conducting the primary analysis and monitoring of heavy metal concentrations in the collected and transplanted samples.</a:t>
            </a:r>
          </a:p>
          <a:p>
            <a:pPr marL="0" indent="0">
              <a:buNone/>
            </a:pPr>
            <a:r>
              <a:rPr lang="en-US" b="1" dirty="0">
                <a:latin typeface="Times New Roman" panose="02020603050405020304" pitchFamily="18" charset="0"/>
                <a:cs typeface="Times New Roman" panose="02020603050405020304" pitchFamily="18" charset="0"/>
              </a:rPr>
              <a:t>Acid Rain Simulation</a:t>
            </a:r>
            <a:endParaRPr lang="en-US"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Simulating acid rain under laboratory conditions to monitor metal desorption (the release of accumulated metals from the lichens).</a:t>
            </a:r>
          </a:p>
          <a:p>
            <a:pPr marL="0" indent="0">
              <a:buNone/>
            </a:pPr>
            <a:r>
              <a:rPr lang="en-US" b="1" dirty="0">
                <a:latin typeface="Times New Roman" panose="02020603050405020304" pitchFamily="18" charset="0"/>
                <a:cs typeface="Times New Roman" panose="02020603050405020304" pitchFamily="18" charset="0"/>
              </a:rPr>
              <a:t>Surface &amp; Particle Analysis (SEM/EDS)</a:t>
            </a:r>
            <a:endParaRPr lang="en-US"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Identifying morphological changes on the lichen surface caused by pollution.</a:t>
            </a:r>
          </a:p>
          <a:p>
            <a:pPr marL="457200" lvl="1" indent="0">
              <a:buNone/>
            </a:pPr>
            <a:endParaRPr lang="en-US" sz="1300"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Determining the origin of the particles based on the chemical analysis of particulate matter deposited on the surface.</a:t>
            </a:r>
          </a:p>
          <a:p>
            <a:endParaRPr lang="en-US" sz="1600" dirty="0"/>
          </a:p>
        </p:txBody>
      </p:sp>
    </p:spTree>
    <p:extLst>
      <p:ext uri="{BB962C8B-B14F-4D97-AF65-F5344CB8AC3E}">
        <p14:creationId xmlns:p14="http://schemas.microsoft.com/office/powerpoint/2010/main" val="2795748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A935C43-96DE-C4BC-1EC8-E08AF7890735}"/>
              </a:ext>
            </a:extLst>
          </p:cNvPr>
          <p:cNvPicPr>
            <a:picLocks noChangeAspect="1"/>
          </p:cNvPicPr>
          <p:nvPr/>
        </p:nvPicPr>
        <p:blipFill>
          <a:blip r:embed="rId2"/>
          <a:stretch>
            <a:fillRect/>
          </a:stretch>
        </p:blipFill>
        <p:spPr>
          <a:xfrm>
            <a:off x="42204" y="28136"/>
            <a:ext cx="6564144" cy="4093698"/>
          </a:xfrm>
          <a:prstGeom prst="rect">
            <a:avLst/>
          </a:prstGeom>
        </p:spPr>
      </p:pic>
      <p:pic>
        <p:nvPicPr>
          <p:cNvPr id="7" name="Picture 6">
            <a:extLst>
              <a:ext uri="{FF2B5EF4-FFF2-40B4-BE49-F238E27FC236}">
                <a16:creationId xmlns:a16="http://schemas.microsoft.com/office/drawing/2014/main" id="{E1134927-F15C-CA16-DF8E-8F808777AD94}"/>
              </a:ext>
            </a:extLst>
          </p:cNvPr>
          <p:cNvPicPr>
            <a:picLocks noChangeAspect="1"/>
          </p:cNvPicPr>
          <p:nvPr/>
        </p:nvPicPr>
        <p:blipFill>
          <a:blip r:embed="rId3"/>
          <a:stretch>
            <a:fillRect/>
          </a:stretch>
        </p:blipFill>
        <p:spPr>
          <a:xfrm>
            <a:off x="6640737" y="-4"/>
            <a:ext cx="5537490" cy="4199644"/>
          </a:xfrm>
          <a:prstGeom prst="rect">
            <a:avLst/>
          </a:prstGeom>
        </p:spPr>
      </p:pic>
      <p:sp>
        <p:nvSpPr>
          <p:cNvPr id="8" name="TextBox 7">
            <a:extLst>
              <a:ext uri="{FF2B5EF4-FFF2-40B4-BE49-F238E27FC236}">
                <a16:creationId xmlns:a16="http://schemas.microsoft.com/office/drawing/2014/main" id="{46562744-06A9-BD18-5891-FB9CBB5E1E55}"/>
              </a:ext>
            </a:extLst>
          </p:cNvPr>
          <p:cNvSpPr txBox="1"/>
          <p:nvPr/>
        </p:nvSpPr>
        <p:spPr>
          <a:xfrm>
            <a:off x="284794" y="4199640"/>
            <a:ext cx="5820824"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Figure 6. Sampling, sample preparation, metal analysis</a:t>
            </a:r>
          </a:p>
        </p:txBody>
      </p:sp>
      <p:sp>
        <p:nvSpPr>
          <p:cNvPr id="9" name="TextBox 8">
            <a:extLst>
              <a:ext uri="{FF2B5EF4-FFF2-40B4-BE49-F238E27FC236}">
                <a16:creationId xmlns:a16="http://schemas.microsoft.com/office/drawing/2014/main" id="{AA1D11BF-CB4B-B518-ACF7-7A8D2875412B}"/>
              </a:ext>
            </a:extLst>
          </p:cNvPr>
          <p:cNvSpPr txBox="1"/>
          <p:nvPr/>
        </p:nvSpPr>
        <p:spPr>
          <a:xfrm>
            <a:off x="7146388" y="4199640"/>
            <a:ext cx="5153975"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Figure 7. Mosses and lichens sampling locations</a:t>
            </a:r>
          </a:p>
        </p:txBody>
      </p:sp>
      <p:sp>
        <p:nvSpPr>
          <p:cNvPr id="11" name="TextBox 10">
            <a:extLst>
              <a:ext uri="{FF2B5EF4-FFF2-40B4-BE49-F238E27FC236}">
                <a16:creationId xmlns:a16="http://schemas.microsoft.com/office/drawing/2014/main" id="{0C132199-4E31-267F-6EF2-151FFFB38A19}"/>
              </a:ext>
            </a:extLst>
          </p:cNvPr>
          <p:cNvSpPr txBox="1"/>
          <p:nvPr/>
        </p:nvSpPr>
        <p:spPr>
          <a:xfrm>
            <a:off x="3043311" y="4851797"/>
            <a:ext cx="6105378" cy="178510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22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Lichen </a:t>
            </a:r>
            <a:r>
              <a:rPr lang="bs-Latn-BA" sz="2200" i="1" dirty="0">
                <a:solidFill>
                  <a:schemeClr val="tx1"/>
                </a:solidFill>
                <a:latin typeface="Times New Roman" panose="02020603050405020304" pitchFamily="18" charset="0"/>
                <a:cs typeface="Times New Roman" pitchFamily="18" charset="0"/>
              </a:rPr>
              <a:t>Hypogymnia physodes</a:t>
            </a:r>
            <a:r>
              <a:rPr lang="en-US" altLang="sr-Latn-RS" sz="2200" dirty="0">
                <a:solidFill>
                  <a:srgbClr val="202124"/>
                </a:solidFill>
                <a:latin typeface="Times New Roman" panose="02020603050405020304" pitchFamily="18" charset="0"/>
                <a:cs typeface="Times New Roman" panose="02020603050405020304" pitchFamily="18" charset="0"/>
              </a:rPr>
              <a:t> and m</a:t>
            </a:r>
            <a:r>
              <a:rPr kumimoji="0" lang="sr-Latn-RS" altLang="sr-Latn-RS" sz="22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oss</a:t>
            </a:r>
            <a:r>
              <a:rPr lang="en-US" altLang="sr-Latn-RS" sz="2200" dirty="0">
                <a:solidFill>
                  <a:srgbClr val="202124"/>
                </a:solidFill>
                <a:latin typeface="Times New Roman" panose="02020603050405020304" pitchFamily="18" charset="0"/>
                <a:cs typeface="Times New Roman" panose="02020603050405020304" pitchFamily="18" charset="0"/>
              </a:rPr>
              <a:t> (</a:t>
            </a:r>
            <a:r>
              <a:rPr lang="bs-Latn-BA" sz="2200" i="1" dirty="0">
                <a:solidFill>
                  <a:schemeClr val="tx1"/>
                </a:solidFill>
                <a:latin typeface="Times New Roman" panose="02020603050405020304" pitchFamily="18" charset="0"/>
                <a:cs typeface="Times New Roman" pitchFamily="18" charset="0"/>
              </a:rPr>
              <a:t>Hypnum cupressiforme</a:t>
            </a:r>
            <a:r>
              <a:rPr lang="en-US" altLang="sr-Latn-RS" sz="2200" dirty="0">
                <a:solidFill>
                  <a:srgbClr val="202124"/>
                </a:solidFill>
                <a:latin typeface="Times New Roman" panose="02020603050405020304" pitchFamily="18" charset="0"/>
                <a:cs typeface="Times New Roman" panose="02020603050405020304" pitchFamily="18" charset="0"/>
              </a:rPr>
              <a:t>)</a:t>
            </a:r>
            <a:r>
              <a:rPr kumimoji="0" lang="sr-Latn-RS" altLang="sr-Latn-RS" sz="22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samples were collected at 44 locations in Bosnia and Herzegovina </a:t>
            </a:r>
          </a:p>
          <a:p>
            <a:pPr marL="0" marR="0" lvl="0" indent="0" algn="l" defTabSz="914400" rtl="0" eaLnBrk="0" fontAlgn="base" latinLnBrk="0" hangingPunct="0">
              <a:lnSpc>
                <a:spcPct val="100000"/>
              </a:lnSpc>
              <a:spcBef>
                <a:spcPct val="0"/>
              </a:spcBef>
              <a:spcAft>
                <a:spcPct val="0"/>
              </a:spcAft>
              <a:buClrTx/>
              <a:buSzTx/>
              <a:buNone/>
              <a:tabLst/>
            </a:pPr>
            <a:r>
              <a:rPr lang="sr-Latn-RS" altLang="sr-Latn-RS" sz="2200" dirty="0">
                <a:solidFill>
                  <a:srgbClr val="202124"/>
                </a:solidFill>
                <a:latin typeface="Times New Roman" panose="02020603050405020304" pitchFamily="18" charset="0"/>
                <a:cs typeface="Times New Roman" panose="02020603050405020304" pitchFamily="18" charset="0"/>
              </a:rPr>
              <a:t> - </a:t>
            </a:r>
            <a:r>
              <a:rPr kumimoji="0" lang="sr-Latn-RS" altLang="sr-Latn-RS" sz="22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21 samples from urban locations; </a:t>
            </a:r>
          </a:p>
          <a:p>
            <a:pPr marL="0" marR="0" lvl="0" indent="0" algn="l" defTabSz="914400" rtl="0" eaLnBrk="0" fontAlgn="base" latinLnBrk="0" hangingPunct="0">
              <a:lnSpc>
                <a:spcPct val="100000"/>
              </a:lnSpc>
              <a:spcBef>
                <a:spcPct val="0"/>
              </a:spcBef>
              <a:spcAft>
                <a:spcPct val="0"/>
              </a:spcAft>
              <a:buClrTx/>
              <a:buSzTx/>
              <a:buNone/>
              <a:tabLst/>
            </a:pPr>
            <a:r>
              <a:rPr lang="sr-Latn-RS" altLang="sr-Latn-RS" sz="2200" dirty="0">
                <a:solidFill>
                  <a:srgbClr val="202124"/>
                </a:solidFill>
                <a:latin typeface="Times New Roman" panose="02020603050405020304" pitchFamily="18" charset="0"/>
                <a:cs typeface="Times New Roman" panose="02020603050405020304" pitchFamily="18" charset="0"/>
              </a:rPr>
              <a:t> </a:t>
            </a:r>
            <a:r>
              <a:rPr kumimoji="0" lang="sr-Latn-RS" altLang="sr-Latn-RS" sz="22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- 23 samples from rural locations;</a:t>
            </a:r>
            <a:r>
              <a:rPr kumimoji="0" lang="sr-Latn-RS" altLang="sr-Latn-R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315343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mina\Desktop\Slike uzoraka Lišaj i mahovina\IMG_902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6542" y="0"/>
            <a:ext cx="3271363" cy="27212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8261" y="0"/>
            <a:ext cx="2832823" cy="2721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3243" y="2672133"/>
            <a:ext cx="2520280" cy="3221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53523" y="2672133"/>
            <a:ext cx="2448271" cy="321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55683" y="2681745"/>
            <a:ext cx="2520280" cy="3211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2127" y="0"/>
            <a:ext cx="2335951" cy="2672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0030FF64-2416-7177-D543-77197173DFD7}"/>
              </a:ext>
            </a:extLst>
          </p:cNvPr>
          <p:cNvSpPr txBox="1"/>
          <p:nvPr/>
        </p:nvSpPr>
        <p:spPr>
          <a:xfrm>
            <a:off x="72899" y="106487"/>
            <a:ext cx="4442340" cy="7019357"/>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Transplantation of </a:t>
            </a:r>
            <a:r>
              <a:rPr lang="en-US" sz="2000" b="1" i="1" dirty="0" err="1">
                <a:latin typeface="Times New Roman" panose="02020603050405020304" pitchFamily="18" charset="0"/>
                <a:cs typeface="Times New Roman" panose="02020603050405020304" pitchFamily="18" charset="0"/>
              </a:rPr>
              <a:t>Hypogymnia</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physodes</a:t>
            </a:r>
            <a:r>
              <a:rPr lang="en-US" sz="2000" b="1" i="1" dirty="0">
                <a:latin typeface="Times New Roman" panose="02020603050405020304" pitchFamily="18" charset="0"/>
                <a:cs typeface="Times New Roman" panose="02020603050405020304" pitchFamily="18" charset="0"/>
              </a:rPr>
              <a:t> l</a:t>
            </a:r>
            <a:r>
              <a:rPr lang="en-US" sz="2000" b="1" dirty="0">
                <a:latin typeface="Times New Roman" panose="02020603050405020304" pitchFamily="18" charset="0"/>
                <a:cs typeface="Times New Roman" panose="02020603050405020304" pitchFamily="18" charset="0"/>
              </a:rPr>
              <a:t>ichen samples</a:t>
            </a:r>
          </a:p>
          <a:p>
            <a:endParaRPr lang="en-US" sz="1100" dirty="0">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Collection Site</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bs-Latn-BA" sz="1800" kern="100" dirty="0">
                <a:effectLst/>
                <a:latin typeface="Times New Roman" panose="02020603050405020304" pitchFamily="18" charset="0"/>
                <a:ea typeface="Calibri" panose="020F0502020204030204" pitchFamily="34" charset="0"/>
                <a:cs typeface="Times New Roman" panose="02020603050405020304" pitchFamily="18" charset="0"/>
              </a:rPr>
              <a:t>Anpolluted area (e.g.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Vuksovići</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Ilijaš</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1100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m.a.s.l</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7.1 km from main road M18, non-industrial area.</a:t>
            </a:r>
          </a:p>
          <a:p>
            <a:pPr algn="just">
              <a:lnSpc>
                <a:spcPct val="150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Date of Collection</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24th September 2017</a:t>
            </a:r>
            <a:r>
              <a:rPr lang="bs-Latn-BA" sz="1800" kern="100" dirty="0">
                <a:effectLst/>
                <a:latin typeface="Times New Roman" panose="02020603050405020304" pitchFamily="18" charset="0"/>
                <a:ea typeface="Calibri" panose="020F0502020204030204" pitchFamily="34" charset="0"/>
                <a:cs typeface="Times New Roman" panose="02020603050405020304" pitchFamily="18" charset="0"/>
              </a:rPr>
              <a:t>-15th October 2026</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Transplantation Site</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Rooftop of Faculty of Natural Science,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Pofalići</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(branches fixed with rope)</a:t>
            </a:r>
            <a:r>
              <a:rPr lang="bs-Latn-BA" kern="100" dirty="0">
                <a:latin typeface="Times New Roman" panose="02020603050405020304" pitchFamily="18" charset="0"/>
                <a:ea typeface="Calibri" panose="020F0502020204030204" pitchFamily="34" charset="0"/>
                <a:cs typeface="Times New Roman" panose="02020603050405020304" pitchFamily="18" charset="0"/>
              </a:rPr>
              <a:t>, home, office, faculty, schools</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Exposure Durations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3 months </a:t>
            </a:r>
          </a:p>
          <a:p>
            <a:pPr marL="342900" lvl="0" indent="-342900" algn="just">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6 months</a:t>
            </a:r>
          </a:p>
          <a:p>
            <a:pPr marL="342900" lvl="0" indent="-342900" algn="just">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9 months </a:t>
            </a:r>
          </a:p>
          <a:p>
            <a:pPr marL="342900" lvl="0" indent="-342900" algn="just">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12 months </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6951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492" y="254920"/>
            <a:ext cx="10367749" cy="764704"/>
          </a:xfrm>
        </p:spPr>
        <p:txBody>
          <a:bodyPr>
            <a:normAutofit/>
          </a:bodyPr>
          <a:lstStyle/>
          <a:p>
            <a:pPr algn="l">
              <a:lnSpc>
                <a:spcPct val="100000"/>
              </a:lnSpc>
            </a:pPr>
            <a:r>
              <a:rPr lang="en-US" sz="2000" b="1" dirty="0">
                <a:solidFill>
                  <a:schemeClr val="tx1"/>
                </a:solidFill>
                <a:latin typeface="Times New Roman" panose="02020603050405020304" pitchFamily="18" charset="0"/>
                <a:cs typeface="Times New Roman" panose="02020603050405020304" pitchFamily="18" charset="0"/>
              </a:rPr>
              <a:t>Scanning Electron Microscopy with Energy-Dispersive X-ray Spectroscopy (SEM-EDS)</a:t>
            </a:r>
            <a:endParaRPr lang="bs-Latn-BA" sz="4800" b="1" dirty="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latin typeface="Times New Roman" panose="02020603050405020304" pitchFamily="18" charset="0"/>
              <a:cs typeface="Times New Roman" panose="02020603050405020304" pitchFamily="18" charset="0"/>
            </a:endParaRPr>
          </a:p>
        </p:txBody>
      </p:sp>
      <p:pic>
        <p:nvPicPr>
          <p:cNvPr id="2052"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13341" y="871759"/>
            <a:ext cx="3775256" cy="294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3283" y="4170212"/>
            <a:ext cx="2808312" cy="239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4185435" y="4371332"/>
            <a:ext cx="2411767" cy="1808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39345" y="1019624"/>
            <a:ext cx="3768163" cy="2649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descr="C:\Users\Emina\Desktop\doktorat CD sa posla\SEM EDX\SEM EDS rezultati\Slike\L1_0002.t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73387" y="4249572"/>
            <a:ext cx="2976075" cy="223205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F8891C1-B1FB-7085-6C94-4DF8641A0C96}"/>
              </a:ext>
            </a:extLst>
          </p:cNvPr>
          <p:cNvSpPr txBox="1"/>
          <p:nvPr/>
        </p:nvSpPr>
        <p:spPr>
          <a:xfrm>
            <a:off x="84492" y="1049738"/>
            <a:ext cx="4187257" cy="5055551"/>
          </a:xfrm>
          <a:prstGeom prst="rect">
            <a:avLst/>
          </a:prstGeom>
          <a:noFill/>
        </p:spPr>
        <p:txBody>
          <a:bodyPr wrap="square">
            <a:spAutoFit/>
          </a:bodyPr>
          <a:lstStyle/>
          <a:p>
            <a:pPr algn="just">
              <a:lnSpc>
                <a:spcPct val="115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Scanning Electron Microscopy (SEM)</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is a technique that uses a focused beam of electrons to create high-resolution images of the surface of a sample. It provides detailed topographical and morphological information at the micro- and nano-scale.</a:t>
            </a:r>
          </a:p>
          <a:p>
            <a:pPr algn="just">
              <a:lnSpc>
                <a:spcPct val="115000"/>
              </a:lnSpc>
              <a:spcAft>
                <a:spcPts val="800"/>
              </a:spcAft>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Energy-Dispersive X-ray Spectroscopy (EDS)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is often used alongside SEM to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identify and quantify the elemental composition</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of the sample. When the electron beam hits the sample, it causes the atoms to emit characteristic X-rays. EDS detects these X-rays and determines which elements are present.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42466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E7D9B6D-9450-580B-E612-4BC3779B2A6C}"/>
              </a:ext>
            </a:extLst>
          </p:cNvPr>
          <p:cNvPicPr>
            <a:picLocks noChangeAspect="1"/>
          </p:cNvPicPr>
          <p:nvPr/>
        </p:nvPicPr>
        <p:blipFill>
          <a:blip r:embed="rId2"/>
          <a:stretch>
            <a:fillRect/>
          </a:stretch>
        </p:blipFill>
        <p:spPr>
          <a:xfrm>
            <a:off x="532264" y="433219"/>
            <a:ext cx="10235820" cy="5488624"/>
          </a:xfrm>
          <a:prstGeom prst="rect">
            <a:avLst/>
          </a:prstGeom>
        </p:spPr>
      </p:pic>
      <p:sp>
        <p:nvSpPr>
          <p:cNvPr id="12" name="TextBox 11">
            <a:extLst>
              <a:ext uri="{FF2B5EF4-FFF2-40B4-BE49-F238E27FC236}">
                <a16:creationId xmlns:a16="http://schemas.microsoft.com/office/drawing/2014/main" id="{BE847BE5-9BB9-4353-CE70-EB968D8105BB}"/>
              </a:ext>
            </a:extLst>
          </p:cNvPr>
          <p:cNvSpPr txBox="1"/>
          <p:nvPr/>
        </p:nvSpPr>
        <p:spPr>
          <a:xfrm>
            <a:off x="232010" y="5928571"/>
            <a:ext cx="10645251" cy="830997"/>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Figure 8. </a:t>
            </a:r>
            <a:r>
              <a:rPr lang="en-US" sz="1600" dirty="0">
                <a:latin typeface="Times New Roman" panose="02020603050405020304" pitchFamily="18" charset="0"/>
                <a:cs typeface="Times New Roman" panose="02020603050405020304" pitchFamily="18" charset="0"/>
              </a:rPr>
              <a:t>Scanning electron micrographs of lichen </a:t>
            </a:r>
            <a:r>
              <a:rPr lang="en-US" sz="1600" i="1" dirty="0" err="1">
                <a:latin typeface="Times New Roman" panose="02020603050405020304" pitchFamily="18" charset="0"/>
                <a:cs typeface="Times New Roman" panose="02020603050405020304" pitchFamily="18" charset="0"/>
              </a:rPr>
              <a:t>Hypogymnia</a:t>
            </a:r>
            <a:r>
              <a:rPr lang="en-US" sz="1600" i="1" dirty="0">
                <a:latin typeface="Times New Roman" panose="02020603050405020304" pitchFamily="18" charset="0"/>
                <a:cs typeface="Times New Roman" panose="02020603050405020304" pitchFamily="18" charset="0"/>
              </a:rPr>
              <a:t> </a:t>
            </a:r>
            <a:r>
              <a:rPr lang="en-US" sz="1600" i="1" dirty="0" err="1">
                <a:latin typeface="Times New Roman" panose="02020603050405020304" pitchFamily="18" charset="0"/>
                <a:cs typeface="Times New Roman" panose="02020603050405020304" pitchFamily="18" charset="0"/>
              </a:rPr>
              <a:t>physodes</a:t>
            </a:r>
            <a:r>
              <a:rPr lang="en-US" sz="1600" dirty="0">
                <a:latin typeface="Times New Roman" panose="02020603050405020304" pitchFamily="18" charset="0"/>
                <a:cs typeface="Times New Roman" panose="02020603050405020304" pitchFamily="18" charset="0"/>
              </a:rPr>
              <a:t>. Surface of the lichen: A (×1000) and B (×5000), surface of the hyphae: C (×1000) and D (×5000); 0 – control sample and 3 month (right), 6 and 9 month exposed samples  (central) and 12 month exposed samples (right)</a:t>
            </a:r>
          </a:p>
        </p:txBody>
      </p:sp>
    </p:spTree>
    <p:extLst>
      <p:ext uri="{BB962C8B-B14F-4D97-AF65-F5344CB8AC3E}">
        <p14:creationId xmlns:p14="http://schemas.microsoft.com/office/powerpoint/2010/main" val="288756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5534" y="116632"/>
            <a:ext cx="10515766" cy="461665"/>
          </a:xfrm>
          <a:prstGeom prst="rect">
            <a:avLst/>
          </a:prstGeom>
        </p:spPr>
        <p:txBody>
          <a:bodyPr wrap="square">
            <a:spAutoFit/>
          </a:bodyPr>
          <a:lstStyle/>
          <a:p>
            <a:r>
              <a:rPr lang="en-US" sz="2400" b="1" dirty="0">
                <a:solidFill>
                  <a:srgbClr val="60A500"/>
                </a:solidFill>
                <a:latin typeface="Times New Roman" panose="02020603050405020304" pitchFamily="18" charset="0"/>
                <a:cs typeface="Times New Roman" panose="02020603050405020304" pitchFamily="18" charset="0"/>
              </a:rPr>
              <a:t>Acid Rain Simulation and Desorption of Heavy Metals from Lichens</a:t>
            </a:r>
            <a:endParaRPr lang="bs-Latn-BA" sz="2400" b="1" dirty="0">
              <a:solidFill>
                <a:srgbClr val="60A500"/>
              </a:solidFill>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32884" y="3583546"/>
            <a:ext cx="2859116" cy="301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77180" y="618450"/>
            <a:ext cx="2629927" cy="301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76087" y="606440"/>
            <a:ext cx="3615913" cy="301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02957" y="3628330"/>
            <a:ext cx="2629927" cy="296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8322186B-C8F0-0434-0EB4-48CE7E19F753}"/>
              </a:ext>
            </a:extLst>
          </p:cNvPr>
          <p:cNvSpPr txBox="1"/>
          <p:nvPr/>
        </p:nvSpPr>
        <p:spPr>
          <a:xfrm>
            <a:off x="181181" y="1063650"/>
            <a:ext cx="5355869" cy="5319726"/>
          </a:xfrm>
          <a:prstGeom prst="rect">
            <a:avLst/>
          </a:prstGeom>
          <a:noFill/>
        </p:spPr>
        <p:txBody>
          <a:bodyPr wrap="square">
            <a:spAutoFit/>
          </a:bodyPr>
          <a:lstStyle/>
          <a:p>
            <a:pPr>
              <a:lnSpc>
                <a:spcPct val="115000"/>
              </a:lnSpc>
              <a:spcAft>
                <a:spcPts val="800"/>
              </a:spcAft>
              <a:buNone/>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Sample Preparation</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Lichen samples were homogenized and placed in contact with acid solution </a:t>
            </a:r>
            <a:r>
              <a:rPr lang="hr-HR" sz="2000" kern="100" dirty="0">
                <a:effectLst/>
                <a:latin typeface="Times New Roman" panose="02020603050405020304" pitchFamily="18" charset="0"/>
                <a:ea typeface="Calibri" panose="020F0502020204030204" pitchFamily="34" charset="0"/>
                <a:cs typeface="Times New Roman" panose="02020603050405020304" pitchFamily="18" charset="0"/>
              </a:rPr>
              <a:t>H</a:t>
            </a:r>
            <a:r>
              <a:rPr lang="hr-HR" sz="2000" kern="1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hr-HR" sz="2000" kern="100" dirty="0">
                <a:effectLst/>
                <a:latin typeface="Times New Roman" panose="02020603050405020304" pitchFamily="18" charset="0"/>
                <a:ea typeface="Calibri" panose="020F0502020204030204" pitchFamily="34" charset="0"/>
                <a:cs typeface="Times New Roman" panose="02020603050405020304" pitchFamily="18" charset="0"/>
              </a:rPr>
              <a:t>SO</a:t>
            </a:r>
            <a:r>
              <a:rPr lang="hr-HR" sz="2000" kern="100" baseline="-25000" dirty="0">
                <a:effectLst/>
                <a:latin typeface="Times New Roman" panose="02020603050405020304" pitchFamily="18" charset="0"/>
                <a:ea typeface="Calibri" panose="020F0502020204030204" pitchFamily="34" charset="0"/>
                <a:cs typeface="Times New Roman" panose="02020603050405020304" pitchFamily="18" charset="0"/>
              </a:rPr>
              <a:t>4</a:t>
            </a:r>
            <a:r>
              <a:rPr lang="hr-HR" sz="2000" kern="100" dirty="0">
                <a:effectLst/>
                <a:latin typeface="Times New Roman" panose="02020603050405020304" pitchFamily="18" charset="0"/>
                <a:ea typeface="Calibri" panose="020F0502020204030204" pitchFamily="34" charset="0"/>
                <a:cs typeface="Times New Roman" panose="02020603050405020304" pitchFamily="18" charset="0"/>
              </a:rPr>
              <a:t>-HNO</a:t>
            </a:r>
            <a:r>
              <a:rPr lang="hr-HR" sz="2000" kern="1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hr-HR" sz="20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bs-Latn-BA" sz="2000" kern="100" dirty="0">
                <a:effectLst/>
                <a:latin typeface="Times New Roman" panose="02020603050405020304" pitchFamily="18" charset="0"/>
                <a:ea typeface="Calibri" panose="020F0502020204030204" pitchFamily="34" charset="0"/>
                <a:cs typeface="Times New Roman" panose="02020603050405020304" pitchFamily="18" charset="0"/>
              </a:rPr>
              <a:t>(NH</a:t>
            </a:r>
            <a:r>
              <a:rPr lang="bs-Latn-BA" sz="2000" kern="100" baseline="-25000" dirty="0">
                <a:effectLst/>
                <a:latin typeface="Times New Roman" panose="02020603050405020304" pitchFamily="18" charset="0"/>
                <a:ea typeface="Calibri" panose="020F0502020204030204" pitchFamily="34" charset="0"/>
                <a:cs typeface="Times New Roman" panose="02020603050405020304" pitchFamily="18" charset="0"/>
              </a:rPr>
              <a:t>4</a:t>
            </a:r>
            <a:r>
              <a:rPr lang="bs-Latn-BA" sz="20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bs-Latn-BA" sz="2000" kern="1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bs-Latn-BA" sz="2000" kern="100" dirty="0">
                <a:effectLst/>
                <a:latin typeface="Times New Roman" panose="02020603050405020304" pitchFamily="18" charset="0"/>
                <a:ea typeface="Calibri" panose="020F0502020204030204" pitchFamily="34" charset="0"/>
                <a:cs typeface="Times New Roman" panose="02020603050405020304" pitchFamily="18" charset="0"/>
              </a:rPr>
              <a:t>SO</a:t>
            </a:r>
            <a:r>
              <a:rPr lang="bs-Latn-BA" sz="2000" kern="100" baseline="-25000" dirty="0">
                <a:effectLst/>
                <a:latin typeface="Times New Roman" panose="02020603050405020304" pitchFamily="18" charset="0"/>
                <a:ea typeface="Calibri" panose="020F0502020204030204" pitchFamily="34" charset="0"/>
                <a:cs typeface="Times New Roman" panose="02020603050405020304" pitchFamily="18" charset="0"/>
              </a:rPr>
              <a:t>4</a:t>
            </a:r>
            <a:r>
              <a:rPr lang="bs-Latn-BA" sz="2000" kern="100" dirty="0">
                <a:effectLst/>
                <a:latin typeface="Times New Roman" panose="02020603050405020304" pitchFamily="18" charset="0"/>
                <a:ea typeface="Calibri" panose="020F0502020204030204" pitchFamily="34" charset="0"/>
                <a:cs typeface="Times New Roman" panose="02020603050405020304" pitchFamily="18" charset="0"/>
              </a:rPr>
              <a:t>-NH</a:t>
            </a:r>
            <a:r>
              <a:rPr lang="bs-Latn-BA" sz="2000" kern="100" baseline="-25000" dirty="0">
                <a:effectLst/>
                <a:latin typeface="Times New Roman" panose="02020603050405020304" pitchFamily="18" charset="0"/>
                <a:ea typeface="Calibri" panose="020F0502020204030204" pitchFamily="34" charset="0"/>
                <a:cs typeface="Times New Roman" panose="02020603050405020304" pitchFamily="18" charset="0"/>
              </a:rPr>
              <a:t>4</a:t>
            </a:r>
            <a:r>
              <a:rPr lang="bs-Latn-BA" sz="2000" kern="100" dirty="0">
                <a:effectLst/>
                <a:latin typeface="Times New Roman" panose="02020603050405020304" pitchFamily="18" charset="0"/>
                <a:ea typeface="Calibri" panose="020F0502020204030204" pitchFamily="34" charset="0"/>
                <a:cs typeface="Times New Roman" panose="02020603050405020304" pitchFamily="18" charset="0"/>
              </a:rPr>
              <a:t>NO</a:t>
            </a:r>
            <a:r>
              <a:rPr lang="bs-Latn-BA" sz="2000" kern="1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hr-HR" sz="20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(pH ≈ </a:t>
            </a:r>
            <a:r>
              <a:rPr lang="hr-HR" sz="2000" kern="100" dirty="0">
                <a:effectLst/>
                <a:latin typeface="Times New Roman" panose="02020603050405020304" pitchFamily="18" charset="0"/>
                <a:ea typeface="Calibri" panose="020F0502020204030204" pitchFamily="34" charset="0"/>
                <a:cs typeface="Times New Roman" panose="02020603050405020304" pitchFamily="18" charset="0"/>
              </a:rPr>
              <a:t>2,02; 2,55; 3,61; 4,33 i 5,12</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to mimic acid rain conditions.</a:t>
            </a:r>
          </a:p>
          <a:p>
            <a:pPr algn="just">
              <a:lnSpc>
                <a:spcPct val="115000"/>
              </a:lnSpc>
              <a:spcAft>
                <a:spcPts val="800"/>
              </a:spcAft>
              <a:buNone/>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Procedure</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15000"/>
              </a:lnSpc>
              <a:spcAft>
                <a:spcPts val="800"/>
              </a:spcAft>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Lichens were soaked in the acid solution for a 24 h, with occasional stirring of the solution.</a:t>
            </a:r>
          </a:p>
          <a:p>
            <a:pPr marL="342900" lvl="0" indent="-342900" algn="just">
              <a:lnSpc>
                <a:spcPct val="115000"/>
              </a:lnSpc>
              <a:spcAft>
                <a:spcPts val="800"/>
              </a:spcAft>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After exposure, the solution were filtered and analyzed.</a:t>
            </a:r>
          </a:p>
          <a:p>
            <a:pPr lvl="0" algn="just">
              <a:lnSpc>
                <a:spcPct val="115000"/>
              </a:lnSpc>
              <a:spcAft>
                <a:spcPts val="800"/>
              </a:spcAft>
              <a:buSzPts val="1000"/>
              <a:tabLst>
                <a:tab pos="457200" algn="l"/>
              </a:tabLst>
            </a:pPr>
            <a:endParaRPr lang="en-US" sz="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Analysis Method</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Desorbed metal concentrations were determined using Flame Atomic Absorption Spectroscopy (FAAS).</a:t>
            </a:r>
          </a:p>
        </p:txBody>
      </p:sp>
    </p:spTree>
    <p:extLst>
      <p:ext uri="{BB962C8B-B14F-4D97-AF65-F5344CB8AC3E}">
        <p14:creationId xmlns:p14="http://schemas.microsoft.com/office/powerpoint/2010/main" val="872857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3583070977"/>
              </p:ext>
            </p:extLst>
          </p:nvPr>
        </p:nvGraphicFramePr>
        <p:xfrm>
          <a:off x="1801504" y="599176"/>
          <a:ext cx="8261446" cy="6180695"/>
        </p:xfrm>
        <a:graphic>
          <a:graphicData uri="http://schemas.openxmlformats.org/drawingml/2006/table">
            <a:tbl>
              <a:tblPr firstRow="1" firstCol="1" bandRow="1">
                <a:tableStyleId>{7DF18680-E054-41AD-8BC1-D1AEF772440D}</a:tableStyleId>
              </a:tblPr>
              <a:tblGrid>
                <a:gridCol w="1202296">
                  <a:extLst>
                    <a:ext uri="{9D8B030D-6E8A-4147-A177-3AD203B41FA5}">
                      <a16:colId xmlns:a16="http://schemas.microsoft.com/office/drawing/2014/main" val="20000"/>
                    </a:ext>
                  </a:extLst>
                </a:gridCol>
                <a:gridCol w="738404">
                  <a:extLst>
                    <a:ext uri="{9D8B030D-6E8A-4147-A177-3AD203B41FA5}">
                      <a16:colId xmlns:a16="http://schemas.microsoft.com/office/drawing/2014/main" val="20001"/>
                    </a:ext>
                  </a:extLst>
                </a:gridCol>
                <a:gridCol w="739274">
                  <a:extLst>
                    <a:ext uri="{9D8B030D-6E8A-4147-A177-3AD203B41FA5}">
                      <a16:colId xmlns:a16="http://schemas.microsoft.com/office/drawing/2014/main" val="20002"/>
                    </a:ext>
                  </a:extLst>
                </a:gridCol>
                <a:gridCol w="739274">
                  <a:extLst>
                    <a:ext uri="{9D8B030D-6E8A-4147-A177-3AD203B41FA5}">
                      <a16:colId xmlns:a16="http://schemas.microsoft.com/office/drawing/2014/main" val="20003"/>
                    </a:ext>
                  </a:extLst>
                </a:gridCol>
                <a:gridCol w="807033">
                  <a:extLst>
                    <a:ext uri="{9D8B030D-6E8A-4147-A177-3AD203B41FA5}">
                      <a16:colId xmlns:a16="http://schemas.microsoft.com/office/drawing/2014/main" val="20004"/>
                    </a:ext>
                  </a:extLst>
                </a:gridCol>
                <a:gridCol w="807033">
                  <a:extLst>
                    <a:ext uri="{9D8B030D-6E8A-4147-A177-3AD203B41FA5}">
                      <a16:colId xmlns:a16="http://schemas.microsoft.com/office/drawing/2014/main" val="20005"/>
                    </a:ext>
                  </a:extLst>
                </a:gridCol>
                <a:gridCol w="807033">
                  <a:extLst>
                    <a:ext uri="{9D8B030D-6E8A-4147-A177-3AD203B41FA5}">
                      <a16:colId xmlns:a16="http://schemas.microsoft.com/office/drawing/2014/main" val="20006"/>
                    </a:ext>
                  </a:extLst>
                </a:gridCol>
                <a:gridCol w="807033">
                  <a:extLst>
                    <a:ext uri="{9D8B030D-6E8A-4147-A177-3AD203B41FA5}">
                      <a16:colId xmlns:a16="http://schemas.microsoft.com/office/drawing/2014/main" val="20007"/>
                    </a:ext>
                  </a:extLst>
                </a:gridCol>
                <a:gridCol w="807033">
                  <a:extLst>
                    <a:ext uri="{9D8B030D-6E8A-4147-A177-3AD203B41FA5}">
                      <a16:colId xmlns:a16="http://schemas.microsoft.com/office/drawing/2014/main" val="20008"/>
                    </a:ext>
                  </a:extLst>
                </a:gridCol>
                <a:gridCol w="807033">
                  <a:extLst>
                    <a:ext uri="{9D8B030D-6E8A-4147-A177-3AD203B41FA5}">
                      <a16:colId xmlns:a16="http://schemas.microsoft.com/office/drawing/2014/main" val="20009"/>
                    </a:ext>
                  </a:extLst>
                </a:gridCol>
              </a:tblGrid>
              <a:tr h="498351">
                <a:tc>
                  <a:txBody>
                    <a:bodyPr/>
                    <a:lstStyle/>
                    <a:p>
                      <a:pPr algn="ctr">
                        <a:lnSpc>
                          <a:spcPct val="115000"/>
                        </a:lnSpc>
                        <a:spcAft>
                          <a:spcPts val="0"/>
                        </a:spcAft>
                      </a:pPr>
                      <a:r>
                        <a:rPr lang="en-US" sz="1400" dirty="0">
                          <a:solidFill>
                            <a:schemeClr val="bg1"/>
                          </a:solidFill>
                          <a:effectLst/>
                          <a:latin typeface="Times New Roman" panose="02020603050405020304" pitchFamily="18" charset="0"/>
                          <a:ea typeface="Calibri"/>
                          <a:cs typeface="Times New Roman" panose="02020603050405020304" pitchFamily="18" charset="0"/>
                        </a:rPr>
                        <a:t>No </a:t>
                      </a:r>
                    </a:p>
                    <a:p>
                      <a:pPr algn="ctr">
                        <a:lnSpc>
                          <a:spcPct val="115000"/>
                        </a:lnSpc>
                        <a:spcAft>
                          <a:spcPts val="0"/>
                        </a:spcAft>
                      </a:pPr>
                      <a:r>
                        <a:rPr lang="en-US" sz="1400" dirty="0">
                          <a:solidFill>
                            <a:schemeClr val="bg1"/>
                          </a:solidFill>
                          <a:effectLst/>
                          <a:latin typeface="Times New Roman" panose="02020603050405020304" pitchFamily="18" charset="0"/>
                          <a:ea typeface="Calibri"/>
                          <a:cs typeface="Times New Roman" panose="02020603050405020304" pitchFamily="18" charset="0"/>
                        </a:rPr>
                        <a:t>extraction</a:t>
                      </a:r>
                      <a:endParaRPr lang="bs-Latn-BA" sz="1400" dirty="0">
                        <a:solidFill>
                          <a:schemeClr val="bg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400" dirty="0">
                          <a:solidFill>
                            <a:schemeClr val="bg1"/>
                          </a:solidFill>
                          <a:effectLst/>
                          <a:latin typeface="Times New Roman" panose="02020603050405020304" pitchFamily="18" charset="0"/>
                          <a:cs typeface="Times New Roman" panose="02020603050405020304" pitchFamily="18" charset="0"/>
                        </a:rPr>
                        <a:t>pH</a:t>
                      </a:r>
                      <a:endParaRPr lang="bs-Latn-BA" sz="1400" dirty="0">
                        <a:solidFill>
                          <a:schemeClr val="bg1"/>
                        </a:solidFill>
                        <a:effectLst/>
                        <a:latin typeface="Times New Roman" panose="02020603050405020304" pitchFamily="18" charset="0"/>
                        <a:ea typeface="Calibri"/>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gridSpan="8">
                  <a:txBody>
                    <a:bodyPr/>
                    <a:lstStyle/>
                    <a:p>
                      <a:pPr algn="ctr">
                        <a:lnSpc>
                          <a:spcPct val="115000"/>
                        </a:lnSpc>
                        <a:spcAft>
                          <a:spcPts val="0"/>
                        </a:spcAft>
                      </a:pPr>
                      <a:r>
                        <a:rPr lang="en-US" sz="1400" dirty="0"/>
                        <a:t>Percentage of desorbed metals after each </a:t>
                      </a:r>
                      <a:r>
                        <a:rPr lang="en-US" sz="1400" dirty="0">
                          <a:solidFill>
                            <a:srgbClr val="FFFFFF"/>
                          </a:solidFill>
                        </a:rPr>
                        <a:t>extraction</a:t>
                      </a:r>
                      <a:r>
                        <a:rPr lang="bs-Latn-BA" sz="1400" dirty="0">
                          <a:solidFill>
                            <a:srgbClr val="FFFFFF"/>
                          </a:solidFill>
                          <a:effectLst/>
                          <a:latin typeface="Times New Roman" panose="02020603050405020304" pitchFamily="18" charset="0"/>
                          <a:cs typeface="Times New Roman" panose="02020603050405020304" pitchFamily="18" charset="0"/>
                        </a:rPr>
                        <a:t>, %</a:t>
                      </a:r>
                      <a:endParaRPr lang="bs-Latn-BA" sz="1400" dirty="0">
                        <a:solidFill>
                          <a:srgbClr val="FFFFFF"/>
                        </a:solidFill>
                        <a:effectLst/>
                        <a:latin typeface="Times New Roman" panose="02020603050405020304" pitchFamily="18" charset="0"/>
                        <a:ea typeface="Calibri"/>
                        <a:cs typeface="Times New Roman" panose="02020603050405020304" pitchFamily="18" charset="0"/>
                      </a:endParaRPr>
                    </a:p>
                  </a:txBody>
                  <a:tcPr marL="68580" marR="68580" marT="0" marB="0"/>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extLst>
                  <a:ext uri="{0D108BD9-81ED-4DB2-BD59-A6C34878D82A}">
                    <a16:rowId xmlns:a16="http://schemas.microsoft.com/office/drawing/2014/main" val="10000"/>
                  </a:ext>
                </a:extLst>
              </a:tr>
              <a:tr h="241836">
                <a:tc gridSpan="2">
                  <a:txBody>
                    <a:bodyPr/>
                    <a:lstStyle/>
                    <a:p>
                      <a:pPr>
                        <a:lnSpc>
                          <a:spcPct val="115000"/>
                        </a:lnSpc>
                        <a:spcAft>
                          <a:spcPts val="0"/>
                        </a:spcAft>
                      </a:pPr>
                      <a:r>
                        <a:rPr lang="bs-Latn-BA" sz="1400" dirty="0">
                          <a:solidFill>
                            <a:schemeClr val="bg1"/>
                          </a:solidFill>
                          <a:effectLst/>
                          <a:latin typeface="Times New Roman" panose="02020603050405020304" pitchFamily="18" charset="0"/>
                          <a:cs typeface="Times New Roman" panose="02020603050405020304" pitchFamily="18" charset="0"/>
                        </a:rPr>
                        <a:t>               Meta</a:t>
                      </a:r>
                      <a:r>
                        <a:rPr lang="en-US" sz="1400" dirty="0">
                          <a:solidFill>
                            <a:schemeClr val="bg1"/>
                          </a:solidFill>
                          <a:effectLst/>
                          <a:latin typeface="Times New Roman" panose="02020603050405020304" pitchFamily="18" charset="0"/>
                          <a:cs typeface="Times New Roman" panose="02020603050405020304" pitchFamily="18" charset="0"/>
                        </a:rPr>
                        <a:t>ls</a:t>
                      </a:r>
                      <a:endParaRPr lang="bs-Latn-BA" sz="1400" dirty="0">
                        <a:solidFill>
                          <a:schemeClr val="bg1"/>
                        </a:solidFill>
                        <a:effectLst/>
                        <a:latin typeface="Times New Roman" panose="02020603050405020304" pitchFamily="18" charset="0"/>
                        <a:ea typeface="Calibri"/>
                        <a:cs typeface="Times New Roman" panose="02020603050405020304" pitchFamily="18" charset="0"/>
                      </a:endParaRPr>
                    </a:p>
                  </a:txBody>
                  <a:tcPr marL="68580" marR="68580" marT="0" marB="0"/>
                </a:tc>
                <a:tc hMerge="1">
                  <a:txBody>
                    <a:bodyPr/>
                    <a:lstStyle/>
                    <a:p>
                      <a:pPr algn="ctr">
                        <a:lnSpc>
                          <a:spcPct val="115000"/>
                        </a:lnSpc>
                        <a:spcAft>
                          <a:spcPts val="0"/>
                        </a:spcAft>
                      </a:pPr>
                      <a:endParaRPr lang="bs-Latn-BA" sz="14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Cd</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b="1" dirty="0">
                          <a:solidFill>
                            <a:srgbClr val="FF0000"/>
                          </a:solidFill>
                          <a:effectLst/>
                          <a:latin typeface="Times New Roman" panose="02020603050405020304" pitchFamily="18" charset="0"/>
                          <a:cs typeface="Times New Roman" panose="02020603050405020304" pitchFamily="18" charset="0"/>
                        </a:rPr>
                        <a:t>Cr</a:t>
                      </a:r>
                      <a:endParaRPr lang="bs-Latn-BA" sz="1600" b="1" dirty="0">
                        <a:solidFill>
                          <a:srgbClr val="FF0000"/>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Cu</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Fe</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b="1" dirty="0">
                          <a:solidFill>
                            <a:srgbClr val="FF0000"/>
                          </a:solidFill>
                          <a:effectLst/>
                          <a:latin typeface="Times New Roman" panose="02020603050405020304" pitchFamily="18" charset="0"/>
                          <a:cs typeface="Times New Roman" panose="02020603050405020304" pitchFamily="18" charset="0"/>
                        </a:rPr>
                        <a:t>Mn</a:t>
                      </a:r>
                      <a:endParaRPr lang="bs-Latn-BA" sz="1600" b="1" dirty="0">
                        <a:solidFill>
                          <a:srgbClr val="FF0000"/>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Ni</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Pb</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rgbClr val="FF0000"/>
                          </a:solidFill>
                          <a:effectLst/>
                          <a:latin typeface="Times New Roman" panose="02020603050405020304" pitchFamily="18" charset="0"/>
                          <a:cs typeface="Times New Roman" panose="02020603050405020304" pitchFamily="18" charset="0"/>
                        </a:rPr>
                        <a:t>Zn</a:t>
                      </a:r>
                      <a:endParaRPr lang="bs-Latn-BA" sz="1600" dirty="0">
                        <a:solidFill>
                          <a:srgbClr val="FF0000"/>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41836">
                <a:tc rowSpan="5">
                  <a:txBody>
                    <a:bodyPr/>
                    <a:lstStyle/>
                    <a:p>
                      <a:pPr marL="71755" marR="71755" algn="ctr">
                        <a:lnSpc>
                          <a:spcPct val="115000"/>
                        </a:lnSpc>
                        <a:spcAft>
                          <a:spcPts val="0"/>
                        </a:spcAft>
                      </a:pPr>
                      <a:r>
                        <a:rPr lang="bs-Latn-BA" sz="1400" dirty="0">
                          <a:solidFill>
                            <a:schemeClr val="bg1"/>
                          </a:solidFill>
                          <a:effectLst/>
                          <a:latin typeface="Times New Roman" panose="02020603050405020304" pitchFamily="18" charset="0"/>
                          <a:cs typeface="Times New Roman" panose="02020603050405020304" pitchFamily="18" charset="0"/>
                        </a:rPr>
                        <a:t>I</a:t>
                      </a:r>
                    </a:p>
                    <a:p>
                      <a:pPr marL="71755" marR="71755" algn="ctr">
                        <a:lnSpc>
                          <a:spcPct val="115000"/>
                        </a:lnSpc>
                        <a:spcAft>
                          <a:spcPts val="0"/>
                        </a:spcAft>
                      </a:pPr>
                      <a:r>
                        <a:rPr lang="en-US" sz="1400" dirty="0">
                          <a:solidFill>
                            <a:schemeClr val="bg1"/>
                          </a:solidFill>
                          <a:effectLst/>
                          <a:latin typeface="Times New Roman" panose="02020603050405020304" pitchFamily="18" charset="0"/>
                          <a:cs typeface="Times New Roman" panose="02020603050405020304" pitchFamily="18" charset="0"/>
                        </a:rPr>
                        <a:t>Extraction</a:t>
                      </a:r>
                      <a:endParaRPr lang="bs-Latn-BA" sz="1400" dirty="0">
                        <a:solidFill>
                          <a:schemeClr val="bg1"/>
                        </a:solidFill>
                        <a:effectLst/>
                        <a:latin typeface="Times New Roman" panose="02020603050405020304" pitchFamily="18" charset="0"/>
                        <a:ea typeface="Calibri"/>
                        <a:cs typeface="Times New Roman" panose="02020603050405020304" pitchFamily="18" charset="0"/>
                      </a:endParaRPr>
                    </a:p>
                  </a:txBody>
                  <a:tcPr marL="68580" marR="68580" marT="0" marB="0" vert="vert270" anchor="ct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2,02</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17,59</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13,72</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7,69</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b="1" dirty="0">
                          <a:solidFill>
                            <a:srgbClr val="FF0000"/>
                          </a:solidFill>
                          <a:effectLst/>
                          <a:latin typeface="Times New Roman" panose="02020603050405020304" pitchFamily="18" charset="0"/>
                          <a:cs typeface="Times New Roman" panose="02020603050405020304" pitchFamily="18" charset="0"/>
                        </a:rPr>
                        <a:t>65,33</a:t>
                      </a:r>
                      <a:endParaRPr lang="bs-Latn-BA" sz="1600" b="1" dirty="0">
                        <a:solidFill>
                          <a:srgbClr val="FF0000"/>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6,19</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7,17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b="1" dirty="0">
                          <a:solidFill>
                            <a:srgbClr val="FF0000"/>
                          </a:solidFill>
                          <a:effectLst/>
                          <a:latin typeface="Times New Roman" panose="02020603050405020304" pitchFamily="18" charset="0"/>
                          <a:cs typeface="Times New Roman" panose="02020603050405020304" pitchFamily="18" charset="0"/>
                        </a:rPr>
                        <a:t>53,82</a:t>
                      </a:r>
                      <a:endParaRPr lang="bs-Latn-BA" sz="1600" b="1" dirty="0">
                        <a:solidFill>
                          <a:srgbClr val="FF0000"/>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2,55</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11,52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b="1" dirty="0">
                          <a:solidFill>
                            <a:srgbClr val="FF0000"/>
                          </a:solidFill>
                          <a:effectLst/>
                          <a:latin typeface="Times New Roman" panose="02020603050405020304" pitchFamily="18" charset="0"/>
                          <a:cs typeface="Times New Roman" panose="02020603050405020304" pitchFamily="18" charset="0"/>
                        </a:rPr>
                        <a:t>62,56</a:t>
                      </a:r>
                      <a:endParaRPr lang="bs-Latn-BA" sz="1600" b="1" dirty="0">
                        <a:solidFill>
                          <a:srgbClr val="FF0000"/>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10,81</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2,39</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53,61</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4,50</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0,60</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2,08</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3,61</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11,22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6,89</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1,42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54,21</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5,84</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29,84</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4,33</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19,41</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6,21</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8,59</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1,83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50,59</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7,94</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1,72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4,94</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5,12</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17,59</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9,76</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1,77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48,45</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6,98</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25,60</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241836">
                <a:tc rowSpan="5">
                  <a:txBody>
                    <a:bodyPr/>
                    <a:lstStyle/>
                    <a:p>
                      <a:pPr marL="71755" marR="71755" algn="ctr">
                        <a:lnSpc>
                          <a:spcPct val="115000"/>
                        </a:lnSpc>
                        <a:spcAft>
                          <a:spcPts val="0"/>
                        </a:spcAft>
                      </a:pPr>
                      <a:r>
                        <a:rPr lang="bs-Latn-BA" sz="1400" dirty="0">
                          <a:solidFill>
                            <a:schemeClr val="bg1"/>
                          </a:solidFill>
                          <a:effectLst/>
                          <a:latin typeface="Times New Roman" panose="02020603050405020304" pitchFamily="18" charset="0"/>
                          <a:cs typeface="Times New Roman" panose="02020603050405020304" pitchFamily="18" charset="0"/>
                        </a:rPr>
                        <a:t>II</a:t>
                      </a:r>
                    </a:p>
                    <a:p>
                      <a:pPr marL="71755" marR="71755" algn="ctr">
                        <a:lnSpc>
                          <a:spcPct val="115000"/>
                        </a:lnSpc>
                        <a:spcAft>
                          <a:spcPts val="0"/>
                        </a:spcAft>
                      </a:pPr>
                      <a:r>
                        <a:rPr lang="en-US" sz="1400" dirty="0">
                          <a:solidFill>
                            <a:schemeClr val="bg1"/>
                          </a:solidFill>
                          <a:effectLst/>
                          <a:latin typeface="Times New Roman" panose="02020603050405020304" pitchFamily="18" charset="0"/>
                          <a:cs typeface="Times New Roman" panose="02020603050405020304" pitchFamily="18" charset="0"/>
                        </a:rPr>
                        <a:t>Extraction</a:t>
                      </a:r>
                      <a:endParaRPr lang="bs-Latn-BA" sz="1400" dirty="0">
                        <a:solidFill>
                          <a:schemeClr val="bg1"/>
                        </a:solidFill>
                        <a:effectLst/>
                        <a:latin typeface="Times New Roman" panose="02020603050405020304" pitchFamily="18" charset="0"/>
                        <a:ea typeface="Calibri"/>
                        <a:cs typeface="Times New Roman" panose="02020603050405020304" pitchFamily="18" charset="0"/>
                      </a:endParaRPr>
                    </a:p>
                  </a:txBody>
                  <a:tcPr marL="68580" marR="68580" marT="0" marB="0" vert="vert270" anchor="ct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2,02</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30,33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24,39</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12,18</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16,00</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10,09</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9,23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29,12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2,55</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15,47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1,65</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10,15</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1,68</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15,86</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7,45</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1,86</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3,61</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9,71</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1,31</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7,83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0,89</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15,77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7,11</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12,53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09"/>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4,33</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16,98</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0,22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8,92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1,10</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17,10</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5,48</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5,38</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10"/>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5,12</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18,80</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1,98</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7,17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0,99</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18,36</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4,18</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16,43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11"/>
                  </a:ext>
                </a:extLst>
              </a:tr>
              <a:tr h="241836">
                <a:tc rowSpan="5">
                  <a:txBody>
                    <a:bodyPr/>
                    <a:lstStyle/>
                    <a:p>
                      <a:pPr marL="71755" marR="71755" algn="ctr">
                        <a:lnSpc>
                          <a:spcPct val="115000"/>
                        </a:lnSpc>
                        <a:spcAft>
                          <a:spcPts val="0"/>
                        </a:spcAft>
                      </a:pPr>
                      <a:r>
                        <a:rPr lang="bs-Latn-BA" sz="1400" dirty="0">
                          <a:solidFill>
                            <a:schemeClr val="bg1"/>
                          </a:solidFill>
                          <a:effectLst/>
                          <a:latin typeface="Times New Roman" panose="02020603050405020304" pitchFamily="18" charset="0"/>
                          <a:cs typeface="Times New Roman" panose="02020603050405020304" pitchFamily="18" charset="0"/>
                        </a:rPr>
                        <a:t>III </a:t>
                      </a:r>
                      <a:r>
                        <a:rPr lang="en-US" sz="1400" dirty="0">
                          <a:solidFill>
                            <a:schemeClr val="bg1"/>
                          </a:solidFill>
                          <a:effectLst/>
                          <a:latin typeface="Times New Roman" panose="02020603050405020304" pitchFamily="18" charset="0"/>
                          <a:cs typeface="Times New Roman" panose="02020603050405020304" pitchFamily="18" charset="0"/>
                        </a:rPr>
                        <a:t>extraction</a:t>
                      </a:r>
                      <a:endParaRPr lang="bs-Latn-BA" sz="1400" dirty="0">
                        <a:solidFill>
                          <a:schemeClr val="bg1"/>
                        </a:solidFill>
                        <a:effectLst/>
                        <a:latin typeface="Times New Roman" panose="02020603050405020304" pitchFamily="18" charset="0"/>
                        <a:ea typeface="Calibri"/>
                        <a:cs typeface="Times New Roman" panose="02020603050405020304" pitchFamily="18" charset="0"/>
                      </a:endParaRPr>
                    </a:p>
                  </a:txBody>
                  <a:tcPr marL="68580" marR="68580" marT="0" marB="0" vert="vert270" anchor="ct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2,02</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11,83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23,47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10,45</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6,98</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7,24</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12,38</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14,58</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12"/>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2,55</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10,92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7,94</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2,54</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6,87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6,31</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0,98</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1,43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13"/>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3,61</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10,01</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6,92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0,70</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7,35</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6,65</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11,33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14"/>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4,33</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5,16</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6,29</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0,76</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8,97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8,27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1,43</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1,11</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15"/>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5,12</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3,34</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5,36</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0,63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9,03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5,73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15,37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16"/>
                  </a:ext>
                </a:extLst>
              </a:tr>
              <a:tr h="265667">
                <a:tc gridSpan="10">
                  <a:txBody>
                    <a:bodyPr/>
                    <a:lstStyle/>
                    <a:p>
                      <a:pPr algn="ctr">
                        <a:lnSpc>
                          <a:spcPct val="115000"/>
                        </a:lnSpc>
                        <a:spcAft>
                          <a:spcPts val="0"/>
                        </a:spcAft>
                      </a:pPr>
                      <a:r>
                        <a:rPr lang="en-US" sz="1600" dirty="0"/>
                        <a:t>The total extracted after all </a:t>
                      </a:r>
                      <a:r>
                        <a:rPr lang="en-US" sz="1600" dirty="0">
                          <a:solidFill>
                            <a:schemeClr val="bg1"/>
                          </a:solidFill>
                        </a:rPr>
                        <a:t>extractions</a:t>
                      </a:r>
                      <a:r>
                        <a:rPr lang="bs-Latn-BA" sz="1600" dirty="0">
                          <a:solidFill>
                            <a:schemeClr val="bg1"/>
                          </a:solidFill>
                          <a:effectLst/>
                          <a:latin typeface="Times New Roman" panose="02020603050405020304" pitchFamily="18" charset="0"/>
                          <a:cs typeface="Times New Roman" panose="02020603050405020304" pitchFamily="18" charset="0"/>
                        </a:rPr>
                        <a:t>, %</a:t>
                      </a:r>
                      <a:endParaRPr lang="bs-Latn-BA" sz="1600" dirty="0">
                        <a:solidFill>
                          <a:schemeClr val="bg1"/>
                        </a:solidFill>
                        <a:effectLst/>
                        <a:latin typeface="Times New Roman" panose="02020603050405020304" pitchFamily="18" charset="0"/>
                        <a:ea typeface="Calibri"/>
                        <a:cs typeface="Times New Roman" panose="02020603050405020304" pitchFamily="18" charset="0"/>
                      </a:endParaRPr>
                    </a:p>
                  </a:txBody>
                  <a:tcPr marL="68580" marR="68580" marT="0" marB="0"/>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extLst>
                  <a:ext uri="{0D108BD9-81ED-4DB2-BD59-A6C34878D82A}">
                    <a16:rowId xmlns:a16="http://schemas.microsoft.com/office/drawing/2014/main" val="10017"/>
                  </a:ext>
                </a:extLst>
              </a:tr>
              <a:tr h="241836">
                <a:tc rowSpan="5">
                  <a:txBody>
                    <a:bodyPr/>
                    <a:lstStyle/>
                    <a:p>
                      <a:pPr algn="ctr">
                        <a:lnSpc>
                          <a:spcPct val="115000"/>
                        </a:lnSpc>
                        <a:spcAft>
                          <a:spcPts val="0"/>
                        </a:spcAft>
                      </a:pPr>
                      <a:r>
                        <a:rPr lang="bs-Latn-BA" sz="1400" dirty="0">
                          <a:solidFill>
                            <a:schemeClr val="tx1"/>
                          </a:solidFill>
                          <a:effectLst/>
                          <a:latin typeface="Times New Roman" panose="02020603050405020304" pitchFamily="18" charset="0"/>
                          <a:cs typeface="Times New Roman" panose="02020603050405020304" pitchFamily="18" charset="0"/>
                        </a:rPr>
                        <a:t> </a:t>
                      </a:r>
                      <a:endParaRPr lang="bs-Latn-BA" sz="14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2,02</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b="1" dirty="0">
                          <a:solidFill>
                            <a:srgbClr val="FF0000"/>
                          </a:solidFill>
                          <a:effectLst/>
                          <a:latin typeface="Times New Roman" panose="02020603050405020304" pitchFamily="18" charset="0"/>
                          <a:cs typeface="Times New Roman" panose="02020603050405020304" pitchFamily="18" charset="0"/>
                        </a:rPr>
                        <a:t>60</a:t>
                      </a:r>
                      <a:endParaRPr lang="bs-Latn-BA" sz="1600" b="1" dirty="0">
                        <a:solidFill>
                          <a:srgbClr val="FF0000"/>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b="1" dirty="0">
                          <a:solidFill>
                            <a:srgbClr val="FF0000"/>
                          </a:solidFill>
                          <a:effectLst/>
                          <a:latin typeface="Times New Roman" panose="02020603050405020304" pitchFamily="18" charset="0"/>
                          <a:cs typeface="Times New Roman" panose="02020603050405020304" pitchFamily="18" charset="0"/>
                        </a:rPr>
                        <a:t>62</a:t>
                      </a:r>
                      <a:endParaRPr lang="bs-Latn-BA" sz="1600" b="1" dirty="0">
                        <a:solidFill>
                          <a:srgbClr val="FF0000"/>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30</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b="1" dirty="0">
                          <a:solidFill>
                            <a:srgbClr val="FF0000"/>
                          </a:solidFill>
                          <a:effectLst/>
                          <a:latin typeface="Times New Roman" panose="02020603050405020304" pitchFamily="18" charset="0"/>
                          <a:cs typeface="Times New Roman" panose="02020603050405020304" pitchFamily="18" charset="0"/>
                        </a:rPr>
                        <a:t>88</a:t>
                      </a:r>
                      <a:endParaRPr lang="bs-Latn-BA" sz="1600" b="1" dirty="0">
                        <a:solidFill>
                          <a:srgbClr val="FF0000"/>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24</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b="1" dirty="0">
                          <a:solidFill>
                            <a:srgbClr val="FF0000"/>
                          </a:solidFill>
                          <a:effectLst/>
                          <a:latin typeface="Times New Roman" panose="02020603050405020304" pitchFamily="18" charset="0"/>
                          <a:cs typeface="Times New Roman" panose="02020603050405020304" pitchFamily="18" charset="0"/>
                        </a:rPr>
                        <a:t>29</a:t>
                      </a:r>
                      <a:endParaRPr lang="bs-Latn-BA" sz="1600" b="1" dirty="0">
                        <a:solidFill>
                          <a:srgbClr val="FF0000"/>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b="1" dirty="0">
                          <a:solidFill>
                            <a:srgbClr val="FF0000"/>
                          </a:solidFill>
                          <a:effectLst/>
                          <a:latin typeface="Times New Roman" panose="02020603050405020304" pitchFamily="18" charset="0"/>
                          <a:cs typeface="Times New Roman" panose="02020603050405020304" pitchFamily="18" charset="0"/>
                        </a:rPr>
                        <a:t>98</a:t>
                      </a:r>
                      <a:endParaRPr lang="bs-Latn-BA" sz="1600" b="1" dirty="0">
                        <a:solidFill>
                          <a:srgbClr val="FF0000"/>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18"/>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2,55</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38</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b="1" dirty="0">
                          <a:solidFill>
                            <a:srgbClr val="FF0000"/>
                          </a:solidFill>
                          <a:effectLst/>
                          <a:latin typeface="Times New Roman" panose="02020603050405020304" pitchFamily="18" charset="0"/>
                          <a:cs typeface="Times New Roman" panose="02020603050405020304" pitchFamily="18" charset="0"/>
                        </a:rPr>
                        <a:t>64</a:t>
                      </a:r>
                      <a:endParaRPr lang="bs-Latn-BA" sz="1600" b="1" dirty="0">
                        <a:solidFill>
                          <a:srgbClr val="FF0000"/>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29</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76</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18</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4</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19"/>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3,61</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31</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77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20</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54</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20"/>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4,33</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42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6</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24</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4</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77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9</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6</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21"/>
                  </a:ext>
                </a:extLst>
              </a:tr>
              <a:tr h="241836">
                <a:tc vMerge="1">
                  <a:txBody>
                    <a:bodyPr/>
                    <a:lstStyle/>
                    <a:p>
                      <a:endParaRPr lang="bs-Latn-BA"/>
                    </a:p>
                  </a:txBody>
                  <a:tcPr/>
                </a:tc>
                <a:tc>
                  <a:txBody>
                    <a:bodyPr/>
                    <a:lstStyle/>
                    <a:p>
                      <a:pPr algn="ctr">
                        <a:lnSpc>
                          <a:spcPct val="115000"/>
                        </a:lnSpc>
                        <a:spcAft>
                          <a:spcPts val="0"/>
                        </a:spcAft>
                      </a:pPr>
                      <a:r>
                        <a:rPr lang="bs-Latn-BA" sz="1400">
                          <a:solidFill>
                            <a:schemeClr val="tx1"/>
                          </a:solidFill>
                          <a:effectLst/>
                          <a:latin typeface="Times New Roman" panose="02020603050405020304" pitchFamily="18" charset="0"/>
                          <a:cs typeface="Times New Roman" panose="02020603050405020304" pitchFamily="18" charset="0"/>
                        </a:rPr>
                        <a:t>5,12</a:t>
                      </a:r>
                      <a:endParaRPr lang="bs-Latn-BA" sz="14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40</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22</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3</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76</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17</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a:solidFill>
                            <a:schemeClr val="tx1"/>
                          </a:solidFill>
                          <a:effectLst/>
                          <a:latin typeface="Times New Roman" panose="02020603050405020304" pitchFamily="18" charset="0"/>
                          <a:cs typeface="Times New Roman" panose="02020603050405020304" pitchFamily="18" charset="0"/>
                        </a:rPr>
                        <a:t>*</a:t>
                      </a:r>
                      <a:endParaRPr lang="bs-Latn-BA" sz="160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algn="ctr">
                        <a:lnSpc>
                          <a:spcPct val="115000"/>
                        </a:lnSpc>
                        <a:spcAft>
                          <a:spcPts val="0"/>
                        </a:spcAft>
                      </a:pPr>
                      <a:r>
                        <a:rPr lang="bs-Latn-BA" sz="1600" dirty="0">
                          <a:solidFill>
                            <a:schemeClr val="tx1"/>
                          </a:solidFill>
                          <a:effectLst/>
                          <a:latin typeface="Times New Roman" panose="02020603050405020304" pitchFamily="18" charset="0"/>
                          <a:cs typeface="Times New Roman" panose="02020603050405020304" pitchFamily="18" charset="0"/>
                        </a:rPr>
                        <a:t>57</a:t>
                      </a:r>
                      <a:endParaRPr lang="bs-Latn-BA" sz="16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22"/>
                  </a:ext>
                </a:extLst>
              </a:tr>
            </a:tbl>
          </a:graphicData>
        </a:graphic>
      </p:graphicFrame>
      <p:sp>
        <p:nvSpPr>
          <p:cNvPr id="3" name="TextBox 2">
            <a:extLst>
              <a:ext uri="{FF2B5EF4-FFF2-40B4-BE49-F238E27FC236}">
                <a16:creationId xmlns:a16="http://schemas.microsoft.com/office/drawing/2014/main" id="{FFB4093F-C059-CCB2-4995-42803513A2E0}"/>
              </a:ext>
            </a:extLst>
          </p:cNvPr>
          <p:cNvSpPr txBox="1"/>
          <p:nvPr/>
        </p:nvSpPr>
        <p:spPr>
          <a:xfrm>
            <a:off x="150126" y="3806"/>
            <a:ext cx="11489424"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Results of Acid Rain Simulation and Desorption of Heavy Metals from Lichens</a:t>
            </a:r>
            <a:endParaRPr lang="bs-Latn-BA"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254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C2018B7-CE34-0677-BE2C-81440004C15B}"/>
              </a:ext>
            </a:extLst>
          </p:cNvPr>
          <p:cNvSpPr txBox="1"/>
          <p:nvPr/>
        </p:nvSpPr>
        <p:spPr>
          <a:xfrm>
            <a:off x="1048656" y="6149231"/>
            <a:ext cx="10547142" cy="400110"/>
          </a:xfrm>
          <a:prstGeom prst="rect">
            <a:avLst/>
          </a:prstGeom>
          <a:solidFill>
            <a:schemeClr val="bg1"/>
          </a:solidFill>
        </p:spPr>
        <p:txBody>
          <a:bodyPr wrap="square">
            <a:spAutoFit/>
          </a:bodyPr>
          <a:lstStyle/>
          <a:p>
            <a:r>
              <a:rPr lang="en-US" sz="2000" dirty="0">
                <a:latin typeface="Times New Roman" panose="02020603050405020304" pitchFamily="18" charset="0"/>
                <a:cs typeface="Times New Roman" panose="02020603050405020304" pitchFamily="18" charset="0"/>
              </a:rPr>
              <a:t>Figure 9. Overview of air pollution levels in BiH based on metal content in lichen and moss</a:t>
            </a:r>
            <a:r>
              <a:rPr lang="bs-Latn-BA" sz="2000" dirty="0">
                <a:latin typeface="Times New Roman" panose="02020603050405020304" pitchFamily="18" charset="0"/>
                <a:cs typeface="Times New Roman" panose="02020603050405020304" pitchFamily="18" charset="0"/>
              </a:rPr>
              <a:t> (2017)</a:t>
            </a: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0DFE9C9-AC34-166D-6BC3-2939AA5C14C9}"/>
              </a:ext>
            </a:extLst>
          </p:cNvPr>
          <p:cNvPicPr>
            <a:picLocks noChangeAspect="1"/>
          </p:cNvPicPr>
          <p:nvPr/>
        </p:nvPicPr>
        <p:blipFill>
          <a:blip r:embed="rId2"/>
          <a:stretch>
            <a:fillRect/>
          </a:stretch>
        </p:blipFill>
        <p:spPr>
          <a:xfrm>
            <a:off x="1309688" y="171450"/>
            <a:ext cx="9268378" cy="5948362"/>
          </a:xfrm>
          <a:prstGeom prst="rect">
            <a:avLst/>
          </a:prstGeom>
        </p:spPr>
      </p:pic>
    </p:spTree>
    <p:extLst>
      <p:ext uri="{BB962C8B-B14F-4D97-AF65-F5344CB8AC3E}">
        <p14:creationId xmlns:p14="http://schemas.microsoft.com/office/powerpoint/2010/main" val="1731831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0801D-6B8F-ACE2-3C00-DB55B6E1CE30}"/>
              </a:ext>
            </a:extLst>
          </p:cNvPr>
          <p:cNvSpPr>
            <a:spLocks noGrp="1"/>
          </p:cNvSpPr>
          <p:nvPr>
            <p:ph type="title"/>
          </p:nvPr>
        </p:nvSpPr>
        <p:spPr>
          <a:xfrm>
            <a:off x="838200" y="365126"/>
            <a:ext cx="10515600" cy="519129"/>
          </a:xfrm>
        </p:spPr>
        <p:txBody>
          <a:bodyPr>
            <a:normAutofit fontScale="90000"/>
          </a:bodyPr>
          <a:lstStyle/>
          <a:p>
            <a:r>
              <a:rPr lang="en-US" b="1" i="1" dirty="0">
                <a:latin typeface="Times New Roman" panose="02020603050405020304" pitchFamily="18" charset="0"/>
                <a:cs typeface="Times New Roman" panose="02020603050405020304" pitchFamily="18" charset="0"/>
              </a:rPr>
              <a:t>Future Prospects</a:t>
            </a:r>
            <a:br>
              <a:rPr lang="en-US" b="1" dirty="0"/>
            </a:br>
            <a:endParaRPr lang="bs-Latn-BA" dirty="0"/>
          </a:p>
        </p:txBody>
      </p:sp>
      <p:sp>
        <p:nvSpPr>
          <p:cNvPr id="3" name="Content Placeholder 2">
            <a:extLst>
              <a:ext uri="{FF2B5EF4-FFF2-40B4-BE49-F238E27FC236}">
                <a16:creationId xmlns:a16="http://schemas.microsoft.com/office/drawing/2014/main" id="{6AFA72B0-F6B1-1B3B-4EE7-1C81B57D5FC8}"/>
              </a:ext>
            </a:extLst>
          </p:cNvPr>
          <p:cNvSpPr>
            <a:spLocks noGrp="1"/>
          </p:cNvSpPr>
          <p:nvPr>
            <p:ph idx="1"/>
          </p:nvPr>
        </p:nvSpPr>
        <p:spPr>
          <a:xfrm>
            <a:off x="838200" y="1135463"/>
            <a:ext cx="10515600" cy="5387556"/>
          </a:xfrm>
        </p:spPr>
        <p:txBody>
          <a:bodyPr>
            <a:normAutofit fontScale="77500" lnSpcReduction="20000"/>
          </a:bodyPr>
          <a:lstStyle/>
          <a:p>
            <a:r>
              <a:rPr lang="en-US" sz="3100" b="1" dirty="0">
                <a:latin typeface="Times New Roman" panose="02020603050405020304" pitchFamily="18" charset="0"/>
                <a:cs typeface="Times New Roman" panose="02020603050405020304" pitchFamily="18" charset="0"/>
              </a:rPr>
              <a:t>Systemic Integration</a:t>
            </a:r>
            <a:endParaRPr lang="en-US" sz="3100" dirty="0">
              <a:latin typeface="Times New Roman" panose="02020603050405020304" pitchFamily="18" charset="0"/>
              <a:cs typeface="Times New Roman" panose="02020603050405020304" pitchFamily="18" charset="0"/>
            </a:endParaRPr>
          </a:p>
          <a:p>
            <a:pPr marL="457200" lvl="1" indent="0">
              <a:buNone/>
            </a:pPr>
            <a:r>
              <a:rPr lang="bs-Latn-BA" sz="3100" dirty="0">
                <a:latin typeface="Times New Roman" panose="02020603050405020304" pitchFamily="18" charset="0"/>
                <a:cs typeface="Times New Roman" panose="02020603050405020304" pitchFamily="18" charset="0"/>
              </a:rPr>
              <a:t>-</a:t>
            </a:r>
            <a:r>
              <a:rPr lang="en-US" sz="3100" dirty="0">
                <a:latin typeface="Times New Roman" panose="02020603050405020304" pitchFamily="18" charset="0"/>
                <a:cs typeface="Times New Roman" panose="02020603050405020304" pitchFamily="18" charset="0"/>
              </a:rPr>
              <a:t>Integrating biomonitoring as a complementary method to official monitoring stations.</a:t>
            </a:r>
          </a:p>
          <a:p>
            <a:pPr marL="457200" lvl="1" indent="0">
              <a:buNone/>
            </a:pPr>
            <a:r>
              <a:rPr lang="bs-Latn-BA" sz="3100" dirty="0">
                <a:latin typeface="Times New Roman" panose="02020603050405020304" pitchFamily="18" charset="0"/>
                <a:cs typeface="Times New Roman" panose="02020603050405020304" pitchFamily="18" charset="0"/>
              </a:rPr>
              <a:t>-</a:t>
            </a:r>
            <a:r>
              <a:rPr lang="en-US" sz="3100" dirty="0">
                <a:latin typeface="Times New Roman" panose="02020603050405020304" pitchFamily="18" charset="0"/>
                <a:cs typeface="Times New Roman" panose="02020603050405020304" pitchFamily="18" charset="0"/>
              </a:rPr>
              <a:t>A cost-effective approach that allows wider geographic coverage, including rural areas lacking expensive equipment.</a:t>
            </a:r>
          </a:p>
          <a:p>
            <a:r>
              <a:rPr lang="en-US" sz="3100" b="1" dirty="0">
                <a:latin typeface="Times New Roman" panose="02020603050405020304" pitchFamily="18" charset="0"/>
                <a:cs typeface="Times New Roman" panose="02020603050405020304" pitchFamily="18" charset="0"/>
              </a:rPr>
              <a:t>Standardization (EU Norms)</a:t>
            </a:r>
            <a:endParaRPr lang="en-US" sz="3100" dirty="0">
              <a:latin typeface="Times New Roman" panose="02020603050405020304" pitchFamily="18" charset="0"/>
              <a:cs typeface="Times New Roman" panose="02020603050405020304" pitchFamily="18" charset="0"/>
            </a:endParaRPr>
          </a:p>
          <a:p>
            <a:pPr marL="457200" lvl="1" indent="0">
              <a:buNone/>
            </a:pPr>
            <a:r>
              <a:rPr lang="bs-Latn-BA" sz="3100" dirty="0">
                <a:latin typeface="Times New Roman" panose="02020603050405020304" pitchFamily="18" charset="0"/>
                <a:cs typeface="Times New Roman" panose="02020603050405020304" pitchFamily="18" charset="0"/>
              </a:rPr>
              <a:t>-</a:t>
            </a:r>
            <a:r>
              <a:rPr lang="en-US" sz="3100" dirty="0">
                <a:latin typeface="Times New Roman" panose="02020603050405020304" pitchFamily="18" charset="0"/>
                <a:cs typeface="Times New Roman" panose="02020603050405020304" pitchFamily="18" charset="0"/>
              </a:rPr>
              <a:t>Aligning methodologies with European standards</a:t>
            </a:r>
            <a:r>
              <a:rPr lang="bs-Latn-BA" sz="3100" dirty="0">
                <a:latin typeface="Times New Roman" panose="02020603050405020304" pitchFamily="18" charset="0"/>
                <a:cs typeface="Times New Roman" panose="02020603050405020304" pitchFamily="18" charset="0"/>
              </a:rPr>
              <a:t>.</a:t>
            </a:r>
          </a:p>
          <a:p>
            <a:pPr marL="457200" lvl="1" indent="0">
              <a:buNone/>
            </a:pPr>
            <a:endParaRPr lang="en-US" sz="3100" dirty="0">
              <a:latin typeface="Times New Roman" panose="02020603050405020304" pitchFamily="18" charset="0"/>
              <a:cs typeface="Times New Roman" panose="02020603050405020304" pitchFamily="18" charset="0"/>
            </a:endParaRPr>
          </a:p>
          <a:p>
            <a:pPr marL="457200" lvl="1" indent="0">
              <a:buNone/>
            </a:pPr>
            <a:r>
              <a:rPr lang="bs-Latn-BA" sz="3100" dirty="0">
                <a:latin typeface="Times New Roman" panose="02020603050405020304" pitchFamily="18" charset="0"/>
                <a:cs typeface="Times New Roman" panose="02020603050405020304" pitchFamily="18" charset="0"/>
              </a:rPr>
              <a:t>- </a:t>
            </a:r>
            <a:r>
              <a:rPr lang="en-US" sz="3100" dirty="0">
                <a:latin typeface="Times New Roman" panose="02020603050405020304" pitchFamily="18" charset="0"/>
                <a:cs typeface="Times New Roman" panose="02020603050405020304" pitchFamily="18" charset="0"/>
              </a:rPr>
              <a:t>Ensuring that data collected in BiH is fully comparable with the rest of Europe.</a:t>
            </a:r>
          </a:p>
          <a:p>
            <a:r>
              <a:rPr lang="en-US" sz="3100" b="1" dirty="0">
                <a:latin typeface="Times New Roman" panose="02020603050405020304" pitchFamily="18" charset="0"/>
                <a:cs typeface="Times New Roman" panose="02020603050405020304" pitchFamily="18" charset="0"/>
              </a:rPr>
              <a:t>Adoption of Modern Techniques</a:t>
            </a:r>
            <a:endParaRPr lang="en-US" sz="3100" dirty="0">
              <a:latin typeface="Times New Roman" panose="02020603050405020304" pitchFamily="18" charset="0"/>
              <a:cs typeface="Times New Roman" panose="02020603050405020304" pitchFamily="18" charset="0"/>
            </a:endParaRPr>
          </a:p>
          <a:p>
            <a:pPr marL="457200" lvl="1" indent="0">
              <a:buNone/>
            </a:pPr>
            <a:r>
              <a:rPr lang="bs-Latn-BA" sz="3100" dirty="0">
                <a:latin typeface="Times New Roman" panose="02020603050405020304" pitchFamily="18" charset="0"/>
                <a:cs typeface="Times New Roman" panose="02020603050405020304" pitchFamily="18" charset="0"/>
              </a:rPr>
              <a:t>-</a:t>
            </a:r>
            <a:r>
              <a:rPr lang="en-US" sz="3100" dirty="0">
                <a:latin typeface="Times New Roman" panose="02020603050405020304" pitchFamily="18" charset="0"/>
                <a:cs typeface="Times New Roman" panose="02020603050405020304" pitchFamily="18" charset="0"/>
              </a:rPr>
              <a:t>Combining chemical analysis of lichen tissue with Geographic Information Systems (GIS).</a:t>
            </a:r>
          </a:p>
          <a:p>
            <a:pPr lvl="1"/>
            <a:endParaRPr lang="bs-Latn-BA" sz="3100" dirty="0">
              <a:latin typeface="Times New Roman" panose="02020603050405020304" pitchFamily="18" charset="0"/>
              <a:cs typeface="Times New Roman" panose="02020603050405020304" pitchFamily="18" charset="0"/>
            </a:endParaRPr>
          </a:p>
          <a:p>
            <a:pPr marL="457200" lvl="1" indent="0">
              <a:buNone/>
            </a:pPr>
            <a:r>
              <a:rPr lang="bs-Latn-BA" sz="3100" dirty="0">
                <a:latin typeface="Times New Roman" panose="02020603050405020304" pitchFamily="18" charset="0"/>
                <a:cs typeface="Times New Roman" panose="02020603050405020304" pitchFamily="18" charset="0"/>
              </a:rPr>
              <a:t>-</a:t>
            </a:r>
            <a:r>
              <a:rPr lang="en-US" sz="3100" dirty="0">
                <a:latin typeface="Times New Roman" panose="02020603050405020304" pitchFamily="18" charset="0"/>
                <a:cs typeface="Times New Roman" panose="02020603050405020304" pitchFamily="18" charset="0"/>
              </a:rPr>
              <a:t>Utilizing advanced emission registers to create precise, real-time pollution maps.</a:t>
            </a:r>
          </a:p>
          <a:p>
            <a:pPr marL="0" indent="0">
              <a:buNone/>
            </a:pPr>
            <a:br>
              <a:rPr lang="en-US" dirty="0"/>
            </a:br>
            <a:endParaRPr lang="en-US" dirty="0"/>
          </a:p>
          <a:p>
            <a:endParaRPr lang="bs-Latn-BA" dirty="0"/>
          </a:p>
        </p:txBody>
      </p:sp>
    </p:spTree>
    <p:extLst>
      <p:ext uri="{BB962C8B-B14F-4D97-AF65-F5344CB8AC3E}">
        <p14:creationId xmlns:p14="http://schemas.microsoft.com/office/powerpoint/2010/main" val="1048503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5E5B3-6EFB-C28D-5AF7-0DD34231D589}"/>
              </a:ext>
            </a:extLst>
          </p:cNvPr>
          <p:cNvPicPr>
            <a:picLocks noChangeAspect="1"/>
          </p:cNvPicPr>
          <p:nvPr/>
        </p:nvPicPr>
        <p:blipFill>
          <a:blip r:embed="rId2"/>
          <a:stretch>
            <a:fillRect/>
          </a:stretch>
        </p:blipFill>
        <p:spPr>
          <a:xfrm>
            <a:off x="7943652" y="3682980"/>
            <a:ext cx="4248348" cy="2963482"/>
          </a:xfrm>
          <a:prstGeom prst="rect">
            <a:avLst/>
          </a:prstGeom>
        </p:spPr>
      </p:pic>
      <p:pic>
        <p:nvPicPr>
          <p:cNvPr id="8" name="Picture 7">
            <a:extLst>
              <a:ext uri="{FF2B5EF4-FFF2-40B4-BE49-F238E27FC236}">
                <a16:creationId xmlns:a16="http://schemas.microsoft.com/office/drawing/2014/main" id="{F02111D8-10AD-FF41-336C-A177F6993C7F}"/>
              </a:ext>
            </a:extLst>
          </p:cNvPr>
          <p:cNvPicPr>
            <a:picLocks noChangeAspect="1"/>
          </p:cNvPicPr>
          <p:nvPr/>
        </p:nvPicPr>
        <p:blipFill>
          <a:blip r:embed="rId3"/>
          <a:stretch>
            <a:fillRect/>
          </a:stretch>
        </p:blipFill>
        <p:spPr>
          <a:xfrm>
            <a:off x="0" y="0"/>
            <a:ext cx="4416259" cy="3869484"/>
          </a:xfrm>
          <a:prstGeom prst="rect">
            <a:avLst/>
          </a:prstGeom>
        </p:spPr>
      </p:pic>
      <p:pic>
        <p:nvPicPr>
          <p:cNvPr id="10" name="Picture 9">
            <a:extLst>
              <a:ext uri="{FF2B5EF4-FFF2-40B4-BE49-F238E27FC236}">
                <a16:creationId xmlns:a16="http://schemas.microsoft.com/office/drawing/2014/main" id="{8F930C76-59C8-D6F6-CF00-8F8EF9F96039}"/>
              </a:ext>
            </a:extLst>
          </p:cNvPr>
          <p:cNvPicPr>
            <a:picLocks noChangeAspect="1"/>
          </p:cNvPicPr>
          <p:nvPr/>
        </p:nvPicPr>
        <p:blipFill>
          <a:blip r:embed="rId4"/>
          <a:stretch>
            <a:fillRect/>
          </a:stretch>
        </p:blipFill>
        <p:spPr>
          <a:xfrm>
            <a:off x="4248349" y="1871526"/>
            <a:ext cx="4061701" cy="3423806"/>
          </a:xfrm>
          <a:prstGeom prst="rect">
            <a:avLst/>
          </a:prstGeom>
        </p:spPr>
      </p:pic>
      <p:pic>
        <p:nvPicPr>
          <p:cNvPr id="3" name="Picture 2">
            <a:extLst>
              <a:ext uri="{FF2B5EF4-FFF2-40B4-BE49-F238E27FC236}">
                <a16:creationId xmlns:a16="http://schemas.microsoft.com/office/drawing/2014/main" id="{B6A8A886-B235-F1FC-29E0-6FB0CA7D0948}"/>
              </a:ext>
            </a:extLst>
          </p:cNvPr>
          <p:cNvPicPr>
            <a:picLocks noChangeAspect="1"/>
          </p:cNvPicPr>
          <p:nvPr/>
        </p:nvPicPr>
        <p:blipFill>
          <a:blip r:embed="rId5"/>
          <a:stretch>
            <a:fillRect/>
          </a:stretch>
        </p:blipFill>
        <p:spPr>
          <a:xfrm>
            <a:off x="7943652" y="211538"/>
            <a:ext cx="3928475" cy="3251831"/>
          </a:xfrm>
          <a:prstGeom prst="rect">
            <a:avLst/>
          </a:prstGeom>
        </p:spPr>
      </p:pic>
      <p:pic>
        <p:nvPicPr>
          <p:cNvPr id="5" name="Picture 4">
            <a:extLst>
              <a:ext uri="{FF2B5EF4-FFF2-40B4-BE49-F238E27FC236}">
                <a16:creationId xmlns:a16="http://schemas.microsoft.com/office/drawing/2014/main" id="{A956AFCD-E962-53E6-8C9D-028019D254E5}"/>
              </a:ext>
            </a:extLst>
          </p:cNvPr>
          <p:cNvPicPr>
            <a:picLocks noChangeAspect="1"/>
          </p:cNvPicPr>
          <p:nvPr/>
        </p:nvPicPr>
        <p:blipFill>
          <a:blip r:embed="rId6"/>
          <a:stretch>
            <a:fillRect/>
          </a:stretch>
        </p:blipFill>
        <p:spPr>
          <a:xfrm>
            <a:off x="186648" y="3401633"/>
            <a:ext cx="3882934" cy="3363421"/>
          </a:xfrm>
          <a:prstGeom prst="rect">
            <a:avLst/>
          </a:prstGeom>
        </p:spPr>
      </p:pic>
    </p:spTree>
    <p:extLst>
      <p:ext uri="{BB962C8B-B14F-4D97-AF65-F5344CB8AC3E}">
        <p14:creationId xmlns:p14="http://schemas.microsoft.com/office/powerpoint/2010/main" val="11133396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250B92-7E8A-7952-0C1B-CF78FD03E3F5}"/>
              </a:ext>
            </a:extLst>
          </p:cNvPr>
          <p:cNvPicPr>
            <a:picLocks noChangeAspect="1"/>
          </p:cNvPicPr>
          <p:nvPr/>
        </p:nvPicPr>
        <p:blipFill>
          <a:blip r:embed="rId2"/>
          <a:stretch>
            <a:fillRect/>
          </a:stretch>
        </p:blipFill>
        <p:spPr>
          <a:xfrm>
            <a:off x="0" y="96879"/>
            <a:ext cx="4326340" cy="3516433"/>
          </a:xfrm>
          <a:prstGeom prst="rect">
            <a:avLst/>
          </a:prstGeom>
        </p:spPr>
      </p:pic>
      <p:pic>
        <p:nvPicPr>
          <p:cNvPr id="9" name="Picture 8">
            <a:extLst>
              <a:ext uri="{FF2B5EF4-FFF2-40B4-BE49-F238E27FC236}">
                <a16:creationId xmlns:a16="http://schemas.microsoft.com/office/drawing/2014/main" id="{59E73E16-530C-0ECF-E6AB-0C3184389510}"/>
              </a:ext>
            </a:extLst>
          </p:cNvPr>
          <p:cNvPicPr>
            <a:picLocks noChangeAspect="1"/>
          </p:cNvPicPr>
          <p:nvPr/>
        </p:nvPicPr>
        <p:blipFill>
          <a:blip r:embed="rId3"/>
          <a:stretch>
            <a:fillRect/>
          </a:stretch>
        </p:blipFill>
        <p:spPr>
          <a:xfrm>
            <a:off x="4208344" y="1410055"/>
            <a:ext cx="4247674" cy="3216536"/>
          </a:xfrm>
          <a:prstGeom prst="rect">
            <a:avLst/>
          </a:prstGeom>
        </p:spPr>
      </p:pic>
      <p:pic>
        <p:nvPicPr>
          <p:cNvPr id="11" name="Picture 10">
            <a:extLst>
              <a:ext uri="{FF2B5EF4-FFF2-40B4-BE49-F238E27FC236}">
                <a16:creationId xmlns:a16="http://schemas.microsoft.com/office/drawing/2014/main" id="{A338F73F-A8C5-BAF4-29C7-F69EC8CCB4D7}"/>
              </a:ext>
            </a:extLst>
          </p:cNvPr>
          <p:cNvPicPr>
            <a:picLocks noChangeAspect="1"/>
          </p:cNvPicPr>
          <p:nvPr/>
        </p:nvPicPr>
        <p:blipFill>
          <a:blip r:embed="rId4"/>
          <a:stretch>
            <a:fillRect/>
          </a:stretch>
        </p:blipFill>
        <p:spPr>
          <a:xfrm>
            <a:off x="8432570" y="3967234"/>
            <a:ext cx="3759430" cy="2738082"/>
          </a:xfrm>
          <a:prstGeom prst="rect">
            <a:avLst/>
          </a:prstGeom>
        </p:spPr>
      </p:pic>
    </p:spTree>
    <p:extLst>
      <p:ext uri="{BB962C8B-B14F-4D97-AF65-F5344CB8AC3E}">
        <p14:creationId xmlns:p14="http://schemas.microsoft.com/office/powerpoint/2010/main" val="1367547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217D97E-FF74-E425-417A-F6E4A82A6C38}"/>
              </a:ext>
            </a:extLst>
          </p:cNvPr>
          <p:cNvSpPr>
            <a:spLocks noGrp="1"/>
          </p:cNvSpPr>
          <p:nvPr>
            <p:ph type="body" sz="half" idx="2"/>
          </p:nvPr>
        </p:nvSpPr>
        <p:spPr>
          <a:xfrm>
            <a:off x="4320329" y="2280976"/>
            <a:ext cx="3718353" cy="1148024"/>
          </a:xfrm>
        </p:spPr>
        <p:txBody>
          <a:bodyPr>
            <a:normAutofit/>
          </a:bodyPr>
          <a:lstStyle/>
          <a:p>
            <a:r>
              <a:rPr lang="bs-Latn-BA" sz="4800" i="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963362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16210</TotalTime>
  <Words>2531</Words>
  <Application>Microsoft Office PowerPoint</Application>
  <PresentationFormat>Widescreen</PresentationFormat>
  <Paragraphs>430</Paragraphs>
  <Slides>28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Calibri Light</vt:lpstr>
      <vt:lpstr>SkolarSans-BdCond_Cyr-Ltn</vt:lpstr>
      <vt:lpstr>Symbol</vt:lpstr>
      <vt:lpstr>Times New Roman</vt:lpstr>
      <vt:lpstr>Wingdings</vt:lpstr>
      <vt:lpstr>Office Theme</vt:lpstr>
      <vt:lpstr>Air Quality Monitoring in Bosnia and Herzegovina: Current Challenges and Future Prospects </vt:lpstr>
      <vt:lpstr>PowerPoint Presentation</vt:lpstr>
      <vt:lpstr>PowerPoint Presentation</vt:lpstr>
      <vt:lpstr>PowerPoint Presentation</vt:lpstr>
      <vt:lpstr>PowerPoint Presentation</vt:lpstr>
      <vt:lpstr>Biomonitoring, bioindicator and biomonitor</vt:lpstr>
      <vt:lpstr>Characteristics of Biomonitors and Bioindicators</vt:lpstr>
      <vt:lpstr>PowerPoint Presentation</vt:lpstr>
      <vt:lpstr>PowerPoint Presentation</vt:lpstr>
      <vt:lpstr>PowerPoint Presentation</vt:lpstr>
      <vt:lpstr>Current Challenges in BiH </vt:lpstr>
      <vt:lpstr>Hypogymnia physodes</vt:lpstr>
      <vt:lpstr>Hypnum cupressiforme</vt:lpstr>
      <vt:lpstr>PowerPoint Presentation</vt:lpstr>
      <vt:lpstr>PowerPoint Presentation</vt:lpstr>
      <vt:lpstr>Objectives of our studys:</vt:lpstr>
      <vt:lpstr>How we use biomonitoring </vt:lpstr>
      <vt:lpstr>PowerPoint Presentation</vt:lpstr>
      <vt:lpstr>PowerPoint Presentation</vt:lpstr>
      <vt:lpstr>Scanning Electron Microscopy with Energy-Dispersive X-ray Spectroscopy (SEM-EDS)</vt:lpstr>
      <vt:lpstr>PowerPoint Presentation</vt:lpstr>
      <vt:lpstr>PowerPoint Presentation</vt:lpstr>
      <vt:lpstr>PowerPoint Presentation</vt:lpstr>
      <vt:lpstr>PowerPoint Presentation</vt:lpstr>
      <vt:lpstr>Future Prospects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Quality Monitoring in Bosnia and Herzegovina: Current Challenges and Future Prospects </dc:title>
  <dc:creator>Almir Kurbegovic</dc:creator>
  <cp:lastModifiedBy>Korisnik</cp:lastModifiedBy>
  <cp:revision>58</cp:revision>
  <dcterms:created xsi:type="dcterms:W3CDTF">2024-09-27T07:14:18Z</dcterms:created>
  <dcterms:modified xsi:type="dcterms:W3CDTF">2026-09-17T16:23:53Z</dcterms:modified>
</cp:coreProperties>
</file>